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Lst>
  <p:sldSz cy="13716000" cx="24384000"/>
  <p:notesSz cx="6858000" cy="9144000"/>
  <p:embeddedFontLst>
    <p:embeddedFont>
      <p:font typeface="Roboto"/>
      <p:regular r:id="rId93"/>
      <p:bold r:id="rId94"/>
      <p:italic r:id="rId95"/>
      <p:boldItalic r:id="rId96"/>
    </p:embeddedFont>
    <p:embeddedFont>
      <p:font typeface="Helvetica Neue"/>
      <p:regular r:id="rId97"/>
      <p:bold r:id="rId98"/>
      <p:italic r:id="rId99"/>
      <p:boldItalic r:id="rId100"/>
    </p:embeddedFont>
    <p:embeddedFont>
      <p:font typeface="Noto Sans Symbols"/>
      <p:regular r:id="rId101"/>
      <p:bold r:id="rId102"/>
    </p:embeddedFont>
    <p:embeddedFont>
      <p:font typeface="Helvetica Neue Light"/>
      <p:regular r:id="rId103"/>
      <p:bold r:id="rId104"/>
      <p:italic r:id="rId105"/>
      <p:boldItalic r:id="rId106"/>
    </p:embeddedFont>
    <p:embeddedFont>
      <p:font typeface="Open Sans"/>
      <p:regular r:id="rId107"/>
      <p:bold r:id="rId108"/>
      <p:italic r:id="rId109"/>
      <p:boldItalic r:id="rId1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11" roundtripDataSignature="AMtx7miO288pl15qvmHEfutkP9FVWz0t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07" Type="http://schemas.openxmlformats.org/officeDocument/2006/relationships/font" Target="fonts/OpenSans-regular.fntdata"/><Relationship Id="rId106" Type="http://schemas.openxmlformats.org/officeDocument/2006/relationships/font" Target="fonts/HelveticaNeueLight-boldItalic.fntdata"/><Relationship Id="rId105" Type="http://schemas.openxmlformats.org/officeDocument/2006/relationships/font" Target="fonts/HelveticaNeueLight-italic.fntdata"/><Relationship Id="rId104" Type="http://schemas.openxmlformats.org/officeDocument/2006/relationships/font" Target="fonts/HelveticaNeueLight-bold.fntdata"/><Relationship Id="rId109" Type="http://schemas.openxmlformats.org/officeDocument/2006/relationships/font" Target="fonts/OpenSans-italic.fntdata"/><Relationship Id="rId108" Type="http://schemas.openxmlformats.org/officeDocument/2006/relationships/font" Target="fonts/OpenSans-bold.fntdata"/><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103" Type="http://schemas.openxmlformats.org/officeDocument/2006/relationships/font" Target="fonts/HelveticaNeueLight-regular.fntdata"/><Relationship Id="rId102" Type="http://schemas.openxmlformats.org/officeDocument/2006/relationships/font" Target="fonts/NotoSansSymbols-bold.fntdata"/><Relationship Id="rId101" Type="http://schemas.openxmlformats.org/officeDocument/2006/relationships/font" Target="fonts/NotoSansSymbols-regular.fntdata"/><Relationship Id="rId100" Type="http://schemas.openxmlformats.org/officeDocument/2006/relationships/font" Target="fonts/HelveticaNeue-boldItalic.fntdata"/><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95" Type="http://schemas.openxmlformats.org/officeDocument/2006/relationships/font" Target="fonts/Roboto-italic.fntdata"/><Relationship Id="rId94" Type="http://schemas.openxmlformats.org/officeDocument/2006/relationships/font" Target="fonts/Roboto-bold.fntdata"/><Relationship Id="rId97" Type="http://schemas.openxmlformats.org/officeDocument/2006/relationships/font" Target="fonts/HelveticaNeue-regular.fntdata"/><Relationship Id="rId96" Type="http://schemas.openxmlformats.org/officeDocument/2006/relationships/font" Target="fonts/Roboto-boldItalic.fntdata"/><Relationship Id="rId11" Type="http://schemas.openxmlformats.org/officeDocument/2006/relationships/slide" Target="slides/slide7.xml"/><Relationship Id="rId99" Type="http://schemas.openxmlformats.org/officeDocument/2006/relationships/font" Target="fonts/HelveticaNeue-italic.fntdata"/><Relationship Id="rId10" Type="http://schemas.openxmlformats.org/officeDocument/2006/relationships/slide" Target="slides/slide6.xml"/><Relationship Id="rId98" Type="http://schemas.openxmlformats.org/officeDocument/2006/relationships/font" Target="fonts/HelveticaNeue-bold.fntdata"/><Relationship Id="rId13" Type="http://schemas.openxmlformats.org/officeDocument/2006/relationships/slide" Target="slides/slide9.xml"/><Relationship Id="rId12" Type="http://schemas.openxmlformats.org/officeDocument/2006/relationships/slide" Target="slides/slide8.xml"/><Relationship Id="rId91" Type="http://schemas.openxmlformats.org/officeDocument/2006/relationships/slide" Target="slides/slide87.xml"/><Relationship Id="rId90" Type="http://schemas.openxmlformats.org/officeDocument/2006/relationships/slide" Target="slides/slide86.xml"/><Relationship Id="rId93" Type="http://schemas.openxmlformats.org/officeDocument/2006/relationships/font" Target="fonts/Roboto-regular.fntdata"/><Relationship Id="rId92" Type="http://schemas.openxmlformats.org/officeDocument/2006/relationships/slide" Target="slides/slide88.xml"/><Relationship Id="rId15" Type="http://schemas.openxmlformats.org/officeDocument/2006/relationships/slide" Target="slides/slide11.xml"/><Relationship Id="rId110" Type="http://schemas.openxmlformats.org/officeDocument/2006/relationships/font" Target="fonts/OpenSans-boldItalic.fntdata"/><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111" Type="http://customschemas.google.com/relationships/presentationmetadata" Target="metadata"/><Relationship Id="rId84" Type="http://schemas.openxmlformats.org/officeDocument/2006/relationships/slide" Target="slides/slide80.xml"/><Relationship Id="rId83" Type="http://schemas.openxmlformats.org/officeDocument/2006/relationships/slide" Target="slides/slide79.xml"/><Relationship Id="rId86" Type="http://schemas.openxmlformats.org/officeDocument/2006/relationships/slide" Target="slides/slide82.xml"/><Relationship Id="rId85" Type="http://schemas.openxmlformats.org/officeDocument/2006/relationships/slide" Target="slides/slide81.xml"/><Relationship Id="rId88" Type="http://schemas.openxmlformats.org/officeDocument/2006/relationships/slide" Target="slides/slide84.xml"/><Relationship Id="rId87" Type="http://schemas.openxmlformats.org/officeDocument/2006/relationships/slide" Target="slides/slide83.xml"/><Relationship Id="rId89" Type="http://schemas.openxmlformats.org/officeDocument/2006/relationships/slide" Target="slides/slide85.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75" Type="http://schemas.openxmlformats.org/officeDocument/2006/relationships/slide" Target="slides/slide71.xml"/><Relationship Id="rId74" Type="http://schemas.openxmlformats.org/officeDocument/2006/relationships/slide" Target="slides/slide70.xml"/><Relationship Id="rId77" Type="http://schemas.openxmlformats.org/officeDocument/2006/relationships/slide" Target="slides/slide73.xml"/><Relationship Id="rId76" Type="http://schemas.openxmlformats.org/officeDocument/2006/relationships/slide" Target="slides/slide72.xml"/><Relationship Id="rId79" Type="http://schemas.openxmlformats.org/officeDocument/2006/relationships/slide" Target="slides/slide75.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62" Type="http://schemas.openxmlformats.org/officeDocument/2006/relationships/slide" Target="slides/slide58.xml"/><Relationship Id="rId61" Type="http://schemas.openxmlformats.org/officeDocument/2006/relationships/slide" Target="slides/slide57.xml"/><Relationship Id="rId64" Type="http://schemas.openxmlformats.org/officeDocument/2006/relationships/slide" Target="slides/slide60.xml"/><Relationship Id="rId63" Type="http://schemas.openxmlformats.org/officeDocument/2006/relationships/slide" Target="slides/slide59.xml"/><Relationship Id="rId66" Type="http://schemas.openxmlformats.org/officeDocument/2006/relationships/slide" Target="slides/slide62.xml"/><Relationship Id="rId65" Type="http://schemas.openxmlformats.org/officeDocument/2006/relationships/slide" Target="slides/slide61.xml"/><Relationship Id="rId68" Type="http://schemas.openxmlformats.org/officeDocument/2006/relationships/slide" Target="slides/slide64.xml"/><Relationship Id="rId67" Type="http://schemas.openxmlformats.org/officeDocument/2006/relationships/slide" Target="slides/slide63.xml"/><Relationship Id="rId60" Type="http://schemas.openxmlformats.org/officeDocument/2006/relationships/slide" Target="slides/slide56.xml"/><Relationship Id="rId69" Type="http://schemas.openxmlformats.org/officeDocument/2006/relationships/slide" Target="slides/slide6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55" Type="http://schemas.openxmlformats.org/officeDocument/2006/relationships/slide" Target="slides/slide51.xml"/><Relationship Id="rId54" Type="http://schemas.openxmlformats.org/officeDocument/2006/relationships/slide" Target="slides/slide50.xml"/><Relationship Id="rId57" Type="http://schemas.openxmlformats.org/officeDocument/2006/relationships/slide" Target="slides/slide53.xml"/><Relationship Id="rId56" Type="http://schemas.openxmlformats.org/officeDocument/2006/relationships/slide" Target="slides/slide52.xml"/><Relationship Id="rId59" Type="http://schemas.openxmlformats.org/officeDocument/2006/relationships/slide" Target="slides/slide55.xml"/><Relationship Id="rId58"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1pPr>
            <a:lvl2pPr indent="-228600" lvl="1" marL="914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2pPr>
            <a:lvl3pPr indent="-228600" lvl="2" marL="1371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3pPr>
            <a:lvl4pPr indent="-228600" lvl="3" marL="1828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4pPr>
            <a:lvl5pPr indent="-228600" lvl="4" marL="22860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5pPr>
            <a:lvl6pPr indent="-228600" lvl="5" marL="2743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6pPr>
            <a:lvl7pPr indent="-228600" lvl="6" marL="3200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7pPr>
            <a:lvl8pPr indent="-228600" lvl="7" marL="3657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8pPr>
            <a:lvl9pPr indent="-228600" lvl="8" marL="4114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91041" lvl="0" marL="291041" rtl="0" algn="l">
              <a:lnSpc>
                <a:spcPct val="117999"/>
              </a:lnSpc>
              <a:spcBef>
                <a:spcPts val="0"/>
              </a:spcBef>
              <a:spcAft>
                <a:spcPts val="0"/>
              </a:spcAft>
              <a:buSzPts val="2750"/>
              <a:buFont typeface="Helvetica Neue"/>
              <a:buChar char="-"/>
            </a:pPr>
            <a:r>
              <a:rPr lang="en-US" sz="2200">
                <a:latin typeface="Helvetica Neue"/>
                <a:ea typeface="Helvetica Neue"/>
                <a:cs typeface="Helvetica Neue"/>
                <a:sym typeface="Helvetica Neue"/>
              </a:rPr>
              <a:t>Representation learning. </a:t>
            </a:r>
            <a:endParaRPr/>
          </a:p>
          <a:p>
            <a:pPr indent="-291041" lvl="0" marL="291041" rtl="0" algn="l">
              <a:lnSpc>
                <a:spcPct val="117999"/>
              </a:lnSpc>
              <a:spcBef>
                <a:spcPts val="0"/>
              </a:spcBef>
              <a:spcAft>
                <a:spcPts val="0"/>
              </a:spcAft>
              <a:buSzPts val="2750"/>
              <a:buFont typeface="Helvetica Neue"/>
              <a:buChar char="-"/>
            </a:pPr>
            <a:r>
              <a:rPr lang="en-US" sz="2200">
                <a:latin typeface="Helvetica Neue"/>
                <a:ea typeface="Helvetica Neue"/>
                <a:cs typeface="Helvetica Neue"/>
                <a:sym typeface="Helvetica Neue"/>
              </a:rPr>
              <a:t>What representations are learned by deep nets?</a:t>
            </a:r>
            <a:endParaRPr/>
          </a:p>
          <a:p>
            <a:pPr indent="-291041" lvl="0" marL="291041" rtl="0" algn="l">
              <a:lnSpc>
                <a:spcPct val="117999"/>
              </a:lnSpc>
              <a:spcBef>
                <a:spcPts val="0"/>
              </a:spcBef>
              <a:spcAft>
                <a:spcPts val="0"/>
              </a:spcAft>
              <a:buSzPts val="2750"/>
              <a:buFont typeface="Helvetica Neue"/>
              <a:buChar char="-"/>
            </a:pPr>
            <a:r>
              <a:rPr lang="en-US" sz="2200">
                <a:latin typeface="Helvetica Neue"/>
                <a:ea typeface="Helvetica Neue"/>
                <a:cs typeface="Helvetica Neue"/>
                <a:sym typeface="Helvetica Neue"/>
              </a:rPr>
              <a:t>Transfer learning: How you can transfer a representation from one task to another?</a:t>
            </a:r>
            <a:endParaRPr/>
          </a:p>
          <a:p>
            <a:pPr indent="-291041" lvl="0" marL="291041" rtl="0" algn="l">
              <a:lnSpc>
                <a:spcPct val="117999"/>
              </a:lnSpc>
              <a:spcBef>
                <a:spcPts val="0"/>
              </a:spcBef>
              <a:spcAft>
                <a:spcPts val="0"/>
              </a:spcAft>
              <a:buSzPts val="2750"/>
              <a:buFont typeface="Helvetica Neue"/>
              <a:buChar char="-"/>
            </a:pPr>
            <a:r>
              <a:rPr lang="en-US" sz="2200">
                <a:latin typeface="Helvetica Neue"/>
                <a:ea typeface="Helvetica Neue"/>
                <a:cs typeface="Helvetica Neue"/>
                <a:sym typeface="Helvetica Neue"/>
              </a:rPr>
              <a:t>Finally: how can you learn representations?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Helvetica Neue Light"/>
                <a:ea typeface="Helvetica Neue Light"/>
                <a:cs typeface="Helvetica Neue Light"/>
                <a:sym typeface="Helvetica Neue Light"/>
              </a:rPr>
              <a:t>In the course so far, we’ve talked We’re going to begin a new section of the course. We’re gonna go back to the basics and talk about physical models for vision.</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A lot of the methods that exploit these physical models are very different from the deep learning and filtering methods that you’ve seen so far. </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Some of the most useful computer vision methods combine these deep learning techniques with physical constraints. </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Today we’re going to talk a bit about the geometry behind cameras </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And we’re going to study how 3D points in a scene get projected as 2D points in images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7d63418339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g37d63418339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Helvetica Neue Light"/>
                <a:ea typeface="Helvetica Neue Light"/>
                <a:cs typeface="Helvetica Neue Light"/>
                <a:sym typeface="Helvetica Neue Light"/>
              </a:rPr>
              <a:t>In the course so far, we’ve talked We’re going to begin a new section of the course. We’re gonna go back to the basics and talk about physical models for vision.</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A lot of the methods that exploit these physical models are very different from the deep learning and filtering methods that you’ve seen so far. </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Some of the most useful computer vision methods combine these deep learning techniques with physical constraints. </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Today we’re going to talk a bit about the geometry behind cameras </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And we’re going to study how 3D points in a scene get projected as 2D points in images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Helvetica Neue Light"/>
                <a:ea typeface="Helvetica Neue Light"/>
                <a:cs typeface="Helvetica Neue Light"/>
                <a:sym typeface="Helvetica Neue Light"/>
              </a:rPr>
              <a:t>We can start by asking, what in the world is there to see.</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90 million miles</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Sun is shining</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Its light is reflecting off objects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Helvetica Neue Light"/>
                <a:ea typeface="Helvetica Neue Light"/>
                <a:cs typeface="Helvetica Neue Light"/>
                <a:sym typeface="Helvetica Neue Light"/>
              </a:rPr>
              <a:t>What information about the world is provided in the light filling a region of space?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Helvetica Neue Light"/>
                <a:ea typeface="Helvetica Neue Light"/>
                <a:cs typeface="Helvetica Neue Light"/>
                <a:sym typeface="Helvetica Neue Light"/>
              </a:rPr>
              <a:t>What information about the world is provided in the light filling a region of space?</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We can parameterize this using what’s known as the plentopic function. Plen meaning complete. also called light field</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Set of light rays that go through a point in space: pencil</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Plen = complete</a:t>
            </a:r>
            <a:endParaRPr/>
          </a:p>
          <a:p>
            <a:pPr indent="0" lvl="0" marL="0" rtl="0" algn="l">
              <a:lnSpc>
                <a:spcPct val="100000"/>
              </a:lnSpc>
              <a:spcBef>
                <a:spcPts val="400"/>
              </a:spcBef>
              <a:spcAft>
                <a:spcPts val="0"/>
              </a:spcAft>
              <a:buNone/>
            </a:pPr>
            <a:r>
              <a:t/>
            </a:r>
            <a:endParaRPr sz="1200">
              <a:latin typeface="Helvetica Neue Light"/>
              <a:ea typeface="Helvetica Neue Light"/>
              <a:cs typeface="Helvetica Neue Light"/>
              <a:sym typeface="Helvetica Neue Light"/>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The significance of the plenoptic function is this:  The world is made of three-dimensional objects, but these objects do not communicate their properties directly to an observer. Rather, the objects fill the space around them with the  pattern  of light rays  that  constitutes  the plenoptic function, and the observer  takes samples from this function. The plenoptic function serves as the sole communication link between physical objects and their corre- sponding retinal images.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8" name="Google Shape;818;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Helvetica Neue Light"/>
                <a:ea typeface="Helvetica Neue Light"/>
                <a:cs typeface="Helvetica Neue Light"/>
                <a:sym typeface="Helvetica Neue Light"/>
              </a:rPr>
              <a:t>What information about the world is provided in the light filling a region of space?</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Set of light rays that go through a point in space: pencil</a:t>
            </a:r>
            <a:endParaRPr/>
          </a:p>
          <a:p>
            <a:pPr indent="0" lvl="0" marL="0" rtl="0" algn="l">
              <a:lnSpc>
                <a:spcPct val="100000"/>
              </a:lnSpc>
              <a:spcBef>
                <a:spcPts val="400"/>
              </a:spcBef>
              <a:spcAft>
                <a:spcPts val="0"/>
              </a:spcAft>
              <a:buNone/>
            </a:pPr>
            <a:r>
              <a:t/>
            </a:r>
            <a:endParaRPr sz="1200">
              <a:latin typeface="Helvetica Neue Light"/>
              <a:ea typeface="Helvetica Neue Light"/>
              <a:cs typeface="Helvetica Neue Light"/>
              <a:sym typeface="Helvetica Neue Light"/>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The significance of the plenoptic function is this:  The world is made of three-dimensional objects, but these objects do not communicate their properties directly to an observer. Rather, the objects fill the space around them with the  pattern  of light rays  that  constitutes  the plenoptic function, and the observer  takes samples from this function. The plenoptic function serves as the sole communication link between physical objects and their corre- sponding retinal images.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7da46ea7f4_1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37da46ea7f4_1_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9" name="Google Shape;1149;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Helvetica Neue Light"/>
                <a:ea typeface="Helvetica Neue Light"/>
                <a:cs typeface="Helvetica Neue Light"/>
                <a:sym typeface="Helvetica Neue Light"/>
              </a:rPr>
              <a:t>This ideally </a:t>
            </a:r>
            <a:endParaRPr/>
          </a:p>
          <a:p>
            <a:pPr indent="0" lvl="0" marL="0" rtl="0" algn="l">
              <a:lnSpc>
                <a:spcPct val="100000"/>
              </a:lnSpc>
              <a:spcBef>
                <a:spcPts val="400"/>
              </a:spcBef>
              <a:spcAft>
                <a:spcPts val="0"/>
              </a:spcAft>
              <a:buNone/>
            </a:pPr>
            <a:r>
              <a:t/>
            </a:r>
            <a:endParaRPr sz="1200">
              <a:latin typeface="Helvetica Neue Light"/>
              <a:ea typeface="Helvetica Neue Light"/>
              <a:cs typeface="Helvetica Neue Light"/>
              <a:sym typeface="Helvetica Neue Light"/>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What information about the world is provided in the light filling a region of space?</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Set of light rays that go through a point in space: pencil</a:t>
            </a:r>
            <a:endParaRPr/>
          </a:p>
          <a:p>
            <a:pPr indent="0" lvl="0" marL="0" rtl="0" algn="l">
              <a:lnSpc>
                <a:spcPct val="100000"/>
              </a:lnSpc>
              <a:spcBef>
                <a:spcPts val="400"/>
              </a:spcBef>
              <a:spcAft>
                <a:spcPts val="0"/>
              </a:spcAft>
              <a:buNone/>
            </a:pPr>
            <a:r>
              <a:t/>
            </a:r>
            <a:endParaRPr sz="1200">
              <a:latin typeface="Helvetica Neue Light"/>
              <a:ea typeface="Helvetica Neue Light"/>
              <a:cs typeface="Helvetica Neue Light"/>
              <a:sym typeface="Helvetica Neue Light"/>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The significance of the plenoptic function is this:  The world is made of three-dimensional objects, but these objects do not communicate their properties directly to an observer. Rather, the objects fill the space around them with the  pattern  of light rays  that  constitutes  the plenoptic function, and the observer  takes samples from this function. The plenoptic function serves as the sole communication link between physical objects and their corre- sponding retinal images.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6" name="Google Shape;1476;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Helvetica Neue Light"/>
                <a:ea typeface="Helvetica Neue Light"/>
                <a:cs typeface="Helvetica Neue Light"/>
                <a:sym typeface="Helvetica Neue Light"/>
              </a:rPr>
              <a:t>Of course, if we were able to capture this full function, that  would contain all of the information an image could possibly tell us.</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But images you take with a camera represent only a tiny sliver of this function.</a:t>
            </a:r>
            <a:endParaRPr/>
          </a:p>
          <a:p>
            <a:pPr indent="0" lvl="0" marL="0" rtl="0" algn="l">
              <a:lnSpc>
                <a:spcPct val="100000"/>
              </a:lnSpc>
              <a:spcBef>
                <a:spcPts val="400"/>
              </a:spcBef>
              <a:spcAft>
                <a:spcPts val="0"/>
              </a:spcAft>
              <a:buNone/>
            </a:pPr>
            <a:r>
              <a:t/>
            </a:r>
            <a:endParaRPr sz="1200">
              <a:latin typeface="Helvetica Neue Light"/>
              <a:ea typeface="Helvetica Neue Light"/>
              <a:cs typeface="Helvetica Neue Light"/>
              <a:sym typeface="Helvetica Neue Light"/>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What information about the world is provided in the light filling a region of space?</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Set of light rays that go through a point in space: pencil</a:t>
            </a:r>
            <a:endParaRPr/>
          </a:p>
          <a:p>
            <a:pPr indent="0" lvl="0" marL="0" rtl="0" algn="l">
              <a:lnSpc>
                <a:spcPct val="100000"/>
              </a:lnSpc>
              <a:spcBef>
                <a:spcPts val="400"/>
              </a:spcBef>
              <a:spcAft>
                <a:spcPts val="0"/>
              </a:spcAft>
              <a:buNone/>
            </a:pPr>
            <a:r>
              <a:t/>
            </a:r>
            <a:endParaRPr sz="1200">
              <a:latin typeface="Helvetica Neue Light"/>
              <a:ea typeface="Helvetica Neue Light"/>
              <a:cs typeface="Helvetica Neue Light"/>
              <a:sym typeface="Helvetica Neue Light"/>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The significance of the plenoptic function is this:  The world is made of three-dimensional objects, but these objects do not communicate their properties directly to an observer. Rather, the objects fill the space around them with the  pattern  of light rays  that  constitutes  the plenoptic function, and the observer  takes samples from this function. The plenoptic function serves as the sole communication link between physical objects and their corre- sponding retinal images.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1" name="Shape 1801"/>
        <p:cNvGrpSpPr/>
        <p:nvPr/>
      </p:nvGrpSpPr>
      <p:grpSpPr>
        <a:xfrm>
          <a:off x="0" y="0"/>
          <a:ext cx="0" cy="0"/>
          <a:chOff x="0" y="0"/>
          <a:chExt cx="0" cy="0"/>
        </a:xfrm>
      </p:grpSpPr>
      <p:sp>
        <p:nvSpPr>
          <p:cNvPr id="1802" name="Google Shape;180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3" name="Google Shape;1803;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Let’s try to design a camera that can take these samples of the plenoptic function.</a:t>
            </a:r>
            <a:endParaRPr/>
          </a:p>
          <a:p>
            <a:pPr indent="0" lvl="0" marL="0" rtl="0" algn="l">
              <a:lnSpc>
                <a:spcPct val="100000"/>
              </a:lnSpc>
              <a:spcBef>
                <a:spcPts val="0"/>
              </a:spcBef>
              <a:spcAft>
                <a:spcPts val="0"/>
              </a:spcAft>
              <a:buNone/>
            </a:pPr>
            <a:r>
              <a:rPr lang="en-US" sz="1200">
                <a:latin typeface="Calibri"/>
                <a:ea typeface="Calibri"/>
                <a:cs typeface="Calibri"/>
                <a:sym typeface="Calibri"/>
              </a:rPr>
              <a:t> We want to take a picture of this tree.</a:t>
            </a:r>
            <a:endParaRPr/>
          </a:p>
          <a:p>
            <a:pPr indent="0" lvl="0" marL="0" rtl="0" algn="l">
              <a:lnSpc>
                <a:spcPct val="100000"/>
              </a:lnSpc>
              <a:spcBef>
                <a:spcPts val="0"/>
              </a:spcBef>
              <a:spcAft>
                <a:spcPts val="0"/>
              </a:spcAft>
              <a:buNone/>
            </a:pPr>
            <a:r>
              <a:rPr lang="en-US" sz="1200">
                <a:latin typeface="Calibri"/>
                <a:ea typeface="Calibri"/>
                <a:cs typeface="Calibri"/>
                <a:sym typeface="Calibri"/>
              </a:rPr>
              <a:t>Here’s an idea. Let’s take a piece of film hold it up in front of an object.</a:t>
            </a:r>
            <a:endParaRPr/>
          </a:p>
          <a:p>
            <a:pPr indent="0" lvl="0" marL="0" rtl="0" algn="l">
              <a:lnSpc>
                <a:spcPct val="100000"/>
              </a:lnSpc>
              <a:spcBef>
                <a:spcPts val="0"/>
              </a:spcBef>
              <a:spcAft>
                <a:spcPts val="0"/>
              </a:spcAft>
              <a:buNone/>
            </a:pPr>
            <a:r>
              <a:rPr lang="en-US" sz="1200">
                <a:latin typeface="Calibri"/>
                <a:ea typeface="Calibri"/>
                <a:cs typeface="Calibri"/>
                <a:sym typeface="Calibri"/>
              </a:rPr>
              <a:t>Unfortunately this isn’t going to be a great camera.  Why is that?</a:t>
            </a:r>
            <a:endParaRPr/>
          </a:p>
          <a:p>
            <a:pPr indent="0" lvl="0" marL="0" rtl="0" algn="l">
              <a:lnSpc>
                <a:spcPct val="100000"/>
              </a:lnSpc>
              <a:spcBef>
                <a:spcPts val="0"/>
              </a:spcBef>
              <a:spcAft>
                <a:spcPts val="0"/>
              </a:spcAft>
              <a:buNone/>
            </a:pPr>
            <a:r>
              <a:rPr lang="en-US" sz="1200">
                <a:latin typeface="Calibri"/>
                <a:ea typeface="Calibri"/>
                <a:cs typeface="Calibri"/>
                <a:sym typeface="Calibri"/>
              </a:rPr>
              <a:t>The light from every point in the scene is going to project onto this film. And it’s all going to get mixed up.</a:t>
            </a:r>
            <a:endParaRPr/>
          </a:p>
          <a:p>
            <a:pPr indent="0" lvl="0" marL="0" rtl="0" algn="l">
              <a:lnSpc>
                <a:spcPct val="100000"/>
              </a:lnSpc>
              <a:spcBef>
                <a:spcPts val="0"/>
              </a:spcBef>
              <a:spcAft>
                <a:spcPts val="0"/>
              </a:spcAft>
              <a:buNone/>
            </a:pPr>
            <a:r>
              <a:rPr lang="en-US" sz="1200">
                <a:latin typeface="Calibri"/>
                <a:ea typeface="Calibri"/>
                <a:cs typeface="Calibri"/>
                <a:sym typeface="Calibri"/>
              </a:rPr>
              <a:t>And unfortunately the light is going to hit the same places. </a:t>
            </a:r>
            <a:endParaRPr/>
          </a:p>
          <a:p>
            <a:pPr indent="0" lvl="0" marL="0" rtl="0" algn="l">
              <a:lnSpc>
                <a:spcPct val="100000"/>
              </a:lnSpc>
              <a:spcBef>
                <a:spcPts val="0"/>
              </a:spcBef>
              <a:spcAft>
                <a:spcPts val="0"/>
              </a:spcAft>
              <a:buNone/>
            </a:pPr>
            <a:r>
              <a:rPr lang="en-US" sz="1200">
                <a:latin typeface="Calibri"/>
                <a:ea typeface="Calibri"/>
                <a:cs typeface="Calibri"/>
                <a:sym typeface="Calibri"/>
              </a:rPr>
              <a:t>What if we limit this by placing a barrier.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5" name="Google Shape;1825;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This works pretty well then. For each point, only one ray is going to make it through the hole. </a:t>
            </a:r>
            <a:endParaRPr/>
          </a:p>
          <a:p>
            <a:pPr indent="0" lvl="0" marL="0" rtl="0" algn="l">
              <a:lnSpc>
                <a:spcPct val="100000"/>
              </a:lnSpc>
              <a:spcBef>
                <a:spcPts val="0"/>
              </a:spcBef>
              <a:spcAft>
                <a:spcPts val="0"/>
              </a:spcAft>
              <a:buNone/>
            </a:pPr>
            <a:r>
              <a:rPr lang="en-US" sz="1200">
                <a:latin typeface="Calibri"/>
                <a:ea typeface="Calibri"/>
                <a:cs typeface="Calibri"/>
                <a:sym typeface="Calibri"/>
              </a:rPr>
              <a:t>And it’s funny it’s actually an inverted image.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4" name="Shape 1844"/>
        <p:cNvGrpSpPr/>
        <p:nvPr/>
      </p:nvGrpSpPr>
      <p:grpSpPr>
        <a:xfrm>
          <a:off x="0" y="0"/>
          <a:ext cx="0" cy="0"/>
          <a:chOff x="0" y="0"/>
          <a:chExt cx="0" cy="0"/>
        </a:xfrm>
      </p:grpSpPr>
      <p:sp>
        <p:nvSpPr>
          <p:cNvPr id="1845" name="Google Shape;184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6" name="Google Shape;1846;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00000"/>
              </a:lnSpc>
              <a:spcBef>
                <a:spcPts val="400"/>
              </a:spcBef>
              <a:spcAft>
                <a:spcPts val="0"/>
              </a:spcAft>
              <a:buNone/>
            </a:pPr>
            <a:r>
              <a:rPr lang="en-US" sz="1200">
                <a:latin typeface="Times New Roman"/>
                <a:ea typeface="Times New Roman"/>
                <a:cs typeface="Times New Roman"/>
                <a:sym typeface="Times New Roman"/>
              </a:rPr>
              <a:t>This is what this looks like. We have a 3D object, its light passes through the pinhole. </a:t>
            </a:r>
            <a:endParaRPr/>
          </a:p>
          <a:p>
            <a:pPr indent="0" lvl="0" marL="0" rtl="0" algn="l">
              <a:lnSpc>
                <a:spcPct val="100000"/>
              </a:lnSpc>
              <a:spcBef>
                <a:spcPts val="400"/>
              </a:spcBef>
              <a:spcAft>
                <a:spcPts val="0"/>
              </a:spcAft>
              <a:buNone/>
            </a:pPr>
            <a:r>
              <a:rPr lang="en-US" sz="1200">
                <a:latin typeface="Times New Roman"/>
                <a:ea typeface="Times New Roman"/>
                <a:cs typeface="Times New Roman"/>
                <a:sym typeface="Times New Roman"/>
              </a:rPr>
              <a:t>The point to make here is that each point on the image plane sees light from only</a:t>
            </a:r>
            <a:endParaRPr/>
          </a:p>
          <a:p>
            <a:pPr indent="0" lvl="0" marL="0" rtl="0" algn="l">
              <a:lnSpc>
                <a:spcPct val="100000"/>
              </a:lnSpc>
              <a:spcBef>
                <a:spcPts val="400"/>
              </a:spcBef>
              <a:spcAft>
                <a:spcPts val="0"/>
              </a:spcAft>
              <a:buNone/>
            </a:pPr>
            <a:r>
              <a:rPr lang="en-US" sz="1200">
                <a:latin typeface="Times New Roman"/>
                <a:ea typeface="Times New Roman"/>
                <a:cs typeface="Times New Roman"/>
                <a:sym typeface="Times New Roman"/>
              </a:rPr>
              <a:t>one direction, the one that passes through the pinhole.</a:t>
            </a:r>
            <a:endParaRPr/>
          </a:p>
          <a:p>
            <a:pPr indent="0" lvl="0" marL="0" rtl="0" algn="l">
              <a:lnSpc>
                <a:spcPct val="100000"/>
              </a:lnSpc>
              <a:spcBef>
                <a:spcPts val="400"/>
              </a:spcBef>
              <a:spcAft>
                <a:spcPts val="0"/>
              </a:spcAft>
              <a:buNone/>
            </a:pPr>
            <a:r>
              <a:rPr lang="en-US" sz="1200">
                <a:latin typeface="Times New Roman"/>
                <a:ea typeface="Times New Roman"/>
                <a:cs typeface="Times New Roman"/>
                <a:sym typeface="Times New Roman"/>
              </a:rPr>
              <a:t>And you can think of this virtual image here. Flip the image about the pinhole and rotate it.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5" name="Shape 1855"/>
        <p:cNvGrpSpPr/>
        <p:nvPr/>
      </p:nvGrpSpPr>
      <p:grpSpPr>
        <a:xfrm>
          <a:off x="0" y="0"/>
          <a:ext cx="0" cy="0"/>
          <a:chOff x="0" y="0"/>
          <a:chExt cx="0" cy="0"/>
        </a:xfrm>
      </p:grpSpPr>
      <p:sp>
        <p:nvSpPr>
          <p:cNvPr id="1856" name="Google Shape;1856;p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7" name="Google Shape;185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4" name="Shape 1864"/>
        <p:cNvGrpSpPr/>
        <p:nvPr/>
      </p:nvGrpSpPr>
      <p:grpSpPr>
        <a:xfrm>
          <a:off x="0" y="0"/>
          <a:ext cx="0" cy="0"/>
          <a:chOff x="0" y="0"/>
          <a:chExt cx="0" cy="0"/>
        </a:xfrm>
      </p:grpSpPr>
      <p:sp>
        <p:nvSpPr>
          <p:cNvPr id="1865" name="Google Shape;1865;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6" name="Google Shape;186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3" name="Shape 1873"/>
        <p:cNvGrpSpPr/>
        <p:nvPr/>
      </p:nvGrpSpPr>
      <p:grpSpPr>
        <a:xfrm>
          <a:off x="0" y="0"/>
          <a:ext cx="0" cy="0"/>
          <a:chOff x="0" y="0"/>
          <a:chExt cx="0" cy="0"/>
        </a:xfrm>
      </p:grpSpPr>
      <p:sp>
        <p:nvSpPr>
          <p:cNvPr id="1874" name="Google Shape;1874;p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5" name="Google Shape;187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6" name="Google Shape;188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5" name="Shape 1895"/>
        <p:cNvGrpSpPr/>
        <p:nvPr/>
      </p:nvGrpSpPr>
      <p:grpSpPr>
        <a:xfrm>
          <a:off x="0" y="0"/>
          <a:ext cx="0" cy="0"/>
          <a:chOff x="0" y="0"/>
          <a:chExt cx="0" cy="0"/>
        </a:xfrm>
      </p:grpSpPr>
      <p:sp>
        <p:nvSpPr>
          <p:cNvPr id="1896" name="Google Shape;1896;p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7" name="Google Shape;189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4" name="Shape 1904"/>
        <p:cNvGrpSpPr/>
        <p:nvPr/>
      </p:nvGrpSpPr>
      <p:grpSpPr>
        <a:xfrm>
          <a:off x="0" y="0"/>
          <a:ext cx="0" cy="0"/>
          <a:chOff x="0" y="0"/>
          <a:chExt cx="0" cy="0"/>
        </a:xfrm>
      </p:grpSpPr>
      <p:sp>
        <p:nvSpPr>
          <p:cNvPr id="1905" name="Google Shape;190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6" name="Google Shape;1906;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Helvetica Neue Light"/>
                <a:ea typeface="Helvetica Neue Light"/>
                <a:cs typeface="Helvetica Neue Light"/>
                <a:sym typeface="Helvetica Neue Light"/>
              </a:rPr>
              <a:t>I did this, I went to the campus. I took a box. Poked a hole in it. Put my phone in it and took a picture. </a:t>
            </a:r>
            <a:endParaRPr/>
          </a:p>
          <a:p>
            <a:pPr indent="0" lvl="0" marL="0" rtl="0" algn="l">
              <a:lnSpc>
                <a:spcPct val="100000"/>
              </a:lnSpc>
              <a:spcBef>
                <a:spcPts val="400"/>
              </a:spcBef>
              <a:spcAft>
                <a:spcPts val="0"/>
              </a:spcAft>
              <a:buNone/>
            </a:pPr>
            <a:r>
              <a:rPr lang="en-US" sz="1200">
                <a:latin typeface="Helvetica Neue Light"/>
                <a:ea typeface="Helvetica Neue Light"/>
                <a:cs typeface="Helvetica Neue Light"/>
                <a:sym typeface="Helvetica Neue Light"/>
              </a:rPr>
              <a:t>Now in principle this aperture should be really really small.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4" name="Shape 1914"/>
        <p:cNvGrpSpPr/>
        <p:nvPr/>
      </p:nvGrpSpPr>
      <p:grpSpPr>
        <a:xfrm>
          <a:off x="0" y="0"/>
          <a:ext cx="0" cy="0"/>
          <a:chOff x="0" y="0"/>
          <a:chExt cx="0" cy="0"/>
        </a:xfrm>
      </p:grpSpPr>
      <p:sp>
        <p:nvSpPr>
          <p:cNvPr id="1915" name="Google Shape;1915;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6" name="Google Shape;1916;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Of course if you make it too small, you’re not going to get enough light. </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And if you make it really small — light is a wave and you’ll get diffraction effects.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6" name="Shape 1926"/>
        <p:cNvGrpSpPr/>
        <p:nvPr/>
      </p:nvGrpSpPr>
      <p:grpSpPr>
        <a:xfrm>
          <a:off x="0" y="0"/>
          <a:ext cx="0" cy="0"/>
          <a:chOff x="0" y="0"/>
          <a:chExt cx="0" cy="0"/>
        </a:xfrm>
      </p:grpSpPr>
      <p:sp>
        <p:nvSpPr>
          <p:cNvPr id="1927" name="Google Shape;1927;g37da46ea7f4_1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28" name="Google Shape;1928;g37da46ea7f4_1_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3" name="Shape 1933"/>
        <p:cNvGrpSpPr/>
        <p:nvPr/>
      </p:nvGrpSpPr>
      <p:grpSpPr>
        <a:xfrm>
          <a:off x="0" y="0"/>
          <a:ext cx="0" cy="0"/>
          <a:chOff x="0" y="0"/>
          <a:chExt cx="0" cy="0"/>
        </a:xfrm>
      </p:grpSpPr>
      <p:sp>
        <p:nvSpPr>
          <p:cNvPr id="1934" name="Google Shape;193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5" name="Google Shape;1935;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And if you make it really small — light is a wave and you’ll get diffraction effects.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1" name="Shape 1941"/>
        <p:cNvGrpSpPr/>
        <p:nvPr/>
      </p:nvGrpSpPr>
      <p:grpSpPr>
        <a:xfrm>
          <a:off x="0" y="0"/>
          <a:ext cx="0" cy="0"/>
          <a:chOff x="0" y="0"/>
          <a:chExt cx="0" cy="0"/>
        </a:xfrm>
      </p:grpSpPr>
      <p:sp>
        <p:nvSpPr>
          <p:cNvPr id="1942" name="Google Shape;194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3" name="Google Shape;1943;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light travels more slowly in glass than in air</a:t>
            </a:r>
            <a:endParaRPr/>
          </a:p>
          <a:p>
            <a:pPr indent="0" lvl="0" marL="0" rtl="0" algn="l">
              <a:lnSpc>
                <a:spcPct val="100000"/>
              </a:lnSpc>
              <a:spcBef>
                <a:spcPts val="0"/>
              </a:spcBef>
              <a:spcAft>
                <a:spcPts val="0"/>
              </a:spcAft>
              <a:buNone/>
            </a:pPr>
            <a:r>
              <a:rPr lang="en-US" sz="1200">
                <a:latin typeface="Calibri"/>
                <a:ea typeface="Calibri"/>
                <a:cs typeface="Calibri"/>
                <a:sym typeface="Calibri"/>
              </a:rPr>
              <a:t>this causes light to blend</a:t>
            </a:r>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rPr lang="en-US" sz="1200">
                <a:latin typeface="Calibri"/>
                <a:ea typeface="Calibri"/>
                <a:cs typeface="Calibri"/>
                <a:sym typeface="Calibri"/>
              </a:rPr>
              <a:t>One solution to this is to use a lens. That will let us focus more light onto the film. </a:t>
            </a:r>
            <a:endParaRPr/>
          </a:p>
          <a:p>
            <a:pPr indent="0" lvl="0" marL="0" rtl="0" algn="l">
              <a:lnSpc>
                <a:spcPct val="100000"/>
              </a:lnSpc>
              <a:spcBef>
                <a:spcPts val="0"/>
              </a:spcBef>
              <a:spcAft>
                <a:spcPts val="0"/>
              </a:spcAft>
              <a:buNone/>
            </a:pPr>
            <a:r>
              <a:rPr lang="en-US" sz="1200">
                <a:latin typeface="Calibri"/>
                <a:ea typeface="Calibri"/>
                <a:cs typeface="Calibri"/>
                <a:sym typeface="Calibri"/>
              </a:rPr>
              <a:t>The one problem with this is that you start to lose the property that each point only appears once. </a:t>
            </a:r>
            <a:endParaRPr/>
          </a:p>
          <a:p>
            <a:pPr indent="0" lvl="0" marL="0" rtl="0" algn="l">
              <a:lnSpc>
                <a:spcPct val="100000"/>
              </a:lnSpc>
              <a:spcBef>
                <a:spcPts val="0"/>
              </a:spcBef>
              <a:spcAft>
                <a:spcPts val="0"/>
              </a:spcAft>
              <a:buNone/>
            </a:pPr>
            <a:r>
              <a:rPr lang="en-US" sz="1200">
                <a:latin typeface="Calibri"/>
                <a:ea typeface="Calibri"/>
                <a:cs typeface="Calibri"/>
                <a:sym typeface="Calibri"/>
              </a:rPr>
              <a:t>If your point is out of focus, so to speak, there’s a circle of confusion  — the ray is going to stop in multiple places.</a:t>
            </a:r>
            <a:endParaRPr/>
          </a:p>
          <a:p>
            <a:pPr indent="0" lvl="0" marL="0" rtl="0" algn="l">
              <a:lnSpc>
                <a:spcPct val="100000"/>
              </a:lnSpc>
              <a:spcBef>
                <a:spcPts val="0"/>
              </a:spcBef>
              <a:spcAft>
                <a:spcPts val="0"/>
              </a:spcAft>
              <a:buNone/>
            </a:pPr>
            <a:r>
              <a:rPr lang="en-US" sz="1200">
                <a:latin typeface="Calibri"/>
                <a:ea typeface="Calibri"/>
                <a:cs typeface="Calibri"/>
                <a:sym typeface="Calibri"/>
              </a:rPr>
              <a:t>And the shape of the lens determines this.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8" name="Google Shape;1978;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Retina analogous to the film. Note that the retina is curved</a:t>
            </a:r>
            <a:endParaRPr/>
          </a:p>
          <a:p>
            <a:pPr indent="0" lvl="0" marL="0" rtl="0" algn="l">
              <a:lnSpc>
                <a:spcPct val="100000"/>
              </a:lnSpc>
              <a:spcBef>
                <a:spcPts val="0"/>
              </a:spcBef>
              <a:spcAft>
                <a:spcPts val="0"/>
              </a:spcAft>
              <a:buNone/>
            </a:pPr>
            <a:r>
              <a:rPr lang="en-US" sz="1200">
                <a:latin typeface="Calibri"/>
                <a:ea typeface="Calibri"/>
                <a:cs typeface="Calibri"/>
                <a:sym typeface="Calibri"/>
              </a:rPr>
              <a:t>We have the pupil, which is analogous to the hole</a:t>
            </a:r>
            <a:endParaRPr/>
          </a:p>
          <a:p>
            <a:pPr indent="0" lvl="0" marL="0" rtl="0" algn="l">
              <a:lnSpc>
                <a:spcPct val="100000"/>
              </a:lnSpc>
              <a:spcBef>
                <a:spcPts val="0"/>
              </a:spcBef>
              <a:spcAft>
                <a:spcPts val="0"/>
              </a:spcAft>
              <a:buNone/>
            </a:pPr>
            <a:r>
              <a:rPr lang="en-US" sz="1200">
                <a:latin typeface="Calibri"/>
                <a:ea typeface="Calibri"/>
                <a:cs typeface="Calibri"/>
                <a:sym typeface="Calibri"/>
              </a:rPr>
              <a:t>Iris sets the size of the hole</a:t>
            </a:r>
            <a:endParaRPr/>
          </a:p>
          <a:p>
            <a:pPr indent="0" lvl="0" marL="0" rtl="0" algn="l">
              <a:lnSpc>
                <a:spcPct val="100000"/>
              </a:lnSpc>
              <a:spcBef>
                <a:spcPts val="0"/>
              </a:spcBef>
              <a:spcAft>
                <a:spcPts val="0"/>
              </a:spcAft>
              <a:buNone/>
            </a:pPr>
            <a:r>
              <a:rPr lang="en-US" sz="1200">
                <a:latin typeface="Calibri"/>
                <a:ea typeface="Calibri"/>
                <a:cs typeface="Calibri"/>
                <a:sym typeface="Calibri"/>
              </a:rPr>
              <a:t>We’ll talk more about this later when we discuss color perception</a:t>
            </a:r>
            <a:endParaRPr/>
          </a:p>
          <a:p>
            <a:pPr indent="0" lvl="0" marL="0" rtl="0" algn="l">
              <a:lnSpc>
                <a:spcPct val="100000"/>
              </a:lnSpc>
              <a:spcBef>
                <a:spcPts val="0"/>
              </a:spcBef>
              <a:spcAft>
                <a:spcPts val="0"/>
              </a:spcAft>
              <a:buNone/>
            </a:pPr>
            <a:r>
              <a:rPr lang="en-US" sz="1200">
                <a:latin typeface="Calibri"/>
                <a:ea typeface="Calibri"/>
                <a:cs typeface="Calibri"/>
                <a:sym typeface="Calibri"/>
              </a:rPr>
              <a:t>Those are our eyes that are a lot like a camera with a lens.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6" name="Shape 1986"/>
        <p:cNvGrpSpPr/>
        <p:nvPr/>
      </p:nvGrpSpPr>
      <p:grpSpPr>
        <a:xfrm>
          <a:off x="0" y="0"/>
          <a:ext cx="0" cy="0"/>
          <a:chOff x="0" y="0"/>
          <a:chExt cx="0" cy="0"/>
        </a:xfrm>
      </p:grpSpPr>
      <p:sp>
        <p:nvSpPr>
          <p:cNvPr id="1987" name="Google Shape;1987;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8" name="Google Shape;1988;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Interestingly, the animal kingdom has all kinds of eyes.</a:t>
            </a:r>
            <a:endParaRPr/>
          </a:p>
          <a:p>
            <a:pPr indent="0" lvl="0" marL="0" rtl="0" algn="l">
              <a:lnSpc>
                <a:spcPct val="100000"/>
              </a:lnSpc>
              <a:spcBef>
                <a:spcPts val="0"/>
              </a:spcBef>
              <a:spcAft>
                <a:spcPts val="0"/>
              </a:spcAft>
              <a:buNone/>
            </a:pPr>
            <a:r>
              <a:rPr lang="en-US" sz="1200">
                <a:latin typeface="Calibri"/>
                <a:ea typeface="Calibri"/>
                <a:cs typeface="Calibri"/>
                <a:sym typeface="Calibri"/>
              </a:rPr>
              <a:t>There are some that are just like eyespots that are just sensitive to light and maybe a direction.</a:t>
            </a:r>
            <a:endParaRPr/>
          </a:p>
          <a:p>
            <a:pPr indent="0" lvl="0" marL="0" rtl="0" algn="l">
              <a:lnSpc>
                <a:spcPct val="100000"/>
              </a:lnSpc>
              <a:spcBef>
                <a:spcPts val="0"/>
              </a:spcBef>
              <a:spcAft>
                <a:spcPts val="0"/>
              </a:spcAft>
              <a:buNone/>
            </a:pPr>
            <a:r>
              <a:rPr lang="en-US" sz="1200">
                <a:latin typeface="Calibri"/>
                <a:ea typeface="Calibri"/>
                <a:cs typeface="Calibri"/>
                <a:sym typeface="Calibri"/>
              </a:rPr>
              <a:t>There are other animals like the nautilus (some cephalopods) that have pinhole cameras.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p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9" name="Google Shape;1999;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5" name="Shape 2005"/>
        <p:cNvGrpSpPr/>
        <p:nvPr/>
      </p:nvGrpSpPr>
      <p:grpSpPr>
        <a:xfrm>
          <a:off x="0" y="0"/>
          <a:ext cx="0" cy="0"/>
          <a:chOff x="0" y="0"/>
          <a:chExt cx="0" cy="0"/>
        </a:xfrm>
      </p:grpSpPr>
      <p:sp>
        <p:nvSpPr>
          <p:cNvPr id="2006" name="Google Shape;200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7" name="Google Shape;2007;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And interestingly, these pinholes can emerge accidentally. </a:t>
            </a:r>
            <a:endParaRPr/>
          </a:p>
          <a:p>
            <a:pPr indent="0" lvl="0" marL="0" rtl="0" algn="l">
              <a:lnSpc>
                <a:spcPct val="100000"/>
              </a:lnSpc>
              <a:spcBef>
                <a:spcPts val="400"/>
              </a:spcBef>
              <a:spcAft>
                <a:spcPts val="0"/>
              </a:spcAft>
              <a:buNone/>
            </a:pPr>
            <a:r>
              <a:rPr lang="en-US" sz="1200">
                <a:latin typeface="Calibri"/>
                <a:ea typeface="Calibri"/>
                <a:cs typeface="Calibri"/>
                <a:sym typeface="Calibri"/>
              </a:rPr>
              <a:t>What’s happening is that the window is acting like a pinhole.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6" name="Shape 2016"/>
        <p:cNvGrpSpPr/>
        <p:nvPr/>
      </p:nvGrpSpPr>
      <p:grpSpPr>
        <a:xfrm>
          <a:off x="0" y="0"/>
          <a:ext cx="0" cy="0"/>
          <a:chOff x="0" y="0"/>
          <a:chExt cx="0" cy="0"/>
        </a:xfrm>
      </p:grpSpPr>
      <p:sp>
        <p:nvSpPr>
          <p:cNvPr id="2017" name="Google Shape;2017;p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8" name="Google Shape;2018;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3" name="Shape 2023"/>
        <p:cNvGrpSpPr/>
        <p:nvPr/>
      </p:nvGrpSpPr>
      <p:grpSpPr>
        <a:xfrm>
          <a:off x="0" y="0"/>
          <a:ext cx="0" cy="0"/>
          <a:chOff x="0" y="0"/>
          <a:chExt cx="0" cy="0"/>
        </a:xfrm>
      </p:grpSpPr>
      <p:sp>
        <p:nvSpPr>
          <p:cNvPr id="2024" name="Google Shape;2024;p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5" name="Google Shape;2025;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p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2" name="Google Shape;2032;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6" name="Shape 2046"/>
        <p:cNvGrpSpPr/>
        <p:nvPr/>
      </p:nvGrpSpPr>
      <p:grpSpPr>
        <a:xfrm>
          <a:off x="0" y="0"/>
          <a:ext cx="0" cy="0"/>
          <a:chOff x="0" y="0"/>
          <a:chExt cx="0" cy="0"/>
        </a:xfrm>
      </p:grpSpPr>
      <p:sp>
        <p:nvSpPr>
          <p:cNvPr id="2047" name="Google Shape;2047;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8" name="Google Shape;2048;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If you boarded up the window, this is what you would see.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2" name="Shape 2052"/>
        <p:cNvGrpSpPr/>
        <p:nvPr/>
      </p:nvGrpSpPr>
      <p:grpSpPr>
        <a:xfrm>
          <a:off x="0" y="0"/>
          <a:ext cx="0" cy="0"/>
          <a:chOff x="0" y="0"/>
          <a:chExt cx="0" cy="0"/>
        </a:xfrm>
      </p:grpSpPr>
      <p:sp>
        <p:nvSpPr>
          <p:cNvPr id="2053" name="Google Shape;2053;p5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4" name="Google Shape;2054;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8" name="Shape 2058"/>
        <p:cNvGrpSpPr/>
        <p:nvPr/>
      </p:nvGrpSpPr>
      <p:grpSpPr>
        <a:xfrm>
          <a:off x="0" y="0"/>
          <a:ext cx="0" cy="0"/>
          <a:chOff x="0" y="0"/>
          <a:chExt cx="0" cy="0"/>
        </a:xfrm>
      </p:grpSpPr>
      <p:sp>
        <p:nvSpPr>
          <p:cNvPr id="2059" name="Google Shape;2059;p5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0" name="Google Shape;2060;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7" name="Shape 2067"/>
        <p:cNvGrpSpPr/>
        <p:nvPr/>
      </p:nvGrpSpPr>
      <p:grpSpPr>
        <a:xfrm>
          <a:off x="0" y="0"/>
          <a:ext cx="0" cy="0"/>
          <a:chOff x="0" y="0"/>
          <a:chExt cx="0" cy="0"/>
        </a:xfrm>
      </p:grpSpPr>
      <p:sp>
        <p:nvSpPr>
          <p:cNvPr id="2068" name="Google Shape;2068;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9" name="Google Shape;2069;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This orange tone is not the sun, is a picture of the building in front.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3" name="Shape 2073"/>
        <p:cNvGrpSpPr/>
        <p:nvPr/>
      </p:nvGrpSpPr>
      <p:grpSpPr>
        <a:xfrm>
          <a:off x="0" y="0"/>
          <a:ext cx="0" cy="0"/>
          <a:chOff x="0" y="0"/>
          <a:chExt cx="0" cy="0"/>
        </a:xfrm>
      </p:grpSpPr>
      <p:sp>
        <p:nvSpPr>
          <p:cNvPr id="2074" name="Google Shape;2074;p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5" name="Google Shape;2075;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9" name="Shape 2079"/>
        <p:cNvGrpSpPr/>
        <p:nvPr/>
      </p:nvGrpSpPr>
      <p:grpSpPr>
        <a:xfrm>
          <a:off x="0" y="0"/>
          <a:ext cx="0" cy="0"/>
          <a:chOff x="0" y="0"/>
          <a:chExt cx="0" cy="0"/>
        </a:xfrm>
      </p:grpSpPr>
      <p:sp>
        <p:nvSpPr>
          <p:cNvPr id="2080" name="Google Shape;2080;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1" name="Google Shape;2081;p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Interpreting the images projected by the pinhole into a wall with an arbitrary geometry is not intuitive, specially when the camera obscura is created by some accidental arrangement. This, together with the low signal to noise ratio, makes that most images are interpreted as shadows by the untrained eye. These images become (pasan desapercibidas).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8" name="Shape 2088"/>
        <p:cNvGrpSpPr/>
        <p:nvPr/>
      </p:nvGrpSpPr>
      <p:grpSpPr>
        <a:xfrm>
          <a:off x="0" y="0"/>
          <a:ext cx="0" cy="0"/>
          <a:chOff x="0" y="0"/>
          <a:chExt cx="0" cy="0"/>
        </a:xfrm>
      </p:grpSpPr>
      <p:sp>
        <p:nvSpPr>
          <p:cNvPr id="2089" name="Google Shape;2089;p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0" name="Google Shape;2090;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5" name="Shape 2095"/>
        <p:cNvGrpSpPr/>
        <p:nvPr/>
      </p:nvGrpSpPr>
      <p:grpSpPr>
        <a:xfrm>
          <a:off x="0" y="0"/>
          <a:ext cx="0" cy="0"/>
          <a:chOff x="0" y="0"/>
          <a:chExt cx="0" cy="0"/>
        </a:xfrm>
      </p:grpSpPr>
      <p:sp>
        <p:nvSpPr>
          <p:cNvPr id="2096" name="Google Shape;2096;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7" name="Google Shape;2097;p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In general what you’re doing is convolving the image with an aperture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4" name="Shape 2114"/>
        <p:cNvGrpSpPr/>
        <p:nvPr/>
      </p:nvGrpSpPr>
      <p:grpSpPr>
        <a:xfrm>
          <a:off x="0" y="0"/>
          <a:ext cx="0" cy="0"/>
          <a:chOff x="0" y="0"/>
          <a:chExt cx="0" cy="0"/>
        </a:xfrm>
      </p:grpSpPr>
      <p:sp>
        <p:nvSpPr>
          <p:cNvPr id="2115" name="Google Shape;2115;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6" name="Google Shape;2116;p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Interestingly we can actually do the opposite. You can have an anti-pinhole. </a:t>
            </a:r>
            <a:endParaRPr/>
          </a:p>
          <a:p>
            <a:pPr indent="0" lvl="0" marL="0" rtl="0" algn="l">
              <a:lnSpc>
                <a:spcPct val="100000"/>
              </a:lnSpc>
              <a:spcBef>
                <a:spcPts val="400"/>
              </a:spcBef>
              <a:spcAft>
                <a:spcPts val="0"/>
              </a:spcAft>
              <a:buNone/>
            </a:pPr>
            <a:r>
              <a:rPr lang="en-US" sz="1200">
                <a:latin typeface="Calibri"/>
                <a:ea typeface="Calibri"/>
                <a:cs typeface="Calibri"/>
                <a:sym typeface="Calibri"/>
              </a:rPr>
              <a:t>Pinhole lets a small amount of light throug from a specific part of a scene. </a:t>
            </a:r>
            <a:endParaRPr/>
          </a:p>
          <a:p>
            <a:pPr indent="0" lvl="0" marL="0" rtl="0" algn="l">
              <a:lnSpc>
                <a:spcPct val="100000"/>
              </a:lnSpc>
              <a:spcBef>
                <a:spcPts val="400"/>
              </a:spcBef>
              <a:spcAft>
                <a:spcPts val="0"/>
              </a:spcAft>
              <a:buNone/>
            </a:pPr>
            <a:r>
              <a:rPr lang="en-US" sz="1200">
                <a:latin typeface="Calibri"/>
                <a:ea typeface="Calibri"/>
                <a:cs typeface="Calibri"/>
                <a:sym typeface="Calibri"/>
              </a:rPr>
              <a:t>If you have an open window and an obstruction, you get light from whole scene minus light from location.</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2" name="Shape 2162"/>
        <p:cNvGrpSpPr/>
        <p:nvPr/>
      </p:nvGrpSpPr>
      <p:grpSpPr>
        <a:xfrm>
          <a:off x="0" y="0"/>
          <a:ext cx="0" cy="0"/>
          <a:chOff x="0" y="0"/>
          <a:chExt cx="0" cy="0"/>
        </a:xfrm>
      </p:grpSpPr>
      <p:sp>
        <p:nvSpPr>
          <p:cNvPr id="2163" name="Google Shape;2163;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4" name="Google Shape;2164;p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And you can build cameras using anti-pinholes.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8" name="Shape 2178"/>
        <p:cNvGrpSpPr/>
        <p:nvPr/>
      </p:nvGrpSpPr>
      <p:grpSpPr>
        <a:xfrm>
          <a:off x="0" y="0"/>
          <a:ext cx="0" cy="0"/>
          <a:chOff x="0" y="0"/>
          <a:chExt cx="0" cy="0"/>
        </a:xfrm>
      </p:grpSpPr>
      <p:sp>
        <p:nvSpPr>
          <p:cNvPr id="2179" name="Google Shape;2179;p7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0" name="Google Shape;2180;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6" name="Shape 2186"/>
        <p:cNvGrpSpPr/>
        <p:nvPr/>
      </p:nvGrpSpPr>
      <p:grpSpPr>
        <a:xfrm>
          <a:off x="0" y="0"/>
          <a:ext cx="0" cy="0"/>
          <a:chOff x="0" y="0"/>
          <a:chExt cx="0" cy="0"/>
        </a:xfrm>
      </p:grpSpPr>
      <p:sp>
        <p:nvSpPr>
          <p:cNvPr id="2187" name="Google Shape;2187;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8" name="Google Shape;2188;p7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You take an open window.</a:t>
            </a:r>
            <a:endParaRPr/>
          </a:p>
          <a:p>
            <a:pPr indent="0" lvl="0" marL="0" rtl="0" algn="l">
              <a:lnSpc>
                <a:spcPct val="100000"/>
              </a:lnSpc>
              <a:spcBef>
                <a:spcPts val="400"/>
              </a:spcBef>
              <a:spcAft>
                <a:spcPts val="0"/>
              </a:spcAft>
              <a:buNone/>
            </a:pPr>
            <a:r>
              <a:rPr lang="en-US" sz="1200">
                <a:latin typeface="Calibri"/>
                <a:ea typeface="Calibri"/>
                <a:cs typeface="Calibri"/>
                <a:sym typeface="Calibri"/>
              </a:rPr>
              <a:t>You step in front of it to obstruct it.</a:t>
            </a:r>
            <a:endParaRPr/>
          </a:p>
          <a:p>
            <a:pPr indent="0" lvl="0" marL="0" rtl="0" algn="l">
              <a:lnSpc>
                <a:spcPct val="100000"/>
              </a:lnSpc>
              <a:spcBef>
                <a:spcPts val="400"/>
              </a:spcBef>
              <a:spcAft>
                <a:spcPts val="0"/>
              </a:spcAft>
              <a:buNone/>
            </a:pPr>
            <a:r>
              <a:rPr lang="en-US" sz="1200">
                <a:latin typeface="Calibri"/>
                <a:ea typeface="Calibri"/>
                <a:cs typeface="Calibri"/>
                <a:sym typeface="Calibri"/>
              </a:rPr>
              <a:t>Then you subtract one image from the other.</a:t>
            </a:r>
            <a:endParaRPr/>
          </a:p>
          <a:p>
            <a:pPr indent="0" lvl="0" marL="0" rtl="0" algn="l">
              <a:lnSpc>
                <a:spcPct val="100000"/>
              </a:lnSpc>
              <a:spcBef>
                <a:spcPts val="400"/>
              </a:spcBef>
              <a:spcAft>
                <a:spcPts val="0"/>
              </a:spcAft>
              <a:buNone/>
            </a:pPr>
            <a:r>
              <a:rPr lang="en-US" sz="1200">
                <a:latin typeface="Calibri"/>
                <a:ea typeface="Calibri"/>
                <a:cs typeface="Calibri"/>
                <a:sym typeface="Calibri"/>
              </a:rPr>
              <a:t>Remember, at this point in the open window we have the light from everywhere.</a:t>
            </a:r>
            <a:endParaRPr/>
          </a:p>
          <a:p>
            <a:pPr indent="0" lvl="0" marL="0" rtl="0" algn="l">
              <a:lnSpc>
                <a:spcPct val="100000"/>
              </a:lnSpc>
              <a:spcBef>
                <a:spcPts val="400"/>
              </a:spcBef>
              <a:spcAft>
                <a:spcPts val="0"/>
              </a:spcAft>
              <a:buNone/>
            </a:pPr>
            <a:r>
              <a:rPr lang="en-US" sz="1200">
                <a:latin typeface="Calibri"/>
                <a:ea typeface="Calibri"/>
                <a:cs typeface="Calibri"/>
                <a:sym typeface="Calibri"/>
              </a:rPr>
              <a:t>Here, we have the light from everywhere except one location.</a:t>
            </a:r>
            <a:endParaRPr/>
          </a:p>
          <a:p>
            <a:pPr indent="0" lvl="0" marL="0" rtl="0" algn="l">
              <a:lnSpc>
                <a:spcPct val="100000"/>
              </a:lnSpc>
              <a:spcBef>
                <a:spcPts val="400"/>
              </a:spcBef>
              <a:spcAft>
                <a:spcPts val="0"/>
              </a:spcAft>
              <a:buNone/>
            </a:pPr>
            <a:r>
              <a:rPr lang="en-US" sz="1200">
                <a:latin typeface="Calibri"/>
                <a:ea typeface="Calibri"/>
                <a:cs typeface="Calibri"/>
                <a:sym typeface="Calibri"/>
              </a:rPr>
              <a:t>Subtracting the two gives us an image.</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9" name="Shape 2239"/>
        <p:cNvGrpSpPr/>
        <p:nvPr/>
      </p:nvGrpSpPr>
      <p:grpSpPr>
        <a:xfrm>
          <a:off x="0" y="0"/>
          <a:ext cx="0" cy="0"/>
          <a:chOff x="0" y="0"/>
          <a:chExt cx="0" cy="0"/>
        </a:xfrm>
      </p:grpSpPr>
      <p:sp>
        <p:nvSpPr>
          <p:cNvPr id="2240" name="Google Shape;2240;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1" name="Google Shape;2241;p7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I can not make the recovered image look better to show you that it is a good match, but I can make the real image look worst.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2" name="Shape 2252"/>
        <p:cNvGrpSpPr/>
        <p:nvPr/>
      </p:nvGrpSpPr>
      <p:grpSpPr>
        <a:xfrm>
          <a:off x="0" y="0"/>
          <a:ext cx="0" cy="0"/>
          <a:chOff x="0" y="0"/>
          <a:chExt cx="0" cy="0"/>
        </a:xfrm>
      </p:grpSpPr>
      <p:sp>
        <p:nvSpPr>
          <p:cNvPr id="2253" name="Google Shape;2253;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4" name="Google Shape;2254;p7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And you can do better with a tiny obstruction.</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1" name="Shape 2281"/>
        <p:cNvGrpSpPr/>
        <p:nvPr/>
      </p:nvGrpSpPr>
      <p:grpSpPr>
        <a:xfrm>
          <a:off x="0" y="0"/>
          <a:ext cx="0" cy="0"/>
          <a:chOff x="0" y="0"/>
          <a:chExt cx="0" cy="0"/>
        </a:xfrm>
      </p:grpSpPr>
      <p:sp>
        <p:nvSpPr>
          <p:cNvPr id="2282" name="Google Shape;2282;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3" name="Google Shape;2283;p8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Something interesting is happening here. We’re getting a 2D image of a 3D structure.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4" name="Shape 2294"/>
        <p:cNvGrpSpPr/>
        <p:nvPr/>
      </p:nvGrpSpPr>
      <p:grpSpPr>
        <a:xfrm>
          <a:off x="0" y="0"/>
          <a:ext cx="0" cy="0"/>
          <a:chOff x="0" y="0"/>
          <a:chExt cx="0" cy="0"/>
        </a:xfrm>
      </p:grpSpPr>
      <p:sp>
        <p:nvSpPr>
          <p:cNvPr id="2295" name="Google Shape;2295;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6" name="Google Shape;2296;p8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Something interesting is happening here. We’re getting a 2D image of a 3D structure. </a:t>
            </a:r>
            <a:endParaRPr/>
          </a:p>
          <a:p>
            <a:pPr indent="0" lvl="0" marL="0" rtl="0" algn="l">
              <a:lnSpc>
                <a:spcPct val="117999"/>
              </a:lnSpc>
              <a:spcBef>
                <a:spcPts val="0"/>
              </a:spcBef>
              <a:spcAft>
                <a:spcPts val="0"/>
              </a:spcAft>
              <a:buNone/>
            </a:pPr>
            <a:r>
              <a:rPr lang="en-US" sz="2200">
                <a:latin typeface="Helvetica Neue"/>
                <a:ea typeface="Helvetica Neue"/>
                <a:cs typeface="Helvetica Neue"/>
                <a:sym typeface="Helvetica Neue"/>
              </a:rPr>
              <a:t>Let’s try to understand this better. What are we missing?</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7" name="Shape 2307"/>
        <p:cNvGrpSpPr/>
        <p:nvPr/>
      </p:nvGrpSpPr>
      <p:grpSpPr>
        <a:xfrm>
          <a:off x="0" y="0"/>
          <a:ext cx="0" cy="0"/>
          <a:chOff x="0" y="0"/>
          <a:chExt cx="0" cy="0"/>
        </a:xfrm>
      </p:grpSpPr>
      <p:sp>
        <p:nvSpPr>
          <p:cNvPr id="2308" name="Google Shape;2308;p8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9" name="Google Shape;2309;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1" name="Shape 2321"/>
        <p:cNvGrpSpPr/>
        <p:nvPr/>
      </p:nvGrpSpPr>
      <p:grpSpPr>
        <a:xfrm>
          <a:off x="0" y="0"/>
          <a:ext cx="0" cy="0"/>
          <a:chOff x="0" y="0"/>
          <a:chExt cx="0" cy="0"/>
        </a:xfrm>
      </p:grpSpPr>
      <p:sp>
        <p:nvSpPr>
          <p:cNvPr id="2322" name="Google Shape;2322;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3" name="Google Shape;2323;p8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Of course it’s ambiguous. A lot of artists exploit this.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9" name="Shape 2329"/>
        <p:cNvGrpSpPr/>
        <p:nvPr/>
      </p:nvGrpSpPr>
      <p:grpSpPr>
        <a:xfrm>
          <a:off x="0" y="0"/>
          <a:ext cx="0" cy="0"/>
          <a:chOff x="0" y="0"/>
          <a:chExt cx="0" cy="0"/>
        </a:xfrm>
      </p:grpSpPr>
      <p:sp>
        <p:nvSpPr>
          <p:cNvPr id="2330" name="Google Shape;2330;p8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1" name="Google Shape;2331;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7" name="Shape 2337"/>
        <p:cNvGrpSpPr/>
        <p:nvPr/>
      </p:nvGrpSpPr>
      <p:grpSpPr>
        <a:xfrm>
          <a:off x="0" y="0"/>
          <a:ext cx="0" cy="0"/>
          <a:chOff x="0" y="0"/>
          <a:chExt cx="0" cy="0"/>
        </a:xfrm>
      </p:grpSpPr>
      <p:sp>
        <p:nvSpPr>
          <p:cNvPr id="2338" name="Google Shape;2338;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9" name="Google Shape;2339;p8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And your brain is exploiting all sorts of subtle cues to give you the impression of 3D</a:t>
            </a:r>
            <a:endParaRPr/>
          </a:p>
          <a:p>
            <a:pPr indent="0" lvl="0" marL="0" rtl="0" algn="l">
              <a:lnSpc>
                <a:spcPct val="100000"/>
              </a:lnSpc>
              <a:spcBef>
                <a:spcPts val="0"/>
              </a:spcBef>
              <a:spcAft>
                <a:spcPts val="0"/>
              </a:spcAft>
              <a:buNone/>
            </a:pPr>
            <a:r>
              <a:rPr lang="en-US" sz="1200">
                <a:latin typeface="Calibri"/>
                <a:ea typeface="Calibri"/>
                <a:cs typeface="Calibri"/>
                <a:sym typeface="Calibri"/>
              </a:rPr>
              <a:t>This is really deeply embedded in our visual systems.</a:t>
            </a:r>
            <a:endParaRPr/>
          </a:p>
          <a:p>
            <a:pPr indent="0" lvl="0" marL="0" rtl="0" algn="l">
              <a:lnSpc>
                <a:spcPct val="100000"/>
              </a:lnSpc>
              <a:spcBef>
                <a:spcPts val="0"/>
              </a:spcBef>
              <a:spcAft>
                <a:spcPts val="0"/>
              </a:spcAft>
              <a:buNone/>
            </a:pPr>
            <a:r>
              <a:rPr lang="en-US" sz="1200">
                <a:latin typeface="Calibri"/>
                <a:ea typeface="Calibri"/>
                <a:cs typeface="Calibri"/>
                <a:sym typeface="Calibri"/>
              </a:rPr>
              <a:t>Probably see these two lines as being the same length.</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3" name="Shape 2353"/>
        <p:cNvGrpSpPr/>
        <p:nvPr/>
      </p:nvGrpSpPr>
      <p:grpSpPr>
        <a:xfrm>
          <a:off x="0" y="0"/>
          <a:ext cx="0" cy="0"/>
          <a:chOff x="0" y="0"/>
          <a:chExt cx="0" cy="0"/>
        </a:xfrm>
      </p:grpSpPr>
      <p:sp>
        <p:nvSpPr>
          <p:cNvPr id="2354" name="Google Shape;2354;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5" name="Google Shape;2355;p9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And your brain is exploiting all sorts of subtle cues to give you the impression of 3D</a:t>
            </a:r>
            <a:endParaRPr/>
          </a:p>
          <a:p>
            <a:pPr indent="0" lvl="0" marL="0" rtl="0" algn="l">
              <a:lnSpc>
                <a:spcPct val="100000"/>
              </a:lnSpc>
              <a:spcBef>
                <a:spcPts val="0"/>
              </a:spcBef>
              <a:spcAft>
                <a:spcPts val="0"/>
              </a:spcAft>
              <a:buNone/>
            </a:pPr>
            <a:r>
              <a:rPr lang="en-US" sz="1200">
                <a:latin typeface="Calibri"/>
                <a:ea typeface="Calibri"/>
                <a:cs typeface="Calibri"/>
                <a:sym typeface="Calibri"/>
              </a:rPr>
              <a:t>This is really deeply embedded in our visual systems.</a:t>
            </a:r>
            <a:endParaRPr/>
          </a:p>
          <a:p>
            <a:pPr indent="0" lvl="0" marL="0" rtl="0" algn="l">
              <a:lnSpc>
                <a:spcPct val="100000"/>
              </a:lnSpc>
              <a:spcBef>
                <a:spcPts val="0"/>
              </a:spcBef>
              <a:spcAft>
                <a:spcPts val="0"/>
              </a:spcAft>
              <a:buNone/>
            </a:pPr>
            <a:r>
              <a:rPr lang="en-US" sz="1200">
                <a:latin typeface="Calibri"/>
                <a:ea typeface="Calibri"/>
                <a:cs typeface="Calibri"/>
                <a:sym typeface="Calibri"/>
              </a:rPr>
              <a:t>Probably see these two lines as being the same length.</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5" name="Shape 2375"/>
        <p:cNvGrpSpPr/>
        <p:nvPr/>
      </p:nvGrpSpPr>
      <p:grpSpPr>
        <a:xfrm>
          <a:off x="0" y="0"/>
          <a:ext cx="0" cy="0"/>
          <a:chOff x="0" y="0"/>
          <a:chExt cx="0" cy="0"/>
        </a:xfrm>
      </p:grpSpPr>
      <p:sp>
        <p:nvSpPr>
          <p:cNvPr id="2376" name="Google Shape;2376;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7" name="Google Shape;2377;p9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400">
                <a:latin typeface="Calibri"/>
                <a:ea typeface="Calibri"/>
                <a:cs typeface="Calibri"/>
                <a:sym typeface="Calibri"/>
              </a:rPr>
              <a:t>Let’s think geometrically about what’s going on. </a:t>
            </a:r>
            <a:endParaRPr/>
          </a:p>
          <a:p>
            <a:pPr indent="0" lvl="0" marL="0" rtl="0" algn="l">
              <a:lnSpc>
                <a:spcPct val="100000"/>
              </a:lnSpc>
              <a:spcBef>
                <a:spcPts val="0"/>
              </a:spcBef>
              <a:spcAft>
                <a:spcPts val="0"/>
              </a:spcAft>
              <a:buNone/>
            </a:pPr>
            <a:r>
              <a:rPr lang="en-US" sz="1400">
                <a:latin typeface="Calibri"/>
                <a:ea typeface="Calibri"/>
                <a:cs typeface="Calibri"/>
                <a:sym typeface="Calibri"/>
              </a:rPr>
              <a:t>We know that this would give us an upside down image. [draw]</a:t>
            </a:r>
            <a:endParaRPr/>
          </a:p>
          <a:p>
            <a:pPr indent="0" lvl="0" marL="0" rtl="0" algn="l">
              <a:lnSpc>
                <a:spcPct val="100000"/>
              </a:lnSpc>
              <a:spcBef>
                <a:spcPts val="0"/>
              </a:spcBef>
              <a:spcAft>
                <a:spcPts val="0"/>
              </a:spcAft>
              <a:buNone/>
            </a:pPr>
            <a:r>
              <a:rPr lang="en-US" sz="1400">
                <a:latin typeface="Calibri"/>
                <a:ea typeface="Calibri"/>
                <a:cs typeface="Calibri"/>
                <a:sym typeface="Calibri"/>
              </a:rPr>
              <a:t>This way the image is right-side-up. But it’s kind of confusing to think of things as being upside down. So let’s flip and rotate it again as a virtual image just like we saw before.</a:t>
            </a:r>
            <a:endParaRPr/>
          </a:p>
          <a:p>
            <a:pPr indent="0" lvl="0" marL="0" rtl="0" algn="l">
              <a:lnSpc>
                <a:spcPct val="100000"/>
              </a:lnSpc>
              <a:spcBef>
                <a:spcPts val="0"/>
              </a:spcBef>
              <a:spcAft>
                <a:spcPts val="0"/>
              </a:spcAft>
              <a:buNone/>
            </a:pPr>
            <a:r>
              <a:rPr lang="en-US" sz="1400">
                <a:latin typeface="Calibri"/>
                <a:ea typeface="Calibri"/>
                <a:cs typeface="Calibri"/>
                <a:sym typeface="Calibri"/>
              </a:rPr>
              <a:t>There’s a really important physical parameter here, the focal length. That’s the distance from the center of projection to the film.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8" name="Shape 2408"/>
        <p:cNvGrpSpPr/>
        <p:nvPr/>
      </p:nvGrpSpPr>
      <p:grpSpPr>
        <a:xfrm>
          <a:off x="0" y="0"/>
          <a:ext cx="0" cy="0"/>
          <a:chOff x="0" y="0"/>
          <a:chExt cx="0" cy="0"/>
        </a:xfrm>
      </p:grpSpPr>
      <p:sp>
        <p:nvSpPr>
          <p:cNvPr id="2409" name="Google Shape;2409;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0" name="Google Shape;2410;p9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000">
                <a:latin typeface="Calibri"/>
                <a:ea typeface="Calibri"/>
                <a:cs typeface="Calibri"/>
                <a:sym typeface="Calibri"/>
              </a:rPr>
              <a:t>We can ask where a point in 3D ends up getting projected to in 2D. </a:t>
            </a:r>
            <a:endParaRPr/>
          </a:p>
          <a:p>
            <a:pPr indent="0" lvl="0" marL="0" rtl="0" algn="l">
              <a:lnSpc>
                <a:spcPct val="100000"/>
              </a:lnSpc>
              <a:spcBef>
                <a:spcPts val="0"/>
              </a:spcBef>
              <a:spcAft>
                <a:spcPts val="0"/>
              </a:spcAft>
              <a:buNone/>
            </a:pPr>
            <a:r>
              <a:rPr lang="en-US" sz="1000">
                <a:latin typeface="Calibri"/>
                <a:ea typeface="Calibri"/>
                <a:cs typeface="Calibri"/>
                <a:sym typeface="Calibri"/>
              </a:rPr>
              <a:t>You can ask how a point in 3D (x, y, z) ends up on the image.</a:t>
            </a:r>
            <a:endParaRPr/>
          </a:p>
          <a:p>
            <a:pPr indent="0" lvl="0" marL="0" rtl="0" algn="l">
              <a:lnSpc>
                <a:spcPct val="100000"/>
              </a:lnSpc>
              <a:spcBef>
                <a:spcPts val="0"/>
              </a:spcBef>
              <a:spcAft>
                <a:spcPts val="0"/>
              </a:spcAft>
              <a:buNone/>
            </a:pPr>
            <a:r>
              <a:rPr lang="en-US" sz="1000">
                <a:latin typeface="Calibri"/>
                <a:ea typeface="Calibri"/>
                <a:cs typeface="Calibri"/>
                <a:sym typeface="Calibri"/>
              </a:rPr>
              <a:t>x’ / f = x / z -&gt; x’ = f x/z</a:t>
            </a:r>
            <a:endParaRPr/>
          </a:p>
          <a:p>
            <a:pPr indent="0" lvl="0" marL="0" rtl="0" algn="l">
              <a:lnSpc>
                <a:spcPct val="100000"/>
              </a:lnSpc>
              <a:spcBef>
                <a:spcPts val="0"/>
              </a:spcBef>
              <a:spcAft>
                <a:spcPts val="0"/>
              </a:spcAft>
              <a:buNone/>
            </a:pPr>
            <a:r>
              <a:rPr lang="en-US" sz="1000">
                <a:latin typeface="Calibri"/>
                <a:ea typeface="Calibri"/>
                <a:cs typeface="Calibri"/>
                <a:sym typeface="Calibri"/>
              </a:rPr>
              <a:t>This way the image is right-side-up</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3" name="Shape 2443"/>
        <p:cNvGrpSpPr/>
        <p:nvPr/>
      </p:nvGrpSpPr>
      <p:grpSpPr>
        <a:xfrm>
          <a:off x="0" y="0"/>
          <a:ext cx="0" cy="0"/>
          <a:chOff x="0" y="0"/>
          <a:chExt cx="0" cy="0"/>
        </a:xfrm>
      </p:grpSpPr>
      <p:sp>
        <p:nvSpPr>
          <p:cNvPr id="2444" name="Google Shape;2444;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5" name="Google Shape;2445;p9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Let’s derive this here. Let’s only look at the Y coordinate. </a:t>
            </a:r>
            <a:endParaRPr/>
          </a:p>
          <a:p>
            <a:pPr indent="0" lvl="0" marL="0" rtl="0" algn="l">
              <a:lnSpc>
                <a:spcPct val="100000"/>
              </a:lnSpc>
              <a:spcBef>
                <a:spcPts val="400"/>
              </a:spcBef>
              <a:spcAft>
                <a:spcPts val="0"/>
              </a:spcAft>
              <a:buNone/>
            </a:pPr>
            <a:r>
              <a:rPr lang="en-US" sz="1200">
                <a:latin typeface="Calibri"/>
                <a:ea typeface="Calibri"/>
                <a:cs typeface="Calibri"/>
                <a:sym typeface="Calibri"/>
              </a:rPr>
              <a:t>We’ll draw a ray </a:t>
            </a:r>
            <a:endParaRPr/>
          </a:p>
          <a:p>
            <a:pPr indent="0" lvl="0" marL="0" rtl="0" algn="l">
              <a:lnSpc>
                <a:spcPct val="100000"/>
              </a:lnSpc>
              <a:spcBef>
                <a:spcPts val="400"/>
              </a:spcBef>
              <a:spcAft>
                <a:spcPts val="0"/>
              </a:spcAft>
              <a:buNone/>
            </a:pPr>
            <a:r>
              <a:rPr lang="en-US" sz="1200">
                <a:latin typeface="Calibri"/>
                <a:ea typeface="Calibri"/>
                <a:cs typeface="Calibri"/>
                <a:sym typeface="Calibri"/>
              </a:rPr>
              <a:t>Kind of clunky. We’re going to have to divide by Z</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9" name="Shape 2459"/>
        <p:cNvGrpSpPr/>
        <p:nvPr/>
      </p:nvGrpSpPr>
      <p:grpSpPr>
        <a:xfrm>
          <a:off x="0" y="0"/>
          <a:ext cx="0" cy="0"/>
          <a:chOff x="0" y="0"/>
          <a:chExt cx="0" cy="0"/>
        </a:xfrm>
      </p:grpSpPr>
      <p:sp>
        <p:nvSpPr>
          <p:cNvPr id="2460" name="Google Shape;2460;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1" name="Google Shape;2461;p9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Let’s derive this here. Let’s only look at the Y coordinate. </a:t>
            </a:r>
            <a:endParaRPr/>
          </a:p>
          <a:p>
            <a:pPr indent="0" lvl="0" marL="0" rtl="0" algn="l">
              <a:lnSpc>
                <a:spcPct val="100000"/>
              </a:lnSpc>
              <a:spcBef>
                <a:spcPts val="400"/>
              </a:spcBef>
              <a:spcAft>
                <a:spcPts val="0"/>
              </a:spcAft>
              <a:buNone/>
            </a:pPr>
            <a:r>
              <a:rPr lang="en-US" sz="1200">
                <a:latin typeface="Calibri"/>
                <a:ea typeface="Calibri"/>
                <a:cs typeface="Calibri"/>
                <a:sym typeface="Calibri"/>
              </a:rPr>
              <a:t>We’ll draw a ray </a:t>
            </a:r>
            <a:endParaRPr/>
          </a:p>
          <a:p>
            <a:pPr indent="0" lvl="0" marL="0" rtl="0" algn="l">
              <a:lnSpc>
                <a:spcPct val="100000"/>
              </a:lnSpc>
              <a:spcBef>
                <a:spcPts val="400"/>
              </a:spcBef>
              <a:spcAft>
                <a:spcPts val="0"/>
              </a:spcAft>
              <a:buNone/>
            </a:pPr>
            <a:r>
              <a:rPr lang="en-US" sz="1200">
                <a:latin typeface="Calibri"/>
                <a:ea typeface="Calibri"/>
                <a:cs typeface="Calibri"/>
                <a:sym typeface="Calibri"/>
              </a:rPr>
              <a:t>Kind of clunky. We’re going to have to divide by Z</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2" name="Shape 2482"/>
        <p:cNvGrpSpPr/>
        <p:nvPr/>
      </p:nvGrpSpPr>
      <p:grpSpPr>
        <a:xfrm>
          <a:off x="0" y="0"/>
          <a:ext cx="0" cy="0"/>
          <a:chOff x="0" y="0"/>
          <a:chExt cx="0" cy="0"/>
        </a:xfrm>
      </p:grpSpPr>
      <p:sp>
        <p:nvSpPr>
          <p:cNvPr id="2483" name="Google Shape;2483;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4" name="Google Shape;2484;p9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Let’s use a trick kind of like the one we’ve already seen in machine learning. </a:t>
            </a:r>
            <a:endParaRPr/>
          </a:p>
          <a:p>
            <a:pPr indent="0" lvl="0" marL="0" rtl="0" algn="l">
              <a:lnSpc>
                <a:spcPct val="100000"/>
              </a:lnSpc>
              <a:spcBef>
                <a:spcPts val="0"/>
              </a:spcBef>
              <a:spcAft>
                <a:spcPts val="0"/>
              </a:spcAft>
              <a:buNone/>
            </a:pPr>
            <a:r>
              <a:rPr lang="en-US" sz="1200">
                <a:latin typeface="Calibri"/>
                <a:ea typeface="Calibri"/>
                <a:cs typeface="Calibri"/>
                <a:sym typeface="Calibri"/>
              </a:rPr>
              <a:t>We’ll just tack on an extra coordinate</a:t>
            </a:r>
            <a:endParaRPr/>
          </a:p>
          <a:p>
            <a:pPr indent="0" lvl="0" marL="0" rtl="0" algn="l">
              <a:lnSpc>
                <a:spcPct val="100000"/>
              </a:lnSpc>
              <a:spcBef>
                <a:spcPts val="0"/>
              </a:spcBef>
              <a:spcAft>
                <a:spcPts val="0"/>
              </a:spcAft>
              <a:buNone/>
            </a:pPr>
            <a:r>
              <a:rPr lang="en-US" sz="1200">
                <a:latin typeface="Calibri"/>
                <a:ea typeface="Calibri"/>
                <a:cs typeface="Calibri"/>
                <a:sym typeface="Calibri"/>
              </a:rPr>
              <a:t>We’ll call this point a homogeneous image coordinate.</a:t>
            </a:r>
            <a:endParaRPr/>
          </a:p>
          <a:p>
            <a:pPr indent="0" lvl="0" marL="0" rtl="0" algn="l">
              <a:lnSpc>
                <a:spcPct val="100000"/>
              </a:lnSpc>
              <a:spcBef>
                <a:spcPts val="0"/>
              </a:spcBef>
              <a:spcAft>
                <a:spcPts val="0"/>
              </a:spcAft>
              <a:buNone/>
            </a:pPr>
            <a:r>
              <a:rPr lang="en-US" sz="1200">
                <a:latin typeface="Calibri"/>
                <a:ea typeface="Calibri"/>
                <a:cs typeface="Calibri"/>
                <a:sym typeface="Calibri"/>
              </a:rPr>
              <a:t>Now we’ll make a rule: to go from homogeneous coordinates to image coordinates, we’ll divide by whatever  that last value, w, is.</a:t>
            </a:r>
            <a:endParaRPr/>
          </a:p>
          <a:p>
            <a:pPr indent="0" lvl="0" marL="0" rtl="0" algn="l">
              <a:lnSpc>
                <a:spcPct val="100000"/>
              </a:lnSpc>
              <a:spcBef>
                <a:spcPts val="0"/>
              </a:spcBef>
              <a:spcAft>
                <a:spcPts val="0"/>
              </a:spcAft>
              <a:buNone/>
            </a:pPr>
            <a:r>
              <a:rPr lang="en-US" sz="1200">
                <a:latin typeface="Calibri"/>
                <a:ea typeface="Calibri"/>
                <a:cs typeface="Calibri"/>
                <a:sym typeface="Calibri"/>
              </a:rPr>
              <a:t>If w = 1, we throw it away</a:t>
            </a:r>
            <a:endParaRPr/>
          </a:p>
          <a:p>
            <a:pPr indent="0" lvl="0" marL="0" rtl="0" algn="l">
              <a:lnSpc>
                <a:spcPct val="100000"/>
              </a:lnSpc>
              <a:spcBef>
                <a:spcPts val="0"/>
              </a:spcBef>
              <a:spcAft>
                <a:spcPts val="0"/>
              </a:spcAft>
              <a:buNone/>
            </a:pPr>
            <a:r>
              <a:rPr lang="en-US" sz="1200">
                <a:latin typeface="Calibri"/>
                <a:ea typeface="Calibri"/>
                <a:cs typeface="Calibri"/>
                <a:sym typeface="Calibri"/>
              </a:rPr>
              <a:t>Geometrically what’s going on here is we’ll normalize the vector to be at z=1</a:t>
            </a:r>
            <a:endParaRPr/>
          </a:p>
          <a:p>
            <a:pPr indent="0" lvl="0" marL="0" rtl="0" algn="l">
              <a:lnSpc>
                <a:spcPct val="100000"/>
              </a:lnSpc>
              <a:spcBef>
                <a:spcPts val="0"/>
              </a:spcBef>
              <a:spcAft>
                <a:spcPts val="0"/>
              </a:spcAft>
              <a:buNone/>
            </a:pPr>
            <a:r>
              <a:rPr lang="en-US" sz="1200">
                <a:latin typeface="Calibri"/>
                <a:ea typeface="Calibri"/>
                <a:cs typeface="Calibri"/>
                <a:sym typeface="Calibri"/>
              </a:rPr>
              <a:t>We’ll see in a second that this helps us solve our problem.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0" name="Shape 2510"/>
        <p:cNvGrpSpPr/>
        <p:nvPr/>
      </p:nvGrpSpPr>
      <p:grpSpPr>
        <a:xfrm>
          <a:off x="0" y="0"/>
          <a:ext cx="0" cy="0"/>
          <a:chOff x="0" y="0"/>
          <a:chExt cx="0" cy="0"/>
        </a:xfrm>
      </p:grpSpPr>
      <p:sp>
        <p:nvSpPr>
          <p:cNvPr id="2511" name="Google Shape;2511;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2" name="Google Shape;2512;p10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But it also has a lot of other nice properties.</a:t>
            </a:r>
            <a:endParaRPr/>
          </a:p>
          <a:p>
            <a:pPr indent="0" lvl="0" marL="0" rtl="0" algn="l">
              <a:lnSpc>
                <a:spcPct val="100000"/>
              </a:lnSpc>
              <a:spcBef>
                <a:spcPts val="0"/>
              </a:spcBef>
              <a:spcAft>
                <a:spcPts val="0"/>
              </a:spcAft>
              <a:buNone/>
            </a:pPr>
            <a:r>
              <a:rPr lang="en-US" sz="1200">
                <a:latin typeface="Calibri"/>
                <a:ea typeface="Calibri"/>
                <a:cs typeface="Calibri"/>
                <a:sym typeface="Calibri"/>
              </a:rPr>
              <a:t>It lets us</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0" name="Shape 2520"/>
        <p:cNvGrpSpPr/>
        <p:nvPr/>
      </p:nvGrpSpPr>
      <p:grpSpPr>
        <a:xfrm>
          <a:off x="0" y="0"/>
          <a:ext cx="0" cy="0"/>
          <a:chOff x="0" y="0"/>
          <a:chExt cx="0" cy="0"/>
        </a:xfrm>
      </p:grpSpPr>
      <p:sp>
        <p:nvSpPr>
          <p:cNvPr id="2521" name="Google Shape;2521;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2" name="Google Shape;2522;p10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It also lets us represent affine transformations.</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2" name="Shape 2532"/>
        <p:cNvGrpSpPr/>
        <p:nvPr/>
      </p:nvGrpSpPr>
      <p:grpSpPr>
        <a:xfrm>
          <a:off x="0" y="0"/>
          <a:ext cx="0" cy="0"/>
          <a:chOff x="0" y="0"/>
          <a:chExt cx="0" cy="0"/>
        </a:xfrm>
      </p:grpSpPr>
      <p:sp>
        <p:nvSpPr>
          <p:cNvPr id="2533" name="Google Shape;2533;p10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4" name="Google Shape;2534;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7" name="Shape 2547"/>
        <p:cNvGrpSpPr/>
        <p:nvPr/>
      </p:nvGrpSpPr>
      <p:grpSpPr>
        <a:xfrm>
          <a:off x="0" y="0"/>
          <a:ext cx="0" cy="0"/>
          <a:chOff x="0" y="0"/>
          <a:chExt cx="0" cy="0"/>
        </a:xfrm>
      </p:grpSpPr>
      <p:sp>
        <p:nvSpPr>
          <p:cNvPr id="2548" name="Google Shape;2548;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9" name="Google Shape;2549;p10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a:t>
            </a:r>
            <a:endParaRPr/>
          </a:p>
          <a:p>
            <a:pPr indent="0" lvl="0" marL="0" rtl="0" algn="l">
              <a:lnSpc>
                <a:spcPct val="100000"/>
              </a:lnSpc>
              <a:spcBef>
                <a:spcPts val="0"/>
              </a:spcBef>
              <a:spcAft>
                <a:spcPts val="0"/>
              </a:spcAft>
              <a:buNone/>
            </a:pPr>
            <a:r>
              <a:rPr lang="en-US" sz="1200">
                <a:latin typeface="Calibri"/>
                <a:ea typeface="Calibri"/>
                <a:cs typeface="Calibri"/>
                <a:sym typeface="Calibri"/>
              </a:rPr>
              <a:t>\begin{bmatrix}</a:t>
            </a:r>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rPr lang="en-US" sz="1200">
                <a:latin typeface="Calibri"/>
                <a:ea typeface="Calibri"/>
                <a:cs typeface="Calibri"/>
                <a:sym typeface="Calibri"/>
              </a:rPr>
              <a:t>1 &amp; 0 &amp; 0 &amp; 0 \\</a:t>
            </a:r>
            <a:endParaRPr/>
          </a:p>
          <a:p>
            <a:pPr indent="0" lvl="0" marL="0" rtl="0" algn="l">
              <a:lnSpc>
                <a:spcPct val="100000"/>
              </a:lnSpc>
              <a:spcBef>
                <a:spcPts val="0"/>
              </a:spcBef>
              <a:spcAft>
                <a:spcPts val="0"/>
              </a:spcAft>
              <a:buNone/>
            </a:pPr>
            <a:r>
              <a:rPr lang="en-US" sz="1200">
                <a:latin typeface="Calibri"/>
                <a:ea typeface="Calibri"/>
                <a:cs typeface="Calibri"/>
                <a:sym typeface="Calibri"/>
              </a:rPr>
              <a:t>0 &amp; 1 &amp; 0 &amp; 0 \\</a:t>
            </a:r>
            <a:endParaRPr/>
          </a:p>
          <a:p>
            <a:pPr indent="0" lvl="0" marL="0" rtl="0" algn="l">
              <a:lnSpc>
                <a:spcPct val="100000"/>
              </a:lnSpc>
              <a:spcBef>
                <a:spcPts val="0"/>
              </a:spcBef>
              <a:spcAft>
                <a:spcPts val="0"/>
              </a:spcAft>
              <a:buNone/>
            </a:pPr>
            <a:r>
              <a:rPr lang="en-US" sz="1200">
                <a:latin typeface="Calibri"/>
                <a:ea typeface="Calibri"/>
                <a:cs typeface="Calibri"/>
                <a:sym typeface="Calibri"/>
              </a:rPr>
              <a:t>0 &amp; 0 &amp; 1/f &amp; 0</a:t>
            </a:r>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rPr lang="en-US" sz="1200">
                <a:latin typeface="Calibri"/>
                <a:ea typeface="Calibri"/>
                <a:cs typeface="Calibri"/>
                <a:sym typeface="Calibri"/>
              </a:rPr>
              <a:t>\end{bmatrix}</a:t>
            </a:r>
            <a:endParaRPr/>
          </a:p>
          <a:p>
            <a:pPr indent="0" lvl="0" marL="0" rtl="0" algn="l">
              <a:lnSpc>
                <a:spcPct val="100000"/>
              </a:lnSpc>
              <a:spcBef>
                <a:spcPts val="0"/>
              </a:spcBef>
              <a:spcAft>
                <a:spcPts val="0"/>
              </a:spcAft>
              <a:buNone/>
            </a:pPr>
            <a:r>
              <a:rPr lang="en-US" sz="1200">
                <a:latin typeface="Calibri"/>
                <a:ea typeface="Calibri"/>
                <a:cs typeface="Calibri"/>
                <a:sym typeface="Calibri"/>
              </a:rPr>
              <a:t>\begin{bmatrix}</a:t>
            </a:r>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rPr lang="en-US" sz="1200">
                <a:latin typeface="Calibri"/>
                <a:ea typeface="Calibri"/>
                <a:cs typeface="Calibri"/>
                <a:sym typeface="Calibri"/>
              </a:rPr>
              <a:t>x \\</a:t>
            </a:r>
            <a:endParaRPr/>
          </a:p>
          <a:p>
            <a:pPr indent="0" lvl="0" marL="0" rtl="0" algn="l">
              <a:lnSpc>
                <a:spcPct val="100000"/>
              </a:lnSpc>
              <a:spcBef>
                <a:spcPts val="0"/>
              </a:spcBef>
              <a:spcAft>
                <a:spcPts val="0"/>
              </a:spcAft>
              <a:buNone/>
            </a:pPr>
            <a:r>
              <a:rPr lang="en-US" sz="1200">
                <a:latin typeface="Calibri"/>
                <a:ea typeface="Calibri"/>
                <a:cs typeface="Calibri"/>
                <a:sym typeface="Calibri"/>
              </a:rPr>
              <a:t>y \\</a:t>
            </a:r>
            <a:endParaRPr/>
          </a:p>
          <a:p>
            <a:pPr indent="0" lvl="0" marL="0" rtl="0" algn="l">
              <a:lnSpc>
                <a:spcPct val="100000"/>
              </a:lnSpc>
              <a:spcBef>
                <a:spcPts val="0"/>
              </a:spcBef>
              <a:spcAft>
                <a:spcPts val="0"/>
              </a:spcAft>
              <a:buNone/>
            </a:pPr>
            <a:r>
              <a:rPr lang="en-US" sz="1200">
                <a:latin typeface="Calibri"/>
                <a:ea typeface="Calibri"/>
                <a:cs typeface="Calibri"/>
                <a:sym typeface="Calibri"/>
              </a:rPr>
              <a:t>z \\</a:t>
            </a:r>
            <a:endParaRPr/>
          </a:p>
          <a:p>
            <a:pPr indent="0" lvl="0" marL="0" rtl="0" algn="l">
              <a:lnSpc>
                <a:spcPct val="100000"/>
              </a:lnSpc>
              <a:spcBef>
                <a:spcPts val="0"/>
              </a:spcBef>
              <a:spcAft>
                <a:spcPts val="0"/>
              </a:spcAft>
              <a:buNone/>
            </a:pPr>
            <a:r>
              <a:rPr lang="en-US" sz="1200">
                <a:latin typeface="Calibri"/>
                <a:ea typeface="Calibri"/>
                <a:cs typeface="Calibri"/>
                <a:sym typeface="Calibri"/>
              </a:rPr>
              <a:t>1</a:t>
            </a:r>
            <a:endParaRPr/>
          </a:p>
          <a:p>
            <a:pPr indent="0" lvl="0" marL="0" rtl="0" algn="l">
              <a:lnSpc>
                <a:spcPct val="100000"/>
              </a:lnSpc>
              <a:spcBef>
                <a:spcPts val="0"/>
              </a:spcBef>
              <a:spcAft>
                <a:spcPts val="0"/>
              </a:spcAft>
              <a:buNone/>
            </a:pPr>
            <a:r>
              <a:rPr lang="en-US" sz="1200">
                <a:latin typeface="Calibri"/>
                <a:ea typeface="Calibri"/>
                <a:cs typeface="Calibri"/>
                <a:sym typeface="Calibri"/>
              </a:rPr>
              <a:t>\end{bmatrix}</a:t>
            </a:r>
            <a:endParaRPr/>
          </a:p>
          <a:p>
            <a:pPr indent="0" lvl="0" marL="0" rtl="0" algn="l">
              <a:lnSpc>
                <a:spcPct val="100000"/>
              </a:lnSpc>
              <a:spcBef>
                <a:spcPts val="0"/>
              </a:spcBef>
              <a:spcAft>
                <a:spcPts val="0"/>
              </a:spcAft>
              <a:buNone/>
            </a:pPr>
            <a:r>
              <a:rPr lang="en-US" sz="1200">
                <a:latin typeface="Calibri"/>
                <a:ea typeface="Calibri"/>
                <a:cs typeface="Calibri"/>
                <a:sym typeface="Calibri"/>
              </a:rPr>
              <a:t>= </a:t>
            </a:r>
            <a:endParaRPr/>
          </a:p>
          <a:p>
            <a:pPr indent="0" lvl="0" marL="0" rtl="0" algn="l">
              <a:lnSpc>
                <a:spcPct val="100000"/>
              </a:lnSpc>
              <a:spcBef>
                <a:spcPts val="0"/>
              </a:spcBef>
              <a:spcAft>
                <a:spcPts val="0"/>
              </a:spcAft>
              <a:buNone/>
            </a:pPr>
            <a:r>
              <a:rPr lang="en-US" sz="1200">
                <a:latin typeface="Calibri"/>
                <a:ea typeface="Calibri"/>
                <a:cs typeface="Calibri"/>
                <a:sym typeface="Calibri"/>
              </a:rPr>
              <a:t>\begin{bmatrix}</a:t>
            </a:r>
            <a:endParaRPr/>
          </a:p>
          <a:p>
            <a:pPr indent="0" lvl="0" marL="0" rtl="0" algn="l">
              <a:lnSpc>
                <a:spcPct val="100000"/>
              </a:lnSpc>
              <a:spcBef>
                <a:spcPts val="0"/>
              </a:spcBef>
              <a:spcAft>
                <a:spcPts val="0"/>
              </a:spcAft>
              <a:buNone/>
            </a:pPr>
            <a:r>
              <a:rPr lang="en-US" sz="1200">
                <a:latin typeface="Calibri"/>
                <a:ea typeface="Calibri"/>
                <a:cs typeface="Calibri"/>
                <a:sym typeface="Calibri"/>
              </a:rPr>
              <a:t>x \\</a:t>
            </a:r>
            <a:endParaRPr/>
          </a:p>
          <a:p>
            <a:pPr indent="0" lvl="0" marL="0" rtl="0" algn="l">
              <a:lnSpc>
                <a:spcPct val="100000"/>
              </a:lnSpc>
              <a:spcBef>
                <a:spcPts val="0"/>
              </a:spcBef>
              <a:spcAft>
                <a:spcPts val="0"/>
              </a:spcAft>
              <a:buNone/>
            </a:pPr>
            <a:r>
              <a:rPr lang="en-US" sz="1200">
                <a:latin typeface="Calibri"/>
                <a:ea typeface="Calibri"/>
                <a:cs typeface="Calibri"/>
                <a:sym typeface="Calibri"/>
              </a:rPr>
              <a:t>y \\ </a:t>
            </a:r>
            <a:endParaRPr/>
          </a:p>
          <a:p>
            <a:pPr indent="0" lvl="0" marL="0" rtl="0" algn="l">
              <a:lnSpc>
                <a:spcPct val="100000"/>
              </a:lnSpc>
              <a:spcBef>
                <a:spcPts val="0"/>
              </a:spcBef>
              <a:spcAft>
                <a:spcPts val="0"/>
              </a:spcAft>
              <a:buNone/>
            </a:pPr>
            <a:r>
              <a:rPr lang="en-US" sz="1200">
                <a:latin typeface="Calibri"/>
                <a:ea typeface="Calibri"/>
                <a:cs typeface="Calibri"/>
                <a:sym typeface="Calibri"/>
              </a:rPr>
              <a:t>z / f </a:t>
            </a:r>
            <a:endParaRPr/>
          </a:p>
          <a:p>
            <a:pPr indent="0" lvl="0" marL="0" rtl="0" algn="l">
              <a:lnSpc>
                <a:spcPct val="100000"/>
              </a:lnSpc>
              <a:spcBef>
                <a:spcPts val="0"/>
              </a:spcBef>
              <a:spcAft>
                <a:spcPts val="0"/>
              </a:spcAft>
              <a:buNone/>
            </a:pPr>
            <a:r>
              <a:rPr lang="en-US" sz="1200">
                <a:latin typeface="Calibri"/>
                <a:ea typeface="Calibri"/>
                <a:cs typeface="Calibri"/>
                <a:sym typeface="Calibri"/>
              </a:rPr>
              <a:t>\end{bmatrix}</a:t>
            </a:r>
            <a:endParaRPr/>
          </a:p>
          <a:p>
            <a:pPr indent="0" lvl="0" marL="0" rtl="0" algn="l">
              <a:lnSpc>
                <a:spcPct val="100000"/>
              </a:lnSpc>
              <a:spcBef>
                <a:spcPts val="0"/>
              </a:spcBef>
              <a:spcAft>
                <a:spcPts val="0"/>
              </a:spcAft>
              <a:buNone/>
            </a:pPr>
            <a:r>
              <a:rPr lang="en-US" sz="1200">
                <a:latin typeface="Calibri"/>
                <a:ea typeface="Calibri"/>
                <a:cs typeface="Calibri"/>
                <a:sym typeface="Calibri"/>
              </a:rPr>
              <a:t>$$</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1" name="Shape 2561"/>
        <p:cNvGrpSpPr/>
        <p:nvPr/>
      </p:nvGrpSpPr>
      <p:grpSpPr>
        <a:xfrm>
          <a:off x="0" y="0"/>
          <a:ext cx="0" cy="0"/>
          <a:chOff x="0" y="0"/>
          <a:chExt cx="0" cy="0"/>
        </a:xfrm>
      </p:grpSpPr>
      <p:sp>
        <p:nvSpPr>
          <p:cNvPr id="2562" name="Google Shape;2562;p10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3" name="Google Shape;2563;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6" name="Shape 2576"/>
        <p:cNvGrpSpPr/>
        <p:nvPr/>
      </p:nvGrpSpPr>
      <p:grpSpPr>
        <a:xfrm>
          <a:off x="0" y="0"/>
          <a:ext cx="0" cy="0"/>
          <a:chOff x="0" y="0"/>
          <a:chExt cx="0" cy="0"/>
        </a:xfrm>
      </p:grpSpPr>
      <p:sp>
        <p:nvSpPr>
          <p:cNvPr id="2577" name="Google Shape;2577;p10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8" name="Google Shape;2578;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6" name="Shape 2606"/>
        <p:cNvGrpSpPr/>
        <p:nvPr/>
      </p:nvGrpSpPr>
      <p:grpSpPr>
        <a:xfrm>
          <a:off x="0" y="0"/>
          <a:ext cx="0" cy="0"/>
          <a:chOff x="0" y="0"/>
          <a:chExt cx="0" cy="0"/>
        </a:xfrm>
      </p:grpSpPr>
      <p:sp>
        <p:nvSpPr>
          <p:cNvPr id="2607" name="Google Shape;2607;p10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8" name="Google Shape;2608;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6" name="Shape 2616"/>
        <p:cNvGrpSpPr/>
        <p:nvPr/>
      </p:nvGrpSpPr>
      <p:grpSpPr>
        <a:xfrm>
          <a:off x="0" y="0"/>
          <a:ext cx="0" cy="0"/>
          <a:chOff x="0" y="0"/>
          <a:chExt cx="0" cy="0"/>
        </a:xfrm>
      </p:grpSpPr>
      <p:sp>
        <p:nvSpPr>
          <p:cNvPr id="2617" name="Google Shape;2617;p10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8" name="Google Shape;2618;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6" name="Shape 2626"/>
        <p:cNvGrpSpPr/>
        <p:nvPr/>
      </p:nvGrpSpPr>
      <p:grpSpPr>
        <a:xfrm>
          <a:off x="0" y="0"/>
          <a:ext cx="0" cy="0"/>
          <a:chOff x="0" y="0"/>
          <a:chExt cx="0" cy="0"/>
        </a:xfrm>
      </p:grpSpPr>
      <p:sp>
        <p:nvSpPr>
          <p:cNvPr id="2627" name="Google Shape;2627;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8" name="Google Shape;2628;p1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Lot of properties you might expect.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4" name="Shape 2634"/>
        <p:cNvGrpSpPr/>
        <p:nvPr/>
      </p:nvGrpSpPr>
      <p:grpSpPr>
        <a:xfrm>
          <a:off x="0" y="0"/>
          <a:ext cx="0" cy="0"/>
          <a:chOff x="0" y="0"/>
          <a:chExt cx="0" cy="0"/>
        </a:xfrm>
      </p:grpSpPr>
      <p:sp>
        <p:nvSpPr>
          <p:cNvPr id="2635" name="Google Shape;2635;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6" name="Google Shape;2636;p1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Questions?</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4" name="Shape 2644"/>
        <p:cNvGrpSpPr/>
        <p:nvPr/>
      </p:nvGrpSpPr>
      <p:grpSpPr>
        <a:xfrm>
          <a:off x="0" y="0"/>
          <a:ext cx="0" cy="0"/>
          <a:chOff x="0" y="0"/>
          <a:chExt cx="0" cy="0"/>
        </a:xfrm>
      </p:grpSpPr>
      <p:sp>
        <p:nvSpPr>
          <p:cNvPr id="2645" name="Google Shape;2645;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6" name="Google Shape;2646;p1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2" name="Shape 2682"/>
        <p:cNvGrpSpPr/>
        <p:nvPr/>
      </p:nvGrpSpPr>
      <p:grpSpPr>
        <a:xfrm>
          <a:off x="0" y="0"/>
          <a:ext cx="0" cy="0"/>
          <a:chOff x="0" y="0"/>
          <a:chExt cx="0" cy="0"/>
        </a:xfrm>
      </p:grpSpPr>
      <p:sp>
        <p:nvSpPr>
          <p:cNvPr id="2683" name="Google Shape;2683;p11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4" name="Google Shape;2684;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4" name="Shape 2694"/>
        <p:cNvGrpSpPr/>
        <p:nvPr/>
      </p:nvGrpSpPr>
      <p:grpSpPr>
        <a:xfrm>
          <a:off x="0" y="0"/>
          <a:ext cx="0" cy="0"/>
          <a:chOff x="0" y="0"/>
          <a:chExt cx="0" cy="0"/>
        </a:xfrm>
      </p:grpSpPr>
      <p:sp>
        <p:nvSpPr>
          <p:cNvPr id="2695" name="Google Shape;2695;p11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6" name="Google Shape;2696;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2" name="Shape 2702"/>
        <p:cNvGrpSpPr/>
        <p:nvPr/>
      </p:nvGrpSpPr>
      <p:grpSpPr>
        <a:xfrm>
          <a:off x="0" y="0"/>
          <a:ext cx="0" cy="0"/>
          <a:chOff x="0" y="0"/>
          <a:chExt cx="0" cy="0"/>
        </a:xfrm>
      </p:grpSpPr>
      <p:sp>
        <p:nvSpPr>
          <p:cNvPr id="2703" name="Google Shape;2703;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4" name="Google Shape;2704;p1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US" sz="1200">
                <a:latin typeface="Calibri"/>
                <a:ea typeface="Calibri"/>
                <a:cs typeface="Calibri"/>
                <a:sym typeface="Calibri"/>
              </a:rPr>
              <a:t>We’re going to combine this into a single matrix.</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1" name="Shape 2731"/>
        <p:cNvGrpSpPr/>
        <p:nvPr/>
      </p:nvGrpSpPr>
      <p:grpSpPr>
        <a:xfrm>
          <a:off x="0" y="0"/>
          <a:ext cx="0" cy="0"/>
          <a:chOff x="0" y="0"/>
          <a:chExt cx="0" cy="0"/>
        </a:xfrm>
      </p:grpSpPr>
      <p:sp>
        <p:nvSpPr>
          <p:cNvPr id="2732" name="Google Shape;2732;p1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3" name="Google Shape;2733;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0" name="Shape 2770"/>
        <p:cNvGrpSpPr/>
        <p:nvPr/>
      </p:nvGrpSpPr>
      <p:grpSpPr>
        <a:xfrm>
          <a:off x="0" y="0"/>
          <a:ext cx="0" cy="0"/>
          <a:chOff x="0" y="0"/>
          <a:chExt cx="0" cy="0"/>
        </a:xfrm>
      </p:grpSpPr>
      <p:sp>
        <p:nvSpPr>
          <p:cNvPr id="2771" name="Google Shape;2771;p11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2" name="Google Shape;2772;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2" name="Shape 2802"/>
        <p:cNvGrpSpPr/>
        <p:nvPr/>
      </p:nvGrpSpPr>
      <p:grpSpPr>
        <a:xfrm>
          <a:off x="0" y="0"/>
          <a:ext cx="0" cy="0"/>
          <a:chOff x="0" y="0"/>
          <a:chExt cx="0" cy="0"/>
        </a:xfrm>
      </p:grpSpPr>
      <p:sp>
        <p:nvSpPr>
          <p:cNvPr id="2803" name="Google Shape;2803;p11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4" name="Google Shape;2804;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6" name="Shape 2836"/>
        <p:cNvGrpSpPr/>
        <p:nvPr/>
      </p:nvGrpSpPr>
      <p:grpSpPr>
        <a:xfrm>
          <a:off x="0" y="0"/>
          <a:ext cx="0" cy="0"/>
          <a:chOff x="0" y="0"/>
          <a:chExt cx="0" cy="0"/>
        </a:xfrm>
      </p:grpSpPr>
      <p:sp>
        <p:nvSpPr>
          <p:cNvPr id="2837" name="Google Shape;2837;p12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8" name="Google Shape;2838;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0" name="Shape 2870"/>
        <p:cNvGrpSpPr/>
        <p:nvPr/>
      </p:nvGrpSpPr>
      <p:grpSpPr>
        <a:xfrm>
          <a:off x="0" y="0"/>
          <a:ext cx="0" cy="0"/>
          <a:chOff x="0" y="0"/>
          <a:chExt cx="0" cy="0"/>
        </a:xfrm>
      </p:grpSpPr>
      <p:sp>
        <p:nvSpPr>
          <p:cNvPr id="2871" name="Google Shape;2871;p12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2" name="Google Shape;2872;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7" name="Shape 2897"/>
        <p:cNvGrpSpPr/>
        <p:nvPr/>
      </p:nvGrpSpPr>
      <p:grpSpPr>
        <a:xfrm>
          <a:off x="0" y="0"/>
          <a:ext cx="0" cy="0"/>
          <a:chOff x="0" y="0"/>
          <a:chExt cx="0" cy="0"/>
        </a:xfrm>
      </p:grpSpPr>
      <p:sp>
        <p:nvSpPr>
          <p:cNvPr id="2898" name="Google Shape;2898;p12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9" name="Google Shape;2899;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7" name="Shape 2917"/>
        <p:cNvGrpSpPr/>
        <p:nvPr/>
      </p:nvGrpSpPr>
      <p:grpSpPr>
        <a:xfrm>
          <a:off x="0" y="0"/>
          <a:ext cx="0" cy="0"/>
          <a:chOff x="0" y="0"/>
          <a:chExt cx="0" cy="0"/>
        </a:xfrm>
      </p:grpSpPr>
      <p:sp>
        <p:nvSpPr>
          <p:cNvPr id="2918" name="Google Shape;2918;p1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9" name="Google Shape;2919;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6" name="Shape 2926"/>
        <p:cNvGrpSpPr/>
        <p:nvPr/>
      </p:nvGrpSpPr>
      <p:grpSpPr>
        <a:xfrm>
          <a:off x="0" y="0"/>
          <a:ext cx="0" cy="0"/>
          <a:chOff x="0" y="0"/>
          <a:chExt cx="0" cy="0"/>
        </a:xfrm>
      </p:grpSpPr>
      <p:sp>
        <p:nvSpPr>
          <p:cNvPr id="2927" name="Google Shape;2927;p1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8" name="Google Shape;2928;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4" name="Shape 2944"/>
        <p:cNvGrpSpPr/>
        <p:nvPr/>
      </p:nvGrpSpPr>
      <p:grpSpPr>
        <a:xfrm>
          <a:off x="0" y="0"/>
          <a:ext cx="0" cy="0"/>
          <a:chOff x="0" y="0"/>
          <a:chExt cx="0" cy="0"/>
        </a:xfrm>
      </p:grpSpPr>
      <p:sp>
        <p:nvSpPr>
          <p:cNvPr id="2945" name="Google Shape;2945;p1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6" name="Google Shape;2946;p1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sz="1200">
                <a:latin typeface="Calibri"/>
                <a:ea typeface="Calibri"/>
                <a:cs typeface="Calibri"/>
                <a:sym typeface="Calibri"/>
              </a:rPr>
              <a:t>http://www.stsite.com/camera/telephoto-wideangle.php</a:t>
            </a:r>
            <a:endParaRPr/>
          </a:p>
          <a:p>
            <a:pPr indent="0" lvl="0" marL="0" rtl="0" algn="l">
              <a:lnSpc>
                <a:spcPct val="100000"/>
              </a:lnSpc>
              <a:spcBef>
                <a:spcPts val="0"/>
              </a:spcBef>
              <a:spcAft>
                <a:spcPts val="0"/>
              </a:spcAft>
              <a:buNone/>
            </a:pPr>
            <a:r>
              <a:t/>
            </a:r>
            <a:endParaRPr sz="1200">
              <a:latin typeface="Calibri"/>
              <a:ea typeface="Calibri"/>
              <a:cs typeface="Calibri"/>
              <a:sym typeface="Calibri"/>
            </a:endParaRPr>
          </a:p>
          <a:p>
            <a:pPr indent="0" lvl="0" marL="0" rtl="0" algn="l">
              <a:lnSpc>
                <a:spcPct val="100000"/>
              </a:lnSpc>
              <a:spcBef>
                <a:spcPts val="0"/>
              </a:spcBef>
              <a:spcAft>
                <a:spcPts val="0"/>
              </a:spcAft>
              <a:buNone/>
            </a:pPr>
            <a:r>
              <a:rPr lang="en-US" sz="1200">
                <a:latin typeface="Calibri"/>
                <a:ea typeface="Calibri"/>
                <a:cs typeface="Calibri"/>
                <a:sym typeface="Calibri"/>
              </a:rPr>
              <a:t>Wide angle deepens </a:t>
            </a:r>
            <a:endParaRPr/>
          </a:p>
          <a:p>
            <a:pPr indent="0" lvl="0" marL="0" rtl="0" algn="l">
              <a:lnSpc>
                <a:spcPct val="100000"/>
              </a:lnSpc>
              <a:spcBef>
                <a:spcPts val="0"/>
              </a:spcBef>
              <a:spcAft>
                <a:spcPts val="0"/>
              </a:spcAft>
              <a:buNone/>
            </a:pPr>
            <a:r>
              <a:rPr lang="en-US" sz="1200">
                <a:latin typeface="Calibri"/>
                <a:ea typeface="Calibri"/>
                <a:cs typeface="Calibri"/>
                <a:sym typeface="Calibri"/>
              </a:rPr>
              <a:t>Telephoto magnifies and pulls it in</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2" name="Shape 2952"/>
        <p:cNvGrpSpPr/>
        <p:nvPr/>
      </p:nvGrpSpPr>
      <p:grpSpPr>
        <a:xfrm>
          <a:off x="0" y="0"/>
          <a:ext cx="0" cy="0"/>
          <a:chOff x="0" y="0"/>
          <a:chExt cx="0" cy="0"/>
        </a:xfrm>
      </p:grpSpPr>
      <p:sp>
        <p:nvSpPr>
          <p:cNvPr id="2953" name="Google Shape;2953;p1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4" name="Google Shape;2954;p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0" name="Shape 2960"/>
        <p:cNvGrpSpPr/>
        <p:nvPr/>
      </p:nvGrpSpPr>
      <p:grpSpPr>
        <a:xfrm>
          <a:off x="0" y="0"/>
          <a:ext cx="0" cy="0"/>
          <a:chOff x="0" y="0"/>
          <a:chExt cx="0" cy="0"/>
        </a:xfrm>
      </p:grpSpPr>
      <p:sp>
        <p:nvSpPr>
          <p:cNvPr id="2961" name="Google Shape;2961;p13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2" name="Google Shape;2962;p1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9" name="Shape 2979"/>
        <p:cNvGrpSpPr/>
        <p:nvPr/>
      </p:nvGrpSpPr>
      <p:grpSpPr>
        <a:xfrm>
          <a:off x="0" y="0"/>
          <a:ext cx="0" cy="0"/>
          <a:chOff x="0" y="0"/>
          <a:chExt cx="0" cy="0"/>
        </a:xfrm>
      </p:grpSpPr>
      <p:sp>
        <p:nvSpPr>
          <p:cNvPr id="2980" name="Google Shape;2980;p1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1" name="Google Shape;2981;p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3" name="Shape 3003"/>
        <p:cNvGrpSpPr/>
        <p:nvPr/>
      </p:nvGrpSpPr>
      <p:grpSpPr>
        <a:xfrm>
          <a:off x="0" y="0"/>
          <a:ext cx="0" cy="0"/>
          <a:chOff x="0" y="0"/>
          <a:chExt cx="0" cy="0"/>
        </a:xfrm>
      </p:grpSpPr>
      <p:sp>
        <p:nvSpPr>
          <p:cNvPr id="3004" name="Google Shape;3004;p13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5" name="Google Shape;3005;p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2" name="Shape 3042"/>
        <p:cNvGrpSpPr/>
        <p:nvPr/>
      </p:nvGrpSpPr>
      <p:grpSpPr>
        <a:xfrm>
          <a:off x="0" y="0"/>
          <a:ext cx="0" cy="0"/>
          <a:chOff x="0" y="0"/>
          <a:chExt cx="0" cy="0"/>
        </a:xfrm>
      </p:grpSpPr>
      <p:sp>
        <p:nvSpPr>
          <p:cNvPr id="3043" name="Google Shape;3043;p14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4" name="Google Shape;3044;p1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4" name="Shape 3054"/>
        <p:cNvGrpSpPr/>
        <p:nvPr/>
      </p:nvGrpSpPr>
      <p:grpSpPr>
        <a:xfrm>
          <a:off x="0" y="0"/>
          <a:ext cx="0" cy="0"/>
          <a:chOff x="0" y="0"/>
          <a:chExt cx="0" cy="0"/>
        </a:xfrm>
      </p:grpSpPr>
      <p:sp>
        <p:nvSpPr>
          <p:cNvPr id="3055" name="Google Shape;3055;p1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6" name="Google Shape;3056;p1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3" name="Shape 3063"/>
        <p:cNvGrpSpPr/>
        <p:nvPr/>
      </p:nvGrpSpPr>
      <p:grpSpPr>
        <a:xfrm>
          <a:off x="0" y="0"/>
          <a:ext cx="0" cy="0"/>
          <a:chOff x="0" y="0"/>
          <a:chExt cx="0" cy="0"/>
        </a:xfrm>
      </p:grpSpPr>
      <p:sp>
        <p:nvSpPr>
          <p:cNvPr id="3064" name="Google Shape;3064;p1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5" name="Google Shape;3065;p1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2" name="Shape 3082"/>
        <p:cNvGrpSpPr/>
        <p:nvPr/>
      </p:nvGrpSpPr>
      <p:grpSpPr>
        <a:xfrm>
          <a:off x="0" y="0"/>
          <a:ext cx="0" cy="0"/>
          <a:chOff x="0" y="0"/>
          <a:chExt cx="0" cy="0"/>
        </a:xfrm>
      </p:grpSpPr>
      <p:sp>
        <p:nvSpPr>
          <p:cNvPr id="3083" name="Google Shape;3083;p1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4" name="Google Shape;3084;p1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2" name="Shape 3092"/>
        <p:cNvGrpSpPr/>
        <p:nvPr/>
      </p:nvGrpSpPr>
      <p:grpSpPr>
        <a:xfrm>
          <a:off x="0" y="0"/>
          <a:ext cx="0" cy="0"/>
          <a:chOff x="0" y="0"/>
          <a:chExt cx="0" cy="0"/>
        </a:xfrm>
      </p:grpSpPr>
      <p:sp>
        <p:nvSpPr>
          <p:cNvPr id="3093" name="Google Shape;3093;p1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4" name="Google Shape;3094;p1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type="title">
  <p:cSld name="TITLE">
    <p:spTree>
      <p:nvGrpSpPr>
        <p:cNvPr id="9" name="Shape 9"/>
        <p:cNvGrpSpPr/>
        <p:nvPr/>
      </p:nvGrpSpPr>
      <p:grpSpPr>
        <a:xfrm>
          <a:off x="0" y="0"/>
          <a:ext cx="0" cy="0"/>
          <a:chOff x="0" y="0"/>
          <a:chExt cx="0" cy="0"/>
        </a:xfrm>
      </p:grpSpPr>
      <p:sp>
        <p:nvSpPr>
          <p:cNvPr id="10" name="Google Shape;10;p155"/>
          <p:cNvSpPr txBox="1"/>
          <p:nvPr>
            <p:ph type="title"/>
          </p:nvPr>
        </p:nvSpPr>
        <p:spPr>
          <a:xfrm>
            <a:off x="1778000" y="2298700"/>
            <a:ext cx="20828000" cy="46482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1" name="Google Shape;11;p155"/>
          <p:cNvSpPr txBox="1"/>
          <p:nvPr>
            <p:ph idx="1" type="body"/>
          </p:nvPr>
        </p:nvSpPr>
        <p:spPr>
          <a:xfrm>
            <a:off x="1778000" y="7073900"/>
            <a:ext cx="20828000" cy="15875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lvl1pPr>
            <a:lvl2pPr indent="-228600" lvl="1" marL="914400" algn="ctr">
              <a:lnSpc>
                <a:spcPct val="100000"/>
              </a:lnSpc>
              <a:spcBef>
                <a:spcPts val="0"/>
              </a:spcBef>
              <a:spcAft>
                <a:spcPts val="0"/>
              </a:spcAft>
              <a:buClr>
                <a:srgbClr val="000000"/>
              </a:buClr>
              <a:buSzPts val="5400"/>
              <a:buFont typeface="Helvetica Neue"/>
              <a:buNone/>
              <a:defRPr sz="5400"/>
            </a:lvl2pPr>
            <a:lvl3pPr indent="-228600" lvl="2" marL="1371600" algn="ctr">
              <a:lnSpc>
                <a:spcPct val="100000"/>
              </a:lnSpc>
              <a:spcBef>
                <a:spcPts val="0"/>
              </a:spcBef>
              <a:spcAft>
                <a:spcPts val="0"/>
              </a:spcAft>
              <a:buClr>
                <a:srgbClr val="000000"/>
              </a:buClr>
              <a:buSzPts val="5400"/>
              <a:buFont typeface="Helvetica Neue"/>
              <a:buNone/>
              <a:defRPr sz="5400"/>
            </a:lvl3pPr>
            <a:lvl4pPr indent="-228600" lvl="3" marL="1828800" algn="ctr">
              <a:lnSpc>
                <a:spcPct val="100000"/>
              </a:lnSpc>
              <a:spcBef>
                <a:spcPts val="0"/>
              </a:spcBef>
              <a:spcAft>
                <a:spcPts val="0"/>
              </a:spcAft>
              <a:buClr>
                <a:srgbClr val="000000"/>
              </a:buClr>
              <a:buSzPts val="5400"/>
              <a:buFont typeface="Helvetica Neue"/>
              <a:buNone/>
              <a:defRPr sz="5400"/>
            </a:lvl4pPr>
            <a:lvl5pPr indent="-228600" lvl="4" marL="2286000" algn="ctr">
              <a:lnSpc>
                <a:spcPct val="100000"/>
              </a:lnSpc>
              <a:spcBef>
                <a:spcPts val="0"/>
              </a:spcBef>
              <a:spcAft>
                <a:spcPts val="0"/>
              </a:spcAft>
              <a:buClr>
                <a:srgbClr val="000000"/>
              </a:buClr>
              <a:buSzPts val="5400"/>
              <a:buFont typeface="Helvetica Neue"/>
              <a:buNone/>
              <a:defRPr sz="5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2" name="Google Shape;12;p155"/>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tx">
  <p:cSld name="TITLE_AND_BODY">
    <p:spTree>
      <p:nvGrpSpPr>
        <p:cNvPr id="13" name="Shape 13"/>
        <p:cNvGrpSpPr/>
        <p:nvPr/>
      </p:nvGrpSpPr>
      <p:grpSpPr>
        <a:xfrm>
          <a:off x="0" y="0"/>
          <a:ext cx="0" cy="0"/>
          <a:chOff x="0" y="0"/>
          <a:chExt cx="0" cy="0"/>
        </a:xfrm>
      </p:grpSpPr>
      <p:sp>
        <p:nvSpPr>
          <p:cNvPr id="14" name="Google Shape;14;p156"/>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a:buNone/>
              <a:defRPr sz="88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156"/>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Helvetica Neue"/>
              <a:buChar char="•"/>
              <a:defRPr sz="6400"/>
            </a:lvl1pPr>
            <a:lvl2pPr indent="-635000" lvl="1" marL="914400" algn="l">
              <a:lnSpc>
                <a:spcPct val="100000"/>
              </a:lnSpc>
              <a:spcBef>
                <a:spcPts val="1500"/>
              </a:spcBef>
              <a:spcAft>
                <a:spcPts val="0"/>
              </a:spcAft>
              <a:buClr>
                <a:srgbClr val="000000"/>
              </a:buClr>
              <a:buSzPts val="6400"/>
              <a:buFont typeface="Helvetica Neue"/>
              <a:buChar char="–"/>
              <a:defRPr sz="6400"/>
            </a:lvl2pPr>
            <a:lvl3pPr indent="-635000" lvl="2" marL="1371600" algn="l">
              <a:lnSpc>
                <a:spcPct val="100000"/>
              </a:lnSpc>
              <a:spcBef>
                <a:spcPts val="1500"/>
              </a:spcBef>
              <a:spcAft>
                <a:spcPts val="0"/>
              </a:spcAft>
              <a:buClr>
                <a:srgbClr val="000000"/>
              </a:buClr>
              <a:buSzPts val="6400"/>
              <a:buFont typeface="Helvetica Neue"/>
              <a:buChar char="•"/>
              <a:defRPr sz="6400"/>
            </a:lvl3pPr>
            <a:lvl4pPr indent="-635000" lvl="3" marL="1828800" algn="l">
              <a:lnSpc>
                <a:spcPct val="100000"/>
              </a:lnSpc>
              <a:spcBef>
                <a:spcPts val="1500"/>
              </a:spcBef>
              <a:spcAft>
                <a:spcPts val="0"/>
              </a:spcAft>
              <a:buClr>
                <a:srgbClr val="000000"/>
              </a:buClr>
              <a:buSzPts val="6400"/>
              <a:buFont typeface="Helvetica Neue"/>
              <a:buChar char="–"/>
              <a:defRPr sz="6400"/>
            </a:lvl4pPr>
            <a:lvl5pPr indent="-635000" lvl="4" marL="2286000" algn="l">
              <a:lnSpc>
                <a:spcPct val="100000"/>
              </a:lnSpc>
              <a:spcBef>
                <a:spcPts val="1500"/>
              </a:spcBef>
              <a:spcAft>
                <a:spcPts val="0"/>
              </a:spcAft>
              <a:buClr>
                <a:srgbClr val="000000"/>
              </a:buClr>
              <a:buSzPts val="6400"/>
              <a:buFont typeface="Helvetica Neue"/>
              <a:buChar char="»"/>
              <a:defRPr sz="6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6" name="Google Shape;16;p156"/>
          <p:cNvSpPr txBox="1"/>
          <p:nvPr>
            <p:ph idx="12" type="sldNum"/>
          </p:nvPr>
        </p:nvSpPr>
        <p:spPr>
          <a:xfrm>
            <a:off x="19830592" y="12490450"/>
            <a:ext cx="591009" cy="604724"/>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1pPr>
            <a:lvl2pPr indent="0" lvl="1"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2pPr>
            <a:lvl3pPr indent="0" lvl="2"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3pPr>
            <a:lvl4pPr indent="0" lvl="3"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4pPr>
            <a:lvl5pPr indent="0" lvl="4"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5pPr>
            <a:lvl6pPr indent="0" lvl="5"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6pPr>
            <a:lvl7pPr indent="0" lvl="6"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7pPr>
            <a:lvl8pPr indent="0" lvl="7"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8pPr>
            <a:lvl9pPr indent="0" lvl="8" marL="0" marR="0" algn="r">
              <a:lnSpc>
                <a:spcPct val="100000"/>
              </a:lnSpc>
              <a:spcBef>
                <a:spcPts val="0"/>
              </a:spcBef>
              <a:spcAft>
                <a:spcPts val="0"/>
              </a:spcAft>
              <a:buClr>
                <a:srgbClr val="000000"/>
              </a:buClr>
              <a:buSzPts val="2800"/>
              <a:buFont typeface="Helvetica Neue"/>
              <a:buNone/>
              <a:defRPr sz="2800">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 name="Shape 17"/>
        <p:cNvGrpSpPr/>
        <p:nvPr/>
      </p:nvGrpSpPr>
      <p:grpSpPr>
        <a:xfrm>
          <a:off x="0" y="0"/>
          <a:ext cx="0" cy="0"/>
          <a:chOff x="0" y="0"/>
          <a:chExt cx="0" cy="0"/>
        </a:xfrm>
      </p:grpSpPr>
      <p:sp>
        <p:nvSpPr>
          <p:cNvPr id="18" name="Google Shape;18;p157"/>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9" name="Google Shape;19;p157"/>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1pPr>
            <a:lvl2pPr indent="-635000" lvl="1" marL="9144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2pPr>
            <a:lvl3pPr indent="-635000" lvl="2" marL="13716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3pPr>
            <a:lvl4pPr indent="-635000" lvl="3" marL="18288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4pPr>
            <a:lvl5pPr indent="-635000" lvl="4" marL="22860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0" name="Google Shape;20;p157"/>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
    <p:spTree>
      <p:nvGrpSpPr>
        <p:cNvPr id="21" name="Shape 21"/>
        <p:cNvGrpSpPr/>
        <p:nvPr/>
      </p:nvGrpSpPr>
      <p:grpSpPr>
        <a:xfrm>
          <a:off x="0" y="0"/>
          <a:ext cx="0" cy="0"/>
          <a:chOff x="0" y="0"/>
          <a:chExt cx="0" cy="0"/>
        </a:xfrm>
      </p:grpSpPr>
      <p:sp>
        <p:nvSpPr>
          <p:cNvPr id="22" name="Google Shape;22;p158"/>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8800"/>
              <a:buFont typeface="Open Sans"/>
              <a:buNone/>
              <a:defRPr b="1" sz="8800">
                <a:latin typeface="Open Sans"/>
                <a:ea typeface="Open Sans"/>
                <a:cs typeface="Open Sans"/>
                <a:sym typeface="Open Sans"/>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3" name="Google Shape;23;p158"/>
          <p:cNvSpPr txBox="1"/>
          <p:nvPr>
            <p:ph idx="1" type="body"/>
          </p:nvPr>
        </p:nvSpPr>
        <p:spPr>
          <a:xfrm>
            <a:off x="1219200" y="3200401"/>
            <a:ext cx="21945600" cy="9051927"/>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1pPr>
            <a:lvl2pPr indent="-635000" lvl="1" marL="9144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2pPr>
            <a:lvl3pPr indent="-635000" lvl="2" marL="13716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3pPr>
            <a:lvl4pPr indent="-635000" lvl="3" marL="18288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4pPr>
            <a:lvl5pPr indent="-635000" lvl="4" marL="2286000" algn="l">
              <a:lnSpc>
                <a:spcPct val="100000"/>
              </a:lnSpc>
              <a:spcBef>
                <a:spcPts val="1500"/>
              </a:spcBef>
              <a:spcAft>
                <a:spcPts val="0"/>
              </a:spcAft>
              <a:buClr>
                <a:srgbClr val="000000"/>
              </a:buClr>
              <a:buSzPts val="6400"/>
              <a:buFont typeface="Arial"/>
              <a:buChar char="»"/>
              <a:defRPr sz="6400">
                <a:latin typeface="Open Sans"/>
                <a:ea typeface="Open Sans"/>
                <a:cs typeface="Open Sans"/>
                <a:sym typeface="Open Sans"/>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4" name="Google Shape;24;p158"/>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1pPr>
            <a:lvl2pPr indent="0" lvl="1"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2pPr>
            <a:lvl3pPr indent="0" lvl="2"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3pPr>
            <a:lvl4pPr indent="0" lvl="3"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4pPr>
            <a:lvl5pPr indent="0" lvl="4"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5pPr>
            <a:lvl6pPr indent="0" lvl="5"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6pPr>
            <a:lvl7pPr indent="0" lvl="6"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7pPr>
            <a:lvl8pPr indent="0" lvl="7"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8pPr>
            <a:lvl9pPr indent="0" lvl="8"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5" name="Shape 25"/>
        <p:cNvGrpSpPr/>
        <p:nvPr/>
      </p:nvGrpSpPr>
      <p:grpSpPr>
        <a:xfrm>
          <a:off x="0" y="0"/>
          <a:ext cx="0" cy="0"/>
          <a:chOff x="0" y="0"/>
          <a:chExt cx="0" cy="0"/>
        </a:xfrm>
      </p:grpSpPr>
      <p:sp>
        <p:nvSpPr>
          <p:cNvPr id="26" name="Google Shape;26;p159"/>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7" name="Google Shape;27;p159"/>
          <p:cNvSpPr txBox="1"/>
          <p:nvPr>
            <p:ph idx="1" type="body"/>
          </p:nvPr>
        </p:nvSpPr>
        <p:spPr>
          <a:xfrm>
            <a:off x="3962400" y="3200400"/>
            <a:ext cx="8077200" cy="9051926"/>
          </a:xfrm>
          <a:prstGeom prst="rect">
            <a:avLst/>
          </a:prstGeom>
          <a:noFill/>
          <a:ln>
            <a:noFill/>
          </a:ln>
        </p:spPr>
        <p:txBody>
          <a:bodyPr anchorCtr="0" anchor="t" bIns="91425" lIns="91425" spcFirstLastPara="1" rIns="91425" wrap="square" tIns="91425">
            <a:normAutofit/>
          </a:bodyPr>
          <a:lstStyle>
            <a:lvl1pPr indent="-584200" lvl="0" marL="4572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1pPr>
            <a:lvl2pPr indent="-584200" lvl="1" marL="9144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2pPr>
            <a:lvl3pPr indent="-584200" lvl="2" marL="13716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3pPr>
            <a:lvl4pPr indent="-584200" lvl="3" marL="18288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4pPr>
            <a:lvl5pPr indent="-584200" lvl="4" marL="2286000" algn="l">
              <a:lnSpc>
                <a:spcPct val="100000"/>
              </a:lnSpc>
              <a:spcBef>
                <a:spcPts val="1300"/>
              </a:spcBef>
              <a:spcAft>
                <a:spcPts val="0"/>
              </a:spcAft>
              <a:buClr>
                <a:srgbClr val="000000"/>
              </a:buClr>
              <a:buSzPts val="5600"/>
              <a:buFont typeface="Helvetica Neue"/>
              <a:buChar char="»"/>
              <a:defRPr sz="56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28" name="Google Shape;28;p159"/>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9" name="Shape 29"/>
        <p:cNvGrpSpPr/>
        <p:nvPr/>
      </p:nvGrpSpPr>
      <p:grpSpPr>
        <a:xfrm>
          <a:off x="0" y="0"/>
          <a:ext cx="0" cy="0"/>
          <a:chOff x="0" y="0"/>
          <a:chExt cx="0" cy="0"/>
        </a:xfrm>
      </p:grpSpPr>
      <p:sp>
        <p:nvSpPr>
          <p:cNvPr id="30" name="Google Shape;30;p160"/>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31" name="Google Shape;31;p160"/>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Helvetica Neue Light"/>
              <a:buNone/>
              <a:defRPr>
                <a:solidFill>
                  <a:srgbClr val="888888"/>
                </a:solidFill>
              </a:defRPr>
            </a:lvl1pPr>
            <a:lvl2pPr indent="0" lvl="1" marL="0" marR="0" algn="r">
              <a:lnSpc>
                <a:spcPct val="100000"/>
              </a:lnSpc>
              <a:spcBef>
                <a:spcPts val="0"/>
              </a:spcBef>
              <a:spcAft>
                <a:spcPts val="0"/>
              </a:spcAft>
              <a:buClr>
                <a:srgbClr val="888888"/>
              </a:buClr>
              <a:buSzPts val="2400"/>
              <a:buFont typeface="Helvetica Neue Light"/>
              <a:buNone/>
              <a:defRPr>
                <a:solidFill>
                  <a:srgbClr val="888888"/>
                </a:solidFill>
              </a:defRPr>
            </a:lvl2pPr>
            <a:lvl3pPr indent="0" lvl="2" marL="0" marR="0" algn="r">
              <a:lnSpc>
                <a:spcPct val="100000"/>
              </a:lnSpc>
              <a:spcBef>
                <a:spcPts val="0"/>
              </a:spcBef>
              <a:spcAft>
                <a:spcPts val="0"/>
              </a:spcAft>
              <a:buClr>
                <a:srgbClr val="888888"/>
              </a:buClr>
              <a:buSzPts val="2400"/>
              <a:buFont typeface="Helvetica Neue Light"/>
              <a:buNone/>
              <a:defRPr>
                <a:solidFill>
                  <a:srgbClr val="888888"/>
                </a:solidFill>
              </a:defRPr>
            </a:lvl3pPr>
            <a:lvl4pPr indent="0" lvl="3" marL="0" marR="0" algn="r">
              <a:lnSpc>
                <a:spcPct val="100000"/>
              </a:lnSpc>
              <a:spcBef>
                <a:spcPts val="0"/>
              </a:spcBef>
              <a:spcAft>
                <a:spcPts val="0"/>
              </a:spcAft>
              <a:buClr>
                <a:srgbClr val="888888"/>
              </a:buClr>
              <a:buSzPts val="2400"/>
              <a:buFont typeface="Helvetica Neue Light"/>
              <a:buNone/>
              <a:defRPr>
                <a:solidFill>
                  <a:srgbClr val="888888"/>
                </a:solidFill>
              </a:defRPr>
            </a:lvl4pPr>
            <a:lvl5pPr indent="0" lvl="4" marL="0" marR="0" algn="r">
              <a:lnSpc>
                <a:spcPct val="100000"/>
              </a:lnSpc>
              <a:spcBef>
                <a:spcPts val="0"/>
              </a:spcBef>
              <a:spcAft>
                <a:spcPts val="0"/>
              </a:spcAft>
              <a:buClr>
                <a:srgbClr val="888888"/>
              </a:buClr>
              <a:buSzPts val="2400"/>
              <a:buFont typeface="Helvetica Neue Light"/>
              <a:buNone/>
              <a:defRPr>
                <a:solidFill>
                  <a:srgbClr val="888888"/>
                </a:solidFill>
              </a:defRPr>
            </a:lvl5pPr>
            <a:lvl6pPr indent="0" lvl="5" marL="0" marR="0" algn="r">
              <a:lnSpc>
                <a:spcPct val="100000"/>
              </a:lnSpc>
              <a:spcBef>
                <a:spcPts val="0"/>
              </a:spcBef>
              <a:spcAft>
                <a:spcPts val="0"/>
              </a:spcAft>
              <a:buClr>
                <a:srgbClr val="888888"/>
              </a:buClr>
              <a:buSzPts val="2400"/>
              <a:buFont typeface="Helvetica Neue Light"/>
              <a:buNone/>
              <a:defRPr>
                <a:solidFill>
                  <a:srgbClr val="888888"/>
                </a:solidFill>
              </a:defRPr>
            </a:lvl6pPr>
            <a:lvl7pPr indent="0" lvl="6" marL="0" marR="0" algn="r">
              <a:lnSpc>
                <a:spcPct val="100000"/>
              </a:lnSpc>
              <a:spcBef>
                <a:spcPts val="0"/>
              </a:spcBef>
              <a:spcAft>
                <a:spcPts val="0"/>
              </a:spcAft>
              <a:buClr>
                <a:srgbClr val="888888"/>
              </a:buClr>
              <a:buSzPts val="2400"/>
              <a:buFont typeface="Helvetica Neue Light"/>
              <a:buNone/>
              <a:defRPr>
                <a:solidFill>
                  <a:srgbClr val="888888"/>
                </a:solidFill>
              </a:defRPr>
            </a:lvl7pPr>
            <a:lvl8pPr indent="0" lvl="7" marL="0" marR="0" algn="r">
              <a:lnSpc>
                <a:spcPct val="100000"/>
              </a:lnSpc>
              <a:spcBef>
                <a:spcPts val="0"/>
              </a:spcBef>
              <a:spcAft>
                <a:spcPts val="0"/>
              </a:spcAft>
              <a:buClr>
                <a:srgbClr val="888888"/>
              </a:buClr>
              <a:buSzPts val="2400"/>
              <a:buFont typeface="Helvetica Neue Light"/>
              <a:buNone/>
              <a:defRPr>
                <a:solidFill>
                  <a:srgbClr val="888888"/>
                </a:solidFill>
              </a:defRPr>
            </a:lvl8pPr>
            <a:lvl9pPr indent="0" lvl="8" marL="0" marR="0" algn="r">
              <a:lnSpc>
                <a:spcPct val="100000"/>
              </a:lnSpc>
              <a:spcBef>
                <a:spcPts val="0"/>
              </a:spcBef>
              <a:spcAft>
                <a:spcPts val="0"/>
              </a:spcAft>
              <a:buClr>
                <a:srgbClr val="888888"/>
              </a:buClr>
              <a:buSzPts val="2400"/>
              <a:buFont typeface="Helvetica Neue Light"/>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2">
    <p:spTree>
      <p:nvGrpSpPr>
        <p:cNvPr id="32" name="Shape 32"/>
        <p:cNvGrpSpPr/>
        <p:nvPr/>
      </p:nvGrpSpPr>
      <p:grpSpPr>
        <a:xfrm>
          <a:off x="0" y="0"/>
          <a:ext cx="0" cy="0"/>
          <a:chOff x="0" y="0"/>
          <a:chExt cx="0" cy="0"/>
        </a:xfrm>
      </p:grpSpPr>
      <p:sp>
        <p:nvSpPr>
          <p:cNvPr id="33" name="Google Shape;33;p161"/>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34" name="Google Shape;34;p161"/>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35" name="Shape 35"/>
        <p:cNvGrpSpPr/>
        <p:nvPr/>
      </p:nvGrpSpPr>
      <p:grpSpPr>
        <a:xfrm>
          <a:off x="0" y="0"/>
          <a:ext cx="0" cy="0"/>
          <a:chOff x="0" y="0"/>
          <a:chExt cx="0" cy="0"/>
        </a:xfrm>
      </p:grpSpPr>
      <p:cxnSp>
        <p:nvCxnSpPr>
          <p:cNvPr id="36" name="Google Shape;36;p162"/>
          <p:cNvCxnSpPr/>
          <p:nvPr/>
        </p:nvCxnSpPr>
        <p:spPr>
          <a:xfrm>
            <a:off x="4419600" y="1676400"/>
            <a:ext cx="15544800" cy="0"/>
          </a:xfrm>
          <a:prstGeom prst="straightConnector1">
            <a:avLst/>
          </a:prstGeom>
          <a:noFill/>
          <a:ln cap="flat" cmpd="sng" w="76200">
            <a:solidFill>
              <a:srgbClr val="000000"/>
            </a:solidFill>
            <a:prstDash val="solid"/>
            <a:round/>
            <a:headEnd len="sm" w="sm" type="none"/>
            <a:tailEnd len="sm" w="sm" type="none"/>
          </a:ln>
        </p:spPr>
      </p:cxnSp>
      <p:sp>
        <p:nvSpPr>
          <p:cNvPr id="37" name="Google Shape;37;p162"/>
          <p:cNvSpPr txBox="1"/>
          <p:nvPr>
            <p:ph idx="12" type="sldNum"/>
          </p:nvPr>
        </p:nvSpPr>
        <p:spPr>
          <a:xfrm>
            <a:off x="19413220" y="12496800"/>
            <a:ext cx="551181" cy="574174"/>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2800"/>
              <a:buFont typeface="Times New Roman"/>
              <a:buNone/>
              <a:defRPr sz="2800">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3">
    <p:spTree>
      <p:nvGrpSpPr>
        <p:cNvPr id="38" name="Shape 38"/>
        <p:cNvGrpSpPr/>
        <p:nvPr/>
      </p:nvGrpSpPr>
      <p:grpSpPr>
        <a:xfrm>
          <a:off x="0" y="0"/>
          <a:ext cx="0" cy="0"/>
          <a:chOff x="0" y="0"/>
          <a:chExt cx="0" cy="0"/>
        </a:xfrm>
      </p:grpSpPr>
      <p:sp>
        <p:nvSpPr>
          <p:cNvPr id="39" name="Google Shape;39;p163"/>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0" name="Google Shape;40;p163"/>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1pPr>
            <a:lvl2pPr indent="-635000" lvl="1" marL="9144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2pPr>
            <a:lvl3pPr indent="-635000" lvl="2" marL="13716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3pPr>
            <a:lvl4pPr indent="-635000" lvl="3" marL="18288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4pPr>
            <a:lvl5pPr indent="-635000" lvl="4" marL="2286000" algn="l">
              <a:lnSpc>
                <a:spcPct val="100000"/>
              </a:lnSpc>
              <a:spcBef>
                <a:spcPts val="1500"/>
              </a:spcBef>
              <a:spcAft>
                <a:spcPts val="0"/>
              </a:spcAft>
              <a:buClr>
                <a:srgbClr val="000000"/>
              </a:buClr>
              <a:buSzPts val="6400"/>
              <a:buFont typeface="Arial"/>
              <a:buChar char="»"/>
              <a:defRPr sz="64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41" name="Google Shape;41;p163"/>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2" name="Shape 42"/>
        <p:cNvGrpSpPr/>
        <p:nvPr/>
      </p:nvGrpSpPr>
      <p:grpSpPr>
        <a:xfrm>
          <a:off x="0" y="0"/>
          <a:ext cx="0" cy="0"/>
          <a:chOff x="0" y="0"/>
          <a:chExt cx="0" cy="0"/>
        </a:xfrm>
      </p:grpSpPr>
      <p:sp>
        <p:nvSpPr>
          <p:cNvPr id="43" name="Google Shape;43;p164"/>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3">
    <p:spTree>
      <p:nvGrpSpPr>
        <p:cNvPr id="44" name="Shape 44"/>
        <p:cNvGrpSpPr/>
        <p:nvPr/>
      </p:nvGrpSpPr>
      <p:grpSpPr>
        <a:xfrm>
          <a:off x="0" y="0"/>
          <a:ext cx="0" cy="0"/>
          <a:chOff x="0" y="0"/>
          <a:chExt cx="0" cy="0"/>
        </a:xfrm>
      </p:grpSpPr>
      <p:sp>
        <p:nvSpPr>
          <p:cNvPr id="45" name="Google Shape;45;p165"/>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6" name="Google Shape;46;p165"/>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4">
    <p:spTree>
      <p:nvGrpSpPr>
        <p:cNvPr id="47" name="Shape 47"/>
        <p:cNvGrpSpPr/>
        <p:nvPr/>
      </p:nvGrpSpPr>
      <p:grpSpPr>
        <a:xfrm>
          <a:off x="0" y="0"/>
          <a:ext cx="0" cy="0"/>
          <a:chOff x="0" y="0"/>
          <a:chExt cx="0" cy="0"/>
        </a:xfrm>
      </p:grpSpPr>
      <p:sp>
        <p:nvSpPr>
          <p:cNvPr id="48" name="Google Shape;48;p166"/>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9" name="Google Shape;49;p166"/>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2400"/>
              <a:buFont typeface="Calibri"/>
              <a:buNone/>
              <a:defRPr>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5">
    <p:spTree>
      <p:nvGrpSpPr>
        <p:cNvPr id="50" name="Shape 50"/>
        <p:cNvGrpSpPr/>
        <p:nvPr/>
      </p:nvGrpSpPr>
      <p:grpSpPr>
        <a:xfrm>
          <a:off x="0" y="0"/>
          <a:ext cx="0" cy="0"/>
          <a:chOff x="0" y="0"/>
          <a:chExt cx="0" cy="0"/>
        </a:xfrm>
      </p:grpSpPr>
      <p:sp>
        <p:nvSpPr>
          <p:cNvPr id="51" name="Google Shape;51;p167"/>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00000"/>
              </a:buClr>
              <a:buSzPts val="8800"/>
              <a:buFont typeface="Open Sans"/>
              <a:buNone/>
              <a:defRPr b="1" sz="8800">
                <a:latin typeface="Open Sans"/>
                <a:ea typeface="Open Sans"/>
                <a:cs typeface="Open Sans"/>
                <a:sym typeface="Open Sans"/>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2" name="Google Shape;52;p167"/>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1pPr>
            <a:lvl2pPr indent="0" lvl="1"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2pPr>
            <a:lvl3pPr indent="0" lvl="2"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3pPr>
            <a:lvl4pPr indent="0" lvl="3"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4pPr>
            <a:lvl5pPr indent="0" lvl="4"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5pPr>
            <a:lvl6pPr indent="0" lvl="5"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6pPr>
            <a:lvl7pPr indent="0" lvl="6"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7pPr>
            <a:lvl8pPr indent="0" lvl="7"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8pPr>
            <a:lvl9pPr indent="0" lvl="8" marL="0" marR="0" algn="r">
              <a:lnSpc>
                <a:spcPct val="100000"/>
              </a:lnSpc>
              <a:spcBef>
                <a:spcPts val="0"/>
              </a:spcBef>
              <a:spcAft>
                <a:spcPts val="0"/>
              </a:spcAft>
              <a:buClr>
                <a:srgbClr val="888888"/>
              </a:buClr>
              <a:buSzPts val="2400"/>
              <a:buFont typeface="Open Sans"/>
              <a:buNone/>
              <a:defRPr>
                <a:solidFill>
                  <a:srgbClr val="888888"/>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p:spTree>
      <p:nvGrpSpPr>
        <p:cNvPr id="53" name="Shape 53"/>
        <p:cNvGrpSpPr/>
        <p:nvPr/>
      </p:nvGrpSpPr>
      <p:grpSpPr>
        <a:xfrm>
          <a:off x="0" y="0"/>
          <a:ext cx="0" cy="0"/>
          <a:chOff x="0" y="0"/>
          <a:chExt cx="0" cy="0"/>
        </a:xfrm>
      </p:grpSpPr>
      <p:sp>
        <p:nvSpPr>
          <p:cNvPr id="54" name="Google Shape;54;p168"/>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5" name="Google Shape;55;p168"/>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6">
    <p:spTree>
      <p:nvGrpSpPr>
        <p:cNvPr id="56" name="Shape 56"/>
        <p:cNvGrpSpPr/>
        <p:nvPr/>
      </p:nvGrpSpPr>
      <p:grpSpPr>
        <a:xfrm>
          <a:off x="0" y="0"/>
          <a:ext cx="0" cy="0"/>
          <a:chOff x="0" y="0"/>
          <a:chExt cx="0" cy="0"/>
        </a:xfrm>
      </p:grpSpPr>
      <p:sp>
        <p:nvSpPr>
          <p:cNvPr id="57" name="Google Shape;57;p169"/>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58" name="Google Shape;58;p169"/>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4">
    <p:spTree>
      <p:nvGrpSpPr>
        <p:cNvPr id="59" name="Shape 59"/>
        <p:cNvGrpSpPr/>
        <p:nvPr/>
      </p:nvGrpSpPr>
      <p:grpSpPr>
        <a:xfrm>
          <a:off x="0" y="0"/>
          <a:ext cx="0" cy="0"/>
          <a:chOff x="0" y="0"/>
          <a:chExt cx="0" cy="0"/>
        </a:xfrm>
      </p:grpSpPr>
      <p:sp>
        <p:nvSpPr>
          <p:cNvPr id="60" name="Google Shape;60;p170"/>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61" name="Google Shape;61;p170"/>
          <p:cNvSpPr txBox="1"/>
          <p:nvPr>
            <p:ph idx="1" type="body"/>
          </p:nvPr>
        </p:nvSpPr>
        <p:spPr>
          <a:xfrm>
            <a:off x="3962400" y="3200400"/>
            <a:ext cx="16459200" cy="9051926"/>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5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62" name="Google Shape;62;p170"/>
          <p:cNvSpPr txBox="1"/>
          <p:nvPr>
            <p:ph idx="12" type="sldNum"/>
          </p:nvPr>
        </p:nvSpPr>
        <p:spPr>
          <a:xfrm>
            <a:off x="19830484" y="12490450"/>
            <a:ext cx="591116" cy="577647"/>
          </a:xfrm>
          <a:prstGeom prst="rect">
            <a:avLst/>
          </a:prstGeom>
          <a:noFill/>
          <a:ln>
            <a:noFill/>
          </a:ln>
        </p:spPr>
        <p:txBody>
          <a:bodyPr anchorCtr="0" anchor="t" bIns="91425" lIns="91425" spcFirstLastPara="1" rIns="91425" wrap="square" tIns="91425">
            <a:spAutoFit/>
          </a:bodyPr>
          <a:lstStyle>
            <a:lvl1pPr indent="0" lvl="0"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1pPr>
            <a:lvl2pPr indent="0" lvl="1"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2pPr>
            <a:lvl3pPr indent="0" lvl="2"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3pPr>
            <a:lvl4pPr indent="0" lvl="3"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4pPr>
            <a:lvl5pPr indent="0" lvl="4"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5pPr>
            <a:lvl6pPr indent="0" lvl="5"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6pPr>
            <a:lvl7pPr indent="0" lvl="6"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7pPr>
            <a:lvl8pPr indent="0" lvl="7"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8pPr>
            <a:lvl9pPr indent="0" lvl="8" marL="0" marR="0" algn="r">
              <a:lnSpc>
                <a:spcPct val="100000"/>
              </a:lnSpc>
              <a:spcBef>
                <a:spcPts val="0"/>
              </a:spcBef>
              <a:spcAft>
                <a:spcPts val="0"/>
              </a:spcAft>
              <a:buClr>
                <a:srgbClr val="000000"/>
              </a:buClr>
              <a:buSzPts val="2800"/>
              <a:buFont typeface="Arial"/>
              <a:buNone/>
              <a:defRPr sz="2800">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2400">
              <a:latin typeface="Helvetica Neue Light"/>
              <a:ea typeface="Helvetica Neue Light"/>
              <a:cs typeface="Helvetica Neue Light"/>
              <a:sym typeface="Helvetica Neue Ligh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5">
    <p:spTree>
      <p:nvGrpSpPr>
        <p:cNvPr id="63" name="Shape 63"/>
        <p:cNvGrpSpPr/>
        <p:nvPr/>
      </p:nvGrpSpPr>
      <p:grpSpPr>
        <a:xfrm>
          <a:off x="0" y="0"/>
          <a:ext cx="0" cy="0"/>
          <a:chOff x="0" y="0"/>
          <a:chExt cx="0" cy="0"/>
        </a:xfrm>
      </p:grpSpPr>
      <p:sp>
        <p:nvSpPr>
          <p:cNvPr id="64" name="Google Shape;64;p171"/>
          <p:cNvSpPr txBox="1"/>
          <p:nvPr>
            <p:ph type="title"/>
          </p:nvPr>
        </p:nvSpPr>
        <p:spPr>
          <a:xfrm>
            <a:off x="3962400" y="180976"/>
            <a:ext cx="16459200" cy="3019425"/>
          </a:xfrm>
          <a:prstGeom prst="rect">
            <a:avLst/>
          </a:prstGeom>
          <a:noFill/>
          <a:ln>
            <a:noFill/>
          </a:ln>
        </p:spPr>
        <p:txBody>
          <a:bodyPr anchorCtr="0" anchor="ctr" bIns="101600" lIns="101600" spcFirstLastPara="1" rIns="101600" wrap="square" tIns="101600">
            <a:normAutofit/>
          </a:bodyPr>
          <a:lstStyle>
            <a:lvl1pPr lvl="0" algn="ctr">
              <a:lnSpc>
                <a:spcPct val="100000"/>
              </a:lnSpc>
              <a:spcBef>
                <a:spcPts val="0"/>
              </a:spcBef>
              <a:spcAft>
                <a:spcPts val="0"/>
              </a:spcAft>
              <a:buClr>
                <a:srgbClr val="000000"/>
              </a:buClr>
              <a:buSzPts val="8800"/>
              <a:buFont typeface="Arial"/>
              <a:buNone/>
              <a:defRPr sz="88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65" name="Google Shape;65;p171"/>
          <p:cNvSpPr txBox="1"/>
          <p:nvPr>
            <p:ph idx="1" type="body"/>
          </p:nvPr>
        </p:nvSpPr>
        <p:spPr>
          <a:xfrm>
            <a:off x="3962400" y="3200400"/>
            <a:ext cx="16459200" cy="10515600"/>
          </a:xfrm>
          <a:prstGeom prst="rect">
            <a:avLst/>
          </a:prstGeom>
          <a:noFill/>
          <a:ln>
            <a:noFill/>
          </a:ln>
        </p:spPr>
        <p:txBody>
          <a:bodyPr anchorCtr="0" anchor="t" bIns="101600" lIns="101600" spcFirstLastPara="1" rIns="101600" wrap="square" tIns="101600">
            <a:normAutofit/>
          </a:bodyPr>
          <a:lstStyle>
            <a:lvl1pPr indent="-635000" lvl="0" marL="4572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1pPr>
            <a:lvl2pPr indent="-635000" lvl="1" marL="9144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2pPr>
            <a:lvl3pPr indent="-635000" lvl="2" marL="13716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3pPr>
            <a:lvl4pPr indent="-635000" lvl="3" marL="18288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4pPr>
            <a:lvl5pPr indent="-635000" lvl="4" marL="2286000" algn="l">
              <a:lnSpc>
                <a:spcPct val="100000"/>
              </a:lnSpc>
              <a:spcBef>
                <a:spcPts val="1400"/>
              </a:spcBef>
              <a:spcAft>
                <a:spcPts val="0"/>
              </a:spcAft>
              <a:buClr>
                <a:srgbClr val="000000"/>
              </a:buClr>
              <a:buSzPts val="6400"/>
              <a:buFont typeface="Arial"/>
              <a:buChar char="»"/>
              <a:defRPr sz="6400">
                <a:latin typeface="Arial"/>
                <a:ea typeface="Arial"/>
                <a:cs typeface="Arial"/>
                <a:sym typeface="Aria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66" name="Google Shape;66;p171"/>
          <p:cNvSpPr txBox="1"/>
          <p:nvPr>
            <p:ph idx="12" type="sldNum"/>
          </p:nvPr>
        </p:nvSpPr>
        <p:spPr>
          <a:xfrm>
            <a:off x="17990856" y="12490450"/>
            <a:ext cx="591116" cy="577647"/>
          </a:xfrm>
          <a:prstGeom prst="rect">
            <a:avLst/>
          </a:prstGeom>
          <a:noFill/>
          <a:ln>
            <a:noFill/>
          </a:ln>
        </p:spPr>
        <p:txBody>
          <a:bodyPr anchorCtr="0" anchor="t" bIns="91425" lIns="91425" spcFirstLastPara="1" rIns="91425" wrap="square" tIns="91425">
            <a:spAutoFit/>
          </a:bodyPr>
          <a:lstStyle>
            <a:lvl1pPr indent="0" lvl="0"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1pPr>
            <a:lvl2pPr indent="0" lvl="1"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2pPr>
            <a:lvl3pPr indent="0" lvl="2"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3pPr>
            <a:lvl4pPr indent="0" lvl="3"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4pPr>
            <a:lvl5pPr indent="0" lvl="4"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5pPr>
            <a:lvl6pPr indent="0" lvl="5"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6pPr>
            <a:lvl7pPr indent="0" lvl="6"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7pPr>
            <a:lvl8pPr indent="0" lvl="7"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8pPr>
            <a:lvl9pPr indent="0" lvl="8" marL="0" marR="0" algn="ctr">
              <a:lnSpc>
                <a:spcPct val="100000"/>
              </a:lnSpc>
              <a:spcBef>
                <a:spcPts val="0"/>
              </a:spcBef>
              <a:spcAft>
                <a:spcPts val="0"/>
              </a:spcAft>
              <a:buClr>
                <a:srgbClr val="000000"/>
              </a:buClr>
              <a:buSzPts val="2800"/>
              <a:buFont typeface="Arial"/>
              <a:buNone/>
              <a:defRPr b="1" sz="2800">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b="0" sz="2400">
              <a:latin typeface="Helvetica Neue Light"/>
              <a:ea typeface="Helvetica Neue Light"/>
              <a:cs typeface="Helvetica Neue Light"/>
              <a:sym typeface="Helvetica Neue Ligh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p:cSld name="Photo - Horizontal">
    <p:spTree>
      <p:nvGrpSpPr>
        <p:cNvPr id="67" name="Shape 67"/>
        <p:cNvGrpSpPr/>
        <p:nvPr/>
      </p:nvGrpSpPr>
      <p:grpSpPr>
        <a:xfrm>
          <a:off x="0" y="0"/>
          <a:ext cx="0" cy="0"/>
          <a:chOff x="0" y="0"/>
          <a:chExt cx="0" cy="0"/>
        </a:xfrm>
      </p:grpSpPr>
      <p:sp>
        <p:nvSpPr>
          <p:cNvPr id="68" name="Google Shape;68;p172"/>
          <p:cNvSpPr/>
          <p:nvPr>
            <p:ph idx="2" type="pic"/>
          </p:nvPr>
        </p:nvSpPr>
        <p:spPr>
          <a:xfrm>
            <a:off x="3124200" y="-38100"/>
            <a:ext cx="18135600" cy="12096698"/>
          </a:xfrm>
          <a:prstGeom prst="rect">
            <a:avLst/>
          </a:prstGeom>
          <a:noFill/>
          <a:ln>
            <a:noFill/>
          </a:ln>
        </p:spPr>
      </p:sp>
      <p:sp>
        <p:nvSpPr>
          <p:cNvPr id="69" name="Google Shape;69;p172"/>
          <p:cNvSpPr txBox="1"/>
          <p:nvPr>
            <p:ph type="title"/>
          </p:nvPr>
        </p:nvSpPr>
        <p:spPr>
          <a:xfrm>
            <a:off x="635000" y="9512300"/>
            <a:ext cx="23114000" cy="20066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70" name="Google Shape;70;p172"/>
          <p:cNvSpPr txBox="1"/>
          <p:nvPr>
            <p:ph idx="1" type="body"/>
          </p:nvPr>
        </p:nvSpPr>
        <p:spPr>
          <a:xfrm>
            <a:off x="635000" y="11442700"/>
            <a:ext cx="23114000" cy="15875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lvl1pPr>
            <a:lvl2pPr indent="-228600" lvl="1" marL="914400" algn="ctr">
              <a:lnSpc>
                <a:spcPct val="100000"/>
              </a:lnSpc>
              <a:spcBef>
                <a:spcPts val="0"/>
              </a:spcBef>
              <a:spcAft>
                <a:spcPts val="0"/>
              </a:spcAft>
              <a:buClr>
                <a:srgbClr val="000000"/>
              </a:buClr>
              <a:buSzPts val="5400"/>
              <a:buFont typeface="Helvetica Neue"/>
              <a:buNone/>
              <a:defRPr sz="5400"/>
            </a:lvl2pPr>
            <a:lvl3pPr indent="-228600" lvl="2" marL="1371600" algn="ctr">
              <a:lnSpc>
                <a:spcPct val="100000"/>
              </a:lnSpc>
              <a:spcBef>
                <a:spcPts val="0"/>
              </a:spcBef>
              <a:spcAft>
                <a:spcPts val="0"/>
              </a:spcAft>
              <a:buClr>
                <a:srgbClr val="000000"/>
              </a:buClr>
              <a:buSzPts val="5400"/>
              <a:buFont typeface="Helvetica Neue"/>
              <a:buNone/>
              <a:defRPr sz="5400"/>
            </a:lvl3pPr>
            <a:lvl4pPr indent="-228600" lvl="3" marL="1828800" algn="ctr">
              <a:lnSpc>
                <a:spcPct val="100000"/>
              </a:lnSpc>
              <a:spcBef>
                <a:spcPts val="0"/>
              </a:spcBef>
              <a:spcAft>
                <a:spcPts val="0"/>
              </a:spcAft>
              <a:buClr>
                <a:srgbClr val="000000"/>
              </a:buClr>
              <a:buSzPts val="5400"/>
              <a:buFont typeface="Helvetica Neue"/>
              <a:buNone/>
              <a:defRPr sz="5400"/>
            </a:lvl4pPr>
            <a:lvl5pPr indent="-228600" lvl="4" marL="2286000" algn="ctr">
              <a:lnSpc>
                <a:spcPct val="100000"/>
              </a:lnSpc>
              <a:spcBef>
                <a:spcPts val="0"/>
              </a:spcBef>
              <a:spcAft>
                <a:spcPts val="0"/>
              </a:spcAft>
              <a:buClr>
                <a:srgbClr val="000000"/>
              </a:buClr>
              <a:buSzPts val="5400"/>
              <a:buFont typeface="Helvetica Neue"/>
              <a:buNone/>
              <a:defRPr sz="5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71" name="Google Shape;71;p172"/>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enter">
  <p:cSld name="Title - Center">
    <p:spTree>
      <p:nvGrpSpPr>
        <p:cNvPr id="72" name="Shape 72"/>
        <p:cNvGrpSpPr/>
        <p:nvPr/>
      </p:nvGrpSpPr>
      <p:grpSpPr>
        <a:xfrm>
          <a:off x="0" y="0"/>
          <a:ext cx="0" cy="0"/>
          <a:chOff x="0" y="0"/>
          <a:chExt cx="0" cy="0"/>
        </a:xfrm>
      </p:grpSpPr>
      <p:sp>
        <p:nvSpPr>
          <p:cNvPr id="73" name="Google Shape;73;p173"/>
          <p:cNvSpPr txBox="1"/>
          <p:nvPr>
            <p:ph type="title"/>
          </p:nvPr>
        </p:nvSpPr>
        <p:spPr>
          <a:xfrm>
            <a:off x="1778000" y="4533900"/>
            <a:ext cx="20828000" cy="46482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74" name="Google Shape;74;p173"/>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Vertical">
  <p:cSld name="Photo - Vertical">
    <p:spTree>
      <p:nvGrpSpPr>
        <p:cNvPr id="75" name="Shape 75"/>
        <p:cNvGrpSpPr/>
        <p:nvPr/>
      </p:nvGrpSpPr>
      <p:grpSpPr>
        <a:xfrm>
          <a:off x="0" y="0"/>
          <a:ext cx="0" cy="0"/>
          <a:chOff x="0" y="0"/>
          <a:chExt cx="0" cy="0"/>
        </a:xfrm>
      </p:grpSpPr>
      <p:sp>
        <p:nvSpPr>
          <p:cNvPr id="76" name="Google Shape;76;p174"/>
          <p:cNvSpPr/>
          <p:nvPr>
            <p:ph idx="2" type="pic"/>
          </p:nvPr>
        </p:nvSpPr>
        <p:spPr>
          <a:xfrm>
            <a:off x="7950200" y="1104900"/>
            <a:ext cx="17259302" cy="11506201"/>
          </a:xfrm>
          <a:prstGeom prst="rect">
            <a:avLst/>
          </a:prstGeom>
          <a:noFill/>
          <a:ln>
            <a:noFill/>
          </a:ln>
        </p:spPr>
      </p:sp>
      <p:sp>
        <p:nvSpPr>
          <p:cNvPr id="77" name="Google Shape;77;p174"/>
          <p:cNvSpPr txBox="1"/>
          <p:nvPr>
            <p:ph type="title"/>
          </p:nvPr>
        </p:nvSpPr>
        <p:spPr>
          <a:xfrm>
            <a:off x="1651000" y="952500"/>
            <a:ext cx="10223500" cy="55499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8400"/>
              <a:buFont typeface="Helvetica Neue"/>
              <a:buNone/>
              <a:defRPr sz="84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78" name="Google Shape;78;p174"/>
          <p:cNvSpPr txBox="1"/>
          <p:nvPr>
            <p:ph idx="1" type="body"/>
          </p:nvPr>
        </p:nvSpPr>
        <p:spPr>
          <a:xfrm>
            <a:off x="1651000" y="6527800"/>
            <a:ext cx="10223500" cy="57277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5400"/>
              <a:buFont typeface="Helvetica Neue"/>
              <a:buNone/>
              <a:defRPr sz="5400"/>
            </a:lvl1pPr>
            <a:lvl2pPr indent="-228600" lvl="1" marL="914400" algn="ctr">
              <a:lnSpc>
                <a:spcPct val="100000"/>
              </a:lnSpc>
              <a:spcBef>
                <a:spcPts val="0"/>
              </a:spcBef>
              <a:spcAft>
                <a:spcPts val="0"/>
              </a:spcAft>
              <a:buClr>
                <a:srgbClr val="000000"/>
              </a:buClr>
              <a:buSzPts val="5400"/>
              <a:buFont typeface="Helvetica Neue"/>
              <a:buNone/>
              <a:defRPr sz="5400"/>
            </a:lvl2pPr>
            <a:lvl3pPr indent="-228600" lvl="2" marL="1371600" algn="ctr">
              <a:lnSpc>
                <a:spcPct val="100000"/>
              </a:lnSpc>
              <a:spcBef>
                <a:spcPts val="0"/>
              </a:spcBef>
              <a:spcAft>
                <a:spcPts val="0"/>
              </a:spcAft>
              <a:buClr>
                <a:srgbClr val="000000"/>
              </a:buClr>
              <a:buSzPts val="5400"/>
              <a:buFont typeface="Helvetica Neue"/>
              <a:buNone/>
              <a:defRPr sz="5400"/>
            </a:lvl3pPr>
            <a:lvl4pPr indent="-228600" lvl="3" marL="1828800" algn="ctr">
              <a:lnSpc>
                <a:spcPct val="100000"/>
              </a:lnSpc>
              <a:spcBef>
                <a:spcPts val="0"/>
              </a:spcBef>
              <a:spcAft>
                <a:spcPts val="0"/>
              </a:spcAft>
              <a:buClr>
                <a:srgbClr val="000000"/>
              </a:buClr>
              <a:buSzPts val="5400"/>
              <a:buFont typeface="Helvetica Neue"/>
              <a:buNone/>
              <a:defRPr sz="5400"/>
            </a:lvl4pPr>
            <a:lvl5pPr indent="-228600" lvl="4" marL="2286000" algn="ctr">
              <a:lnSpc>
                <a:spcPct val="100000"/>
              </a:lnSpc>
              <a:spcBef>
                <a:spcPts val="0"/>
              </a:spcBef>
              <a:spcAft>
                <a:spcPts val="0"/>
              </a:spcAft>
              <a:buClr>
                <a:srgbClr val="000000"/>
              </a:buClr>
              <a:buSzPts val="5400"/>
              <a:buFont typeface="Helvetica Neue"/>
              <a:buNone/>
              <a:defRPr sz="54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79" name="Google Shape;79;p174"/>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80" name="Shape 80"/>
        <p:cNvGrpSpPr/>
        <p:nvPr/>
      </p:nvGrpSpPr>
      <p:grpSpPr>
        <a:xfrm>
          <a:off x="0" y="0"/>
          <a:ext cx="0" cy="0"/>
          <a:chOff x="0" y="0"/>
          <a:chExt cx="0" cy="0"/>
        </a:xfrm>
      </p:grpSpPr>
      <p:sp>
        <p:nvSpPr>
          <p:cNvPr id="81" name="Google Shape;81;p175"/>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82" name="Google Shape;82;p175"/>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a:buChar char="•"/>
              <a:defRPr sz="4800"/>
            </a:lvl1pPr>
            <a:lvl2pPr indent="-609600" lvl="1" marL="914400" algn="l">
              <a:lnSpc>
                <a:spcPct val="100000"/>
              </a:lnSpc>
              <a:spcBef>
                <a:spcPts val="5900"/>
              </a:spcBef>
              <a:spcAft>
                <a:spcPts val="0"/>
              </a:spcAft>
              <a:buClr>
                <a:srgbClr val="000000"/>
              </a:buClr>
              <a:buSzPts val="6000"/>
              <a:buFont typeface="Helvetica Neue"/>
              <a:buChar char="•"/>
              <a:defRPr sz="4800"/>
            </a:lvl2pPr>
            <a:lvl3pPr indent="-609600" lvl="2" marL="1371600" algn="l">
              <a:lnSpc>
                <a:spcPct val="100000"/>
              </a:lnSpc>
              <a:spcBef>
                <a:spcPts val="5900"/>
              </a:spcBef>
              <a:spcAft>
                <a:spcPts val="0"/>
              </a:spcAft>
              <a:buClr>
                <a:srgbClr val="000000"/>
              </a:buClr>
              <a:buSzPts val="6000"/>
              <a:buFont typeface="Helvetica Neue"/>
              <a:buChar char="•"/>
              <a:defRPr sz="4800"/>
            </a:lvl3pPr>
            <a:lvl4pPr indent="-609600" lvl="3" marL="1828800" algn="l">
              <a:lnSpc>
                <a:spcPct val="100000"/>
              </a:lnSpc>
              <a:spcBef>
                <a:spcPts val="5900"/>
              </a:spcBef>
              <a:spcAft>
                <a:spcPts val="0"/>
              </a:spcAft>
              <a:buClr>
                <a:srgbClr val="000000"/>
              </a:buClr>
              <a:buSzPts val="6000"/>
              <a:buFont typeface="Helvetica Neue"/>
              <a:buChar char="•"/>
              <a:defRPr sz="4800"/>
            </a:lvl4pPr>
            <a:lvl5pPr indent="-609600" lvl="4" marL="2286000" algn="l">
              <a:lnSpc>
                <a:spcPct val="100000"/>
              </a:lnSpc>
              <a:spcBef>
                <a:spcPts val="5900"/>
              </a:spcBef>
              <a:spcAft>
                <a:spcPts val="0"/>
              </a:spcAft>
              <a:buClr>
                <a:srgbClr val="000000"/>
              </a:buClr>
              <a:buSzPts val="6000"/>
              <a:buFont typeface="Helvetica Neue"/>
              <a:buChar char="•"/>
              <a:defRPr sz="48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83" name="Google Shape;83;p175"/>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p:cSld name="Title, Bullets &amp; Photo">
    <p:spTree>
      <p:nvGrpSpPr>
        <p:cNvPr id="84" name="Shape 84"/>
        <p:cNvGrpSpPr/>
        <p:nvPr/>
      </p:nvGrpSpPr>
      <p:grpSpPr>
        <a:xfrm>
          <a:off x="0" y="0"/>
          <a:ext cx="0" cy="0"/>
          <a:chOff x="0" y="0"/>
          <a:chExt cx="0" cy="0"/>
        </a:xfrm>
      </p:grpSpPr>
      <p:sp>
        <p:nvSpPr>
          <p:cNvPr id="85" name="Google Shape;85;p176"/>
          <p:cNvSpPr/>
          <p:nvPr>
            <p:ph idx="2" type="pic"/>
          </p:nvPr>
        </p:nvSpPr>
        <p:spPr>
          <a:xfrm>
            <a:off x="10960100" y="3149600"/>
            <a:ext cx="13944600" cy="9296400"/>
          </a:xfrm>
          <a:prstGeom prst="rect">
            <a:avLst/>
          </a:prstGeom>
          <a:noFill/>
          <a:ln>
            <a:noFill/>
          </a:ln>
        </p:spPr>
      </p:sp>
      <p:sp>
        <p:nvSpPr>
          <p:cNvPr id="86" name="Google Shape;86;p176"/>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87" name="Google Shape;87;p176"/>
          <p:cNvSpPr txBox="1"/>
          <p:nvPr>
            <p:ph idx="1" type="body"/>
          </p:nvPr>
        </p:nvSpPr>
        <p:spPr>
          <a:xfrm>
            <a:off x="1689100" y="3149600"/>
            <a:ext cx="10223500" cy="9296400"/>
          </a:xfrm>
          <a:prstGeom prst="rect">
            <a:avLst/>
          </a:prstGeom>
          <a:noFill/>
          <a:ln>
            <a:noFill/>
          </a:ln>
        </p:spPr>
        <p:txBody>
          <a:bodyPr anchorCtr="0" anchor="ctr" bIns="50800" lIns="50800" spcFirstLastPara="1" rIns="50800" wrap="square" tIns="50800">
            <a:normAutofit/>
          </a:bodyPr>
          <a:lstStyle>
            <a:lvl1pPr indent="-530225" lvl="0" marL="457200" algn="l">
              <a:lnSpc>
                <a:spcPct val="100000"/>
              </a:lnSpc>
              <a:spcBef>
                <a:spcPts val="4500"/>
              </a:spcBef>
              <a:spcAft>
                <a:spcPts val="0"/>
              </a:spcAft>
              <a:buClr>
                <a:srgbClr val="000000"/>
              </a:buClr>
              <a:buSzPts val="4750"/>
              <a:buFont typeface="Helvetica Neue"/>
              <a:buChar char="•"/>
              <a:defRPr sz="3800"/>
            </a:lvl1pPr>
            <a:lvl2pPr indent="-530225" lvl="1" marL="914400" algn="l">
              <a:lnSpc>
                <a:spcPct val="100000"/>
              </a:lnSpc>
              <a:spcBef>
                <a:spcPts val="4500"/>
              </a:spcBef>
              <a:spcAft>
                <a:spcPts val="0"/>
              </a:spcAft>
              <a:buClr>
                <a:srgbClr val="000000"/>
              </a:buClr>
              <a:buSzPts val="4750"/>
              <a:buFont typeface="Helvetica Neue"/>
              <a:buChar char="•"/>
              <a:defRPr sz="3800"/>
            </a:lvl2pPr>
            <a:lvl3pPr indent="-530225" lvl="2" marL="1371600" algn="l">
              <a:lnSpc>
                <a:spcPct val="100000"/>
              </a:lnSpc>
              <a:spcBef>
                <a:spcPts val="4500"/>
              </a:spcBef>
              <a:spcAft>
                <a:spcPts val="0"/>
              </a:spcAft>
              <a:buClr>
                <a:srgbClr val="000000"/>
              </a:buClr>
              <a:buSzPts val="4750"/>
              <a:buFont typeface="Helvetica Neue"/>
              <a:buChar char="•"/>
              <a:defRPr sz="3800"/>
            </a:lvl3pPr>
            <a:lvl4pPr indent="-530225" lvl="3" marL="1828800" algn="l">
              <a:lnSpc>
                <a:spcPct val="100000"/>
              </a:lnSpc>
              <a:spcBef>
                <a:spcPts val="4500"/>
              </a:spcBef>
              <a:spcAft>
                <a:spcPts val="0"/>
              </a:spcAft>
              <a:buClr>
                <a:srgbClr val="000000"/>
              </a:buClr>
              <a:buSzPts val="4750"/>
              <a:buFont typeface="Helvetica Neue"/>
              <a:buChar char="•"/>
              <a:defRPr sz="3800"/>
            </a:lvl4pPr>
            <a:lvl5pPr indent="-530225" lvl="4" marL="2286000" algn="l">
              <a:lnSpc>
                <a:spcPct val="100000"/>
              </a:lnSpc>
              <a:spcBef>
                <a:spcPts val="4500"/>
              </a:spcBef>
              <a:spcAft>
                <a:spcPts val="0"/>
              </a:spcAft>
              <a:buClr>
                <a:srgbClr val="000000"/>
              </a:buClr>
              <a:buSzPts val="4750"/>
              <a:buFont typeface="Helvetica Neue"/>
              <a:buChar char="•"/>
              <a:defRPr sz="38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88" name="Google Shape;88;p176"/>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p:cSld name="Bullets">
    <p:spTree>
      <p:nvGrpSpPr>
        <p:cNvPr id="89" name="Shape 89"/>
        <p:cNvGrpSpPr/>
        <p:nvPr/>
      </p:nvGrpSpPr>
      <p:grpSpPr>
        <a:xfrm>
          <a:off x="0" y="0"/>
          <a:ext cx="0" cy="0"/>
          <a:chOff x="0" y="0"/>
          <a:chExt cx="0" cy="0"/>
        </a:xfrm>
      </p:grpSpPr>
      <p:sp>
        <p:nvSpPr>
          <p:cNvPr id="90" name="Google Shape;90;p177"/>
          <p:cNvSpPr txBox="1"/>
          <p:nvPr>
            <p:ph idx="1" type="body"/>
          </p:nvPr>
        </p:nvSpPr>
        <p:spPr>
          <a:xfrm>
            <a:off x="1689100" y="1778000"/>
            <a:ext cx="21005800" cy="101600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a:buChar char="•"/>
              <a:defRPr sz="4800"/>
            </a:lvl1pPr>
            <a:lvl2pPr indent="-609600" lvl="1" marL="914400" algn="l">
              <a:lnSpc>
                <a:spcPct val="100000"/>
              </a:lnSpc>
              <a:spcBef>
                <a:spcPts val="5900"/>
              </a:spcBef>
              <a:spcAft>
                <a:spcPts val="0"/>
              </a:spcAft>
              <a:buClr>
                <a:srgbClr val="000000"/>
              </a:buClr>
              <a:buSzPts val="6000"/>
              <a:buFont typeface="Helvetica Neue"/>
              <a:buChar char="•"/>
              <a:defRPr sz="4800"/>
            </a:lvl2pPr>
            <a:lvl3pPr indent="-609600" lvl="2" marL="1371600" algn="l">
              <a:lnSpc>
                <a:spcPct val="100000"/>
              </a:lnSpc>
              <a:spcBef>
                <a:spcPts val="5900"/>
              </a:spcBef>
              <a:spcAft>
                <a:spcPts val="0"/>
              </a:spcAft>
              <a:buClr>
                <a:srgbClr val="000000"/>
              </a:buClr>
              <a:buSzPts val="6000"/>
              <a:buFont typeface="Helvetica Neue"/>
              <a:buChar char="•"/>
              <a:defRPr sz="4800"/>
            </a:lvl3pPr>
            <a:lvl4pPr indent="-609600" lvl="3" marL="1828800" algn="l">
              <a:lnSpc>
                <a:spcPct val="100000"/>
              </a:lnSpc>
              <a:spcBef>
                <a:spcPts val="5900"/>
              </a:spcBef>
              <a:spcAft>
                <a:spcPts val="0"/>
              </a:spcAft>
              <a:buClr>
                <a:srgbClr val="000000"/>
              </a:buClr>
              <a:buSzPts val="6000"/>
              <a:buFont typeface="Helvetica Neue"/>
              <a:buChar char="•"/>
              <a:defRPr sz="4800"/>
            </a:lvl4pPr>
            <a:lvl5pPr indent="-609600" lvl="4" marL="2286000" algn="l">
              <a:lnSpc>
                <a:spcPct val="100000"/>
              </a:lnSpc>
              <a:spcBef>
                <a:spcPts val="5900"/>
              </a:spcBef>
              <a:spcAft>
                <a:spcPts val="0"/>
              </a:spcAft>
              <a:buClr>
                <a:srgbClr val="000000"/>
              </a:buClr>
              <a:buSzPts val="6000"/>
              <a:buFont typeface="Helvetica Neue"/>
              <a:buChar char="•"/>
              <a:defRPr sz="4800"/>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91" name="Google Shape;91;p177"/>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p:cSld name="Photo - 3 Up">
    <p:spTree>
      <p:nvGrpSpPr>
        <p:cNvPr id="92" name="Shape 92"/>
        <p:cNvGrpSpPr/>
        <p:nvPr/>
      </p:nvGrpSpPr>
      <p:grpSpPr>
        <a:xfrm>
          <a:off x="0" y="0"/>
          <a:ext cx="0" cy="0"/>
          <a:chOff x="0" y="0"/>
          <a:chExt cx="0" cy="0"/>
        </a:xfrm>
      </p:grpSpPr>
      <p:sp>
        <p:nvSpPr>
          <p:cNvPr id="93" name="Google Shape;93;p178"/>
          <p:cNvSpPr/>
          <p:nvPr>
            <p:ph idx="2" type="pic"/>
          </p:nvPr>
        </p:nvSpPr>
        <p:spPr>
          <a:xfrm>
            <a:off x="15681340" y="7035800"/>
            <a:ext cx="8396678" cy="5600700"/>
          </a:xfrm>
          <a:prstGeom prst="rect">
            <a:avLst/>
          </a:prstGeom>
          <a:noFill/>
          <a:ln>
            <a:noFill/>
          </a:ln>
        </p:spPr>
      </p:sp>
      <p:sp>
        <p:nvSpPr>
          <p:cNvPr id="94" name="Google Shape;94;p178"/>
          <p:cNvSpPr/>
          <p:nvPr>
            <p:ph idx="3" type="pic"/>
          </p:nvPr>
        </p:nvSpPr>
        <p:spPr>
          <a:xfrm>
            <a:off x="15290800" y="1130300"/>
            <a:ext cx="8331200" cy="5554134"/>
          </a:xfrm>
          <a:prstGeom prst="rect">
            <a:avLst/>
          </a:prstGeom>
          <a:noFill/>
          <a:ln>
            <a:noFill/>
          </a:ln>
        </p:spPr>
      </p:sp>
      <p:sp>
        <p:nvSpPr>
          <p:cNvPr id="95" name="Google Shape;95;p178"/>
          <p:cNvSpPr/>
          <p:nvPr>
            <p:ph idx="4" type="pic"/>
          </p:nvPr>
        </p:nvSpPr>
        <p:spPr>
          <a:xfrm>
            <a:off x="-304800" y="1130300"/>
            <a:ext cx="17202150" cy="11468100"/>
          </a:xfrm>
          <a:prstGeom prst="rect">
            <a:avLst/>
          </a:prstGeom>
          <a:noFill/>
          <a:ln>
            <a:noFill/>
          </a:ln>
        </p:spPr>
      </p:sp>
      <p:sp>
        <p:nvSpPr>
          <p:cNvPr id="96" name="Google Shape;96;p178"/>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97" name="Shape 97"/>
        <p:cNvGrpSpPr/>
        <p:nvPr/>
      </p:nvGrpSpPr>
      <p:grpSpPr>
        <a:xfrm>
          <a:off x="0" y="0"/>
          <a:ext cx="0" cy="0"/>
          <a:chOff x="0" y="0"/>
          <a:chExt cx="0" cy="0"/>
        </a:xfrm>
      </p:grpSpPr>
      <p:sp>
        <p:nvSpPr>
          <p:cNvPr id="98" name="Google Shape;98;p179"/>
          <p:cNvSpPr txBox="1"/>
          <p:nvPr>
            <p:ph idx="1" type="body"/>
          </p:nvPr>
        </p:nvSpPr>
        <p:spPr>
          <a:xfrm>
            <a:off x="2387600" y="8953500"/>
            <a:ext cx="19621500" cy="585521"/>
          </a:xfrm>
          <a:prstGeom prst="rect">
            <a:avLst/>
          </a:prstGeom>
          <a:noFill/>
          <a:ln>
            <a:noFill/>
          </a:ln>
        </p:spPr>
        <p:txBody>
          <a:bodyPr anchorCtr="0" anchor="t"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3200"/>
              <a:buFont typeface="Helvetica Neue"/>
              <a:buNone/>
              <a:defRPr i="1" sz="3200"/>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99" name="Google Shape;99;p179"/>
          <p:cNvSpPr txBox="1"/>
          <p:nvPr>
            <p:ph idx="2" type="body"/>
          </p:nvPr>
        </p:nvSpPr>
        <p:spPr>
          <a:xfrm>
            <a:off x="2387600" y="6076950"/>
            <a:ext cx="19621500" cy="825500"/>
          </a:xfrm>
          <a:prstGeom prst="rect">
            <a:avLst/>
          </a:prstGeom>
          <a:noFill/>
          <a:ln>
            <a:noFill/>
          </a:ln>
        </p:spPr>
        <p:txBody>
          <a:bodyPr anchorCtr="0" anchor="ctr"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4800"/>
              <a:buFont typeface="Helvetica Neue"/>
              <a:buNone/>
              <a:defRPr sz="4800">
                <a:latin typeface="Helvetica Neue"/>
                <a:ea typeface="Helvetica Neue"/>
                <a:cs typeface="Helvetica Neue"/>
                <a:sym typeface="Helvetica Neue"/>
              </a:defRPr>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00" name="Google Shape;100;p179"/>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p:cSld name="Photo">
    <p:spTree>
      <p:nvGrpSpPr>
        <p:cNvPr id="101" name="Shape 101"/>
        <p:cNvGrpSpPr/>
        <p:nvPr/>
      </p:nvGrpSpPr>
      <p:grpSpPr>
        <a:xfrm>
          <a:off x="0" y="0"/>
          <a:ext cx="0" cy="0"/>
          <a:chOff x="0" y="0"/>
          <a:chExt cx="0" cy="0"/>
        </a:xfrm>
      </p:grpSpPr>
      <p:sp>
        <p:nvSpPr>
          <p:cNvPr id="102" name="Google Shape;102;p180"/>
          <p:cNvSpPr/>
          <p:nvPr>
            <p:ph idx="2" type="pic"/>
          </p:nvPr>
        </p:nvSpPr>
        <p:spPr>
          <a:xfrm>
            <a:off x="0" y="0"/>
            <a:ext cx="24384000" cy="16264467"/>
          </a:xfrm>
          <a:prstGeom prst="rect">
            <a:avLst/>
          </a:prstGeom>
          <a:noFill/>
          <a:ln>
            <a:noFill/>
          </a:ln>
        </p:spPr>
      </p:sp>
      <p:sp>
        <p:nvSpPr>
          <p:cNvPr id="103" name="Google Shape;103;p180"/>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p:spTree>
      <p:nvGrpSpPr>
        <p:cNvPr id="104" name="Shape 104"/>
        <p:cNvGrpSpPr/>
        <p:nvPr/>
      </p:nvGrpSpPr>
      <p:grpSpPr>
        <a:xfrm>
          <a:off x="0" y="0"/>
          <a:ext cx="0" cy="0"/>
          <a:chOff x="0" y="0"/>
          <a:chExt cx="0" cy="0"/>
        </a:xfrm>
      </p:grpSpPr>
      <p:sp>
        <p:nvSpPr>
          <p:cNvPr id="105" name="Google Shape;105;p181"/>
          <p:cNvSpPr txBox="1"/>
          <p:nvPr>
            <p:ph type="title"/>
          </p:nvPr>
        </p:nvSpPr>
        <p:spPr>
          <a:xfrm>
            <a:off x="4833940" y="2303860"/>
            <a:ext cx="14716126" cy="4643439"/>
          </a:xfrm>
          <a:prstGeom prst="rect">
            <a:avLst/>
          </a:prstGeom>
          <a:noFill/>
          <a:ln>
            <a:noFill/>
          </a:ln>
        </p:spPr>
        <p:txBody>
          <a:bodyPr anchorCtr="0" anchor="b" bIns="71375" lIns="71375" spcFirstLastPara="1" rIns="71375" wrap="square" tIns="71375">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06" name="Google Shape;106;p181"/>
          <p:cNvSpPr txBox="1"/>
          <p:nvPr>
            <p:ph idx="1" type="body"/>
          </p:nvPr>
        </p:nvSpPr>
        <p:spPr>
          <a:xfrm>
            <a:off x="4833940" y="7072313"/>
            <a:ext cx="14716126" cy="1589487"/>
          </a:xfrm>
          <a:prstGeom prst="rect">
            <a:avLst/>
          </a:prstGeom>
          <a:noFill/>
          <a:ln>
            <a:noFill/>
          </a:ln>
        </p:spPr>
        <p:txBody>
          <a:bodyPr anchorCtr="0" anchor="t" bIns="71375" lIns="71375" spcFirstLastPara="1" rIns="71375" wrap="square" tIns="71375">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07" name="Google Shape;107;p181"/>
          <p:cNvSpPr txBox="1"/>
          <p:nvPr>
            <p:ph idx="12" type="sldNum"/>
          </p:nvPr>
        </p:nvSpPr>
        <p:spPr>
          <a:xfrm>
            <a:off x="11942928" y="13010559"/>
            <a:ext cx="480310" cy="498395"/>
          </a:xfrm>
          <a:prstGeom prst="rect">
            <a:avLst/>
          </a:prstGeom>
          <a:noFill/>
          <a:ln>
            <a:noFill/>
          </a:ln>
        </p:spPr>
        <p:txBody>
          <a:bodyPr anchorCtr="0" anchor="t" bIns="71375" lIns="71375" spcFirstLastPara="1" rIns="71375" wrap="square" tIns="71375">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2">
    <p:spTree>
      <p:nvGrpSpPr>
        <p:cNvPr id="108" name="Shape 108"/>
        <p:cNvGrpSpPr/>
        <p:nvPr/>
      </p:nvGrpSpPr>
      <p:grpSpPr>
        <a:xfrm>
          <a:off x="0" y="0"/>
          <a:ext cx="0" cy="0"/>
          <a:chOff x="0" y="0"/>
          <a:chExt cx="0" cy="0"/>
        </a:xfrm>
      </p:grpSpPr>
      <p:sp>
        <p:nvSpPr>
          <p:cNvPr id="109" name="Google Shape;109;p182"/>
          <p:cNvSpPr txBox="1"/>
          <p:nvPr>
            <p:ph type="title"/>
          </p:nvPr>
        </p:nvSpPr>
        <p:spPr>
          <a:xfrm>
            <a:off x="1778014" y="2298701"/>
            <a:ext cx="20828003" cy="4648201"/>
          </a:xfrm>
          <a:prstGeom prst="rect">
            <a:avLst/>
          </a:prstGeom>
          <a:noFill/>
          <a:ln>
            <a:noFill/>
          </a:ln>
        </p:spPr>
        <p:txBody>
          <a:bodyPr anchorCtr="0" anchor="b" bIns="50750" lIns="50750" spcFirstLastPara="1" rIns="50750" wrap="square" tIns="5075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10" name="Google Shape;110;p182"/>
          <p:cNvSpPr txBox="1"/>
          <p:nvPr>
            <p:ph idx="1" type="body"/>
          </p:nvPr>
        </p:nvSpPr>
        <p:spPr>
          <a:xfrm>
            <a:off x="1778014" y="7073902"/>
            <a:ext cx="20828003" cy="1587501"/>
          </a:xfrm>
          <a:prstGeom prst="rect">
            <a:avLst/>
          </a:prstGeom>
          <a:noFill/>
          <a:ln>
            <a:noFill/>
          </a:ln>
        </p:spPr>
        <p:txBody>
          <a:bodyPr anchorCtr="0" anchor="t" bIns="50750" lIns="50750" spcFirstLastPara="1" rIns="50750" wrap="square" tIns="5075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11" name="Google Shape;111;p182"/>
          <p:cNvSpPr txBox="1"/>
          <p:nvPr>
            <p:ph idx="12" type="sldNum"/>
          </p:nvPr>
        </p:nvSpPr>
        <p:spPr>
          <a:xfrm>
            <a:off x="11966132" y="13081001"/>
            <a:ext cx="439060" cy="457145"/>
          </a:xfrm>
          <a:prstGeom prst="rect">
            <a:avLst/>
          </a:prstGeom>
          <a:noFill/>
          <a:ln>
            <a:noFill/>
          </a:ln>
        </p:spPr>
        <p:txBody>
          <a:bodyPr anchorCtr="0" anchor="t" bIns="50750" lIns="50750" spcFirstLastPara="1" rIns="50750" wrap="square" tIns="5075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3">
    <p:spTree>
      <p:nvGrpSpPr>
        <p:cNvPr id="112" name="Shape 112"/>
        <p:cNvGrpSpPr/>
        <p:nvPr/>
      </p:nvGrpSpPr>
      <p:grpSpPr>
        <a:xfrm>
          <a:off x="0" y="0"/>
          <a:ext cx="0" cy="0"/>
          <a:chOff x="0" y="0"/>
          <a:chExt cx="0" cy="0"/>
        </a:xfrm>
      </p:grpSpPr>
      <p:sp>
        <p:nvSpPr>
          <p:cNvPr id="113" name="Google Shape;113;p183"/>
          <p:cNvSpPr txBox="1"/>
          <p:nvPr>
            <p:ph type="title"/>
          </p:nvPr>
        </p:nvSpPr>
        <p:spPr>
          <a:xfrm>
            <a:off x="1778014" y="2298701"/>
            <a:ext cx="20828003" cy="4648201"/>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14" name="Google Shape;114;p183"/>
          <p:cNvSpPr txBox="1"/>
          <p:nvPr>
            <p:ph idx="1" type="body"/>
          </p:nvPr>
        </p:nvSpPr>
        <p:spPr>
          <a:xfrm>
            <a:off x="1778014" y="7073902"/>
            <a:ext cx="20828003" cy="1587501"/>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15" name="Google Shape;115;p183"/>
          <p:cNvSpPr txBox="1"/>
          <p:nvPr>
            <p:ph idx="12" type="sldNum"/>
          </p:nvPr>
        </p:nvSpPr>
        <p:spPr>
          <a:xfrm>
            <a:off x="11966104" y="13081001"/>
            <a:ext cx="439116" cy="457201"/>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6">
    <p:spTree>
      <p:nvGrpSpPr>
        <p:cNvPr id="116" name="Shape 116"/>
        <p:cNvGrpSpPr/>
        <p:nvPr/>
      </p:nvGrpSpPr>
      <p:grpSpPr>
        <a:xfrm>
          <a:off x="0" y="0"/>
          <a:ext cx="0" cy="0"/>
          <a:chOff x="0" y="0"/>
          <a:chExt cx="0" cy="0"/>
        </a:xfrm>
      </p:grpSpPr>
      <p:sp>
        <p:nvSpPr>
          <p:cNvPr id="117" name="Google Shape;117;p184"/>
          <p:cNvSpPr txBox="1"/>
          <p:nvPr>
            <p:ph type="title"/>
          </p:nvPr>
        </p:nvSpPr>
        <p:spPr>
          <a:xfrm>
            <a:off x="1689117" y="952500"/>
            <a:ext cx="21005799" cy="2286000"/>
          </a:xfrm>
          <a:prstGeom prst="rect">
            <a:avLst/>
          </a:prstGeom>
          <a:noFill/>
          <a:ln>
            <a:noFill/>
          </a:ln>
        </p:spPr>
        <p:txBody>
          <a:bodyPr anchorCtr="0" anchor="ctr" bIns="50750" lIns="50750" spcFirstLastPara="1" rIns="50750" wrap="square" tIns="5075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18" name="Google Shape;118;p184"/>
          <p:cNvSpPr txBox="1"/>
          <p:nvPr>
            <p:ph idx="1" type="body"/>
          </p:nvPr>
        </p:nvSpPr>
        <p:spPr>
          <a:xfrm>
            <a:off x="1689117" y="3238499"/>
            <a:ext cx="21005799" cy="9207501"/>
          </a:xfrm>
          <a:prstGeom prst="rect">
            <a:avLst/>
          </a:prstGeom>
          <a:noFill/>
          <a:ln>
            <a:noFill/>
          </a:ln>
        </p:spPr>
        <p:txBody>
          <a:bodyPr anchorCtr="0" anchor="ctr" bIns="50750" lIns="50750" spcFirstLastPara="1" rIns="50750" wrap="square" tIns="50750">
            <a:normAutofit/>
          </a:bodyPr>
          <a:lstStyle>
            <a:lvl1pPr indent="-476250" lvl="0" marL="4572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1pPr>
            <a:lvl2pPr indent="-476250" lvl="1" marL="9144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2pPr>
            <a:lvl3pPr indent="-476250" lvl="2" marL="13716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3pPr>
            <a:lvl4pPr indent="-476250" lvl="3" marL="18288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4pPr>
            <a:lvl5pPr indent="-476250" lvl="4" marL="22860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19" name="Google Shape;119;p184"/>
          <p:cNvSpPr txBox="1"/>
          <p:nvPr>
            <p:ph idx="12" type="sldNum"/>
          </p:nvPr>
        </p:nvSpPr>
        <p:spPr>
          <a:xfrm>
            <a:off x="17255670" y="12712700"/>
            <a:ext cx="439060" cy="457145"/>
          </a:xfrm>
          <a:prstGeom prst="rect">
            <a:avLst/>
          </a:prstGeom>
          <a:noFill/>
          <a:ln>
            <a:noFill/>
          </a:ln>
        </p:spPr>
        <p:txBody>
          <a:bodyPr anchorCtr="0" anchor="t" bIns="50750" lIns="50750" spcFirstLastPara="1" rIns="50750" wrap="square" tIns="5075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4">
    <p:spTree>
      <p:nvGrpSpPr>
        <p:cNvPr id="120" name="Shape 120"/>
        <p:cNvGrpSpPr/>
        <p:nvPr/>
      </p:nvGrpSpPr>
      <p:grpSpPr>
        <a:xfrm>
          <a:off x="0" y="0"/>
          <a:ext cx="0" cy="0"/>
          <a:chOff x="0" y="0"/>
          <a:chExt cx="0" cy="0"/>
        </a:xfrm>
      </p:grpSpPr>
      <p:sp>
        <p:nvSpPr>
          <p:cNvPr id="121" name="Google Shape;121;p185"/>
          <p:cNvSpPr txBox="1"/>
          <p:nvPr>
            <p:ph type="title"/>
          </p:nvPr>
        </p:nvSpPr>
        <p:spPr>
          <a:xfrm>
            <a:off x="1778014" y="2298701"/>
            <a:ext cx="20828003" cy="4648201"/>
          </a:xfrm>
          <a:prstGeom prst="rect">
            <a:avLst/>
          </a:prstGeom>
          <a:noFill/>
          <a:ln>
            <a:noFill/>
          </a:ln>
        </p:spPr>
        <p:txBody>
          <a:bodyPr anchorCtr="0" anchor="b" bIns="50750" lIns="50750" spcFirstLastPara="1" rIns="50750" wrap="square" tIns="5075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22" name="Google Shape;122;p185"/>
          <p:cNvSpPr txBox="1"/>
          <p:nvPr>
            <p:ph idx="1" type="body"/>
          </p:nvPr>
        </p:nvSpPr>
        <p:spPr>
          <a:xfrm>
            <a:off x="1778014" y="7073902"/>
            <a:ext cx="20828003" cy="1587501"/>
          </a:xfrm>
          <a:prstGeom prst="rect">
            <a:avLst/>
          </a:prstGeom>
          <a:noFill/>
          <a:ln>
            <a:noFill/>
          </a:ln>
        </p:spPr>
        <p:txBody>
          <a:bodyPr anchorCtr="0" anchor="t" bIns="50750" lIns="50750" spcFirstLastPara="1" rIns="50750" wrap="square" tIns="5075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23" name="Google Shape;123;p185"/>
          <p:cNvSpPr txBox="1"/>
          <p:nvPr>
            <p:ph idx="12" type="sldNum"/>
          </p:nvPr>
        </p:nvSpPr>
        <p:spPr>
          <a:xfrm>
            <a:off x="11966132" y="13081001"/>
            <a:ext cx="439060" cy="457145"/>
          </a:xfrm>
          <a:prstGeom prst="rect">
            <a:avLst/>
          </a:prstGeom>
          <a:noFill/>
          <a:ln>
            <a:noFill/>
          </a:ln>
        </p:spPr>
        <p:txBody>
          <a:bodyPr anchorCtr="0" anchor="t" bIns="50750" lIns="50750" spcFirstLastPara="1" rIns="50750" wrap="square" tIns="50750">
            <a:spAutoFit/>
          </a:bodyPr>
          <a:lstStyle>
            <a:lvl1pPr indent="0" lvl="0"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300"/>
              <a:buFont typeface="Helvetica Neue Light"/>
              <a:buNone/>
              <a:defRPr sz="23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2">
    <p:spTree>
      <p:nvGrpSpPr>
        <p:cNvPr id="124" name="Shape 124"/>
        <p:cNvGrpSpPr/>
        <p:nvPr/>
      </p:nvGrpSpPr>
      <p:grpSpPr>
        <a:xfrm>
          <a:off x="0" y="0"/>
          <a:ext cx="0" cy="0"/>
          <a:chOff x="0" y="0"/>
          <a:chExt cx="0" cy="0"/>
        </a:xfrm>
      </p:grpSpPr>
      <p:sp>
        <p:nvSpPr>
          <p:cNvPr id="125" name="Google Shape;125;p186"/>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l">
              <a:lnSpc>
                <a:spcPct val="100000"/>
              </a:lnSpc>
              <a:spcBef>
                <a:spcPts val="0"/>
              </a:spcBef>
              <a:spcAft>
                <a:spcPts val="0"/>
              </a:spcAft>
              <a:buClr>
                <a:srgbClr val="000000"/>
              </a:buClr>
              <a:buSzPts val="7800"/>
              <a:buFont typeface="Helvetica Neue Light"/>
              <a:buNone/>
              <a:defRPr sz="7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26" name="Google Shape;126;p186"/>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2">
    <p:spTree>
      <p:nvGrpSpPr>
        <p:cNvPr id="127" name="Shape 127"/>
        <p:cNvGrpSpPr/>
        <p:nvPr/>
      </p:nvGrpSpPr>
      <p:grpSpPr>
        <a:xfrm>
          <a:off x="0" y="0"/>
          <a:ext cx="0" cy="0"/>
          <a:chOff x="0" y="0"/>
          <a:chExt cx="0" cy="0"/>
        </a:xfrm>
      </p:grpSpPr>
      <p:sp>
        <p:nvSpPr>
          <p:cNvPr id="128" name="Google Shape;128;p187"/>
          <p:cNvSpPr txBox="1"/>
          <p:nvPr>
            <p:ph idx="1" type="body"/>
          </p:nvPr>
        </p:nvSpPr>
        <p:spPr>
          <a:xfrm>
            <a:off x="2387600" y="8953500"/>
            <a:ext cx="19621500" cy="584200"/>
          </a:xfrm>
          <a:prstGeom prst="rect">
            <a:avLst/>
          </a:prstGeom>
          <a:noFill/>
          <a:ln>
            <a:noFill/>
          </a:ln>
        </p:spPr>
        <p:txBody>
          <a:bodyPr anchorCtr="0" anchor="t"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3200"/>
              <a:buFont typeface="Helvetica Neue"/>
              <a:buNone/>
              <a:defRPr i="1" sz="3200">
                <a:latin typeface="Helvetica Neue"/>
                <a:ea typeface="Helvetica Neue"/>
                <a:cs typeface="Helvetica Neue"/>
                <a:sym typeface="Helvetica Neue"/>
              </a:defRPr>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29" name="Google Shape;129;p187"/>
          <p:cNvSpPr txBox="1"/>
          <p:nvPr>
            <p:ph idx="2" type="body"/>
          </p:nvPr>
        </p:nvSpPr>
        <p:spPr>
          <a:xfrm>
            <a:off x="2387600" y="6070599"/>
            <a:ext cx="19621500" cy="838201"/>
          </a:xfrm>
          <a:prstGeom prst="rect">
            <a:avLst/>
          </a:prstGeom>
          <a:noFill/>
          <a:ln>
            <a:noFill/>
          </a:ln>
        </p:spPr>
        <p:txBody>
          <a:bodyPr anchorCtr="0" anchor="ctr" bIns="50800" lIns="50800" spcFirstLastPara="1" rIns="50800" wrap="square" tIns="50800">
            <a:spAutoFit/>
          </a:bodyPr>
          <a:lstStyle>
            <a:lvl1pPr indent="-228600" lvl="0" marL="457200" algn="ctr">
              <a:lnSpc>
                <a:spcPct val="100000"/>
              </a:lnSpc>
              <a:spcBef>
                <a:spcPts val="0"/>
              </a:spcBef>
              <a:spcAft>
                <a:spcPts val="0"/>
              </a:spcAft>
              <a:buClr>
                <a:srgbClr val="000000"/>
              </a:buClr>
              <a:buSzPts val="4800"/>
              <a:buFont typeface="Helvetica Neue Light"/>
              <a:buNone/>
              <a:defRPr sz="4800">
                <a:latin typeface="Helvetica Neue Light"/>
                <a:ea typeface="Helvetica Neue Light"/>
                <a:cs typeface="Helvetica Neue Light"/>
                <a:sym typeface="Helvetica Neue Light"/>
              </a:defRPr>
            </a:lvl1pPr>
            <a:lvl2pPr indent="-371475" lvl="1" marL="914400" algn="l">
              <a:lnSpc>
                <a:spcPct val="100000"/>
              </a:lnSpc>
              <a:spcBef>
                <a:spcPts val="5900"/>
              </a:spcBef>
              <a:spcAft>
                <a:spcPts val="0"/>
              </a:spcAft>
              <a:buClr>
                <a:srgbClr val="000000"/>
              </a:buClr>
              <a:buSzPts val="2250"/>
              <a:buChar char="•"/>
              <a:defRPr/>
            </a:lvl2pPr>
            <a:lvl3pPr indent="-371475" lvl="2" marL="1371600" algn="l">
              <a:lnSpc>
                <a:spcPct val="100000"/>
              </a:lnSpc>
              <a:spcBef>
                <a:spcPts val="5900"/>
              </a:spcBef>
              <a:spcAft>
                <a:spcPts val="0"/>
              </a:spcAft>
              <a:buClr>
                <a:srgbClr val="000000"/>
              </a:buClr>
              <a:buSzPts val="2250"/>
              <a:buChar char="•"/>
              <a:defRPr/>
            </a:lvl3pPr>
            <a:lvl4pPr indent="-371475" lvl="3" marL="1828800" algn="l">
              <a:lnSpc>
                <a:spcPct val="100000"/>
              </a:lnSpc>
              <a:spcBef>
                <a:spcPts val="5900"/>
              </a:spcBef>
              <a:spcAft>
                <a:spcPts val="0"/>
              </a:spcAft>
              <a:buClr>
                <a:srgbClr val="000000"/>
              </a:buClr>
              <a:buSzPts val="2250"/>
              <a:buChar char="•"/>
              <a:defRPr/>
            </a:lvl4pPr>
            <a:lvl5pPr indent="-371475" lvl="4" marL="2286000" algn="l">
              <a:lnSpc>
                <a:spcPct val="100000"/>
              </a:lnSpc>
              <a:spcBef>
                <a:spcPts val="5900"/>
              </a:spcBef>
              <a:spcAft>
                <a:spcPts val="0"/>
              </a:spcAft>
              <a:buClr>
                <a:srgbClr val="000000"/>
              </a:buClr>
              <a:buSzPts val="2250"/>
              <a:buChar char="•"/>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30" name="Google Shape;130;p187"/>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2">
    <p:spTree>
      <p:nvGrpSpPr>
        <p:cNvPr id="131" name="Shape 131"/>
        <p:cNvGrpSpPr/>
        <p:nvPr/>
      </p:nvGrpSpPr>
      <p:grpSpPr>
        <a:xfrm>
          <a:off x="0" y="0"/>
          <a:ext cx="0" cy="0"/>
          <a:chOff x="0" y="0"/>
          <a:chExt cx="0" cy="0"/>
        </a:xfrm>
      </p:grpSpPr>
      <p:sp>
        <p:nvSpPr>
          <p:cNvPr id="132" name="Google Shape;132;p188"/>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algn="l">
              <a:lnSpc>
                <a:spcPct val="100000"/>
              </a:lnSpc>
              <a:spcBef>
                <a:spcPts val="0"/>
              </a:spcBef>
              <a:spcAft>
                <a:spcPts val="0"/>
              </a:spcAft>
              <a:buClr>
                <a:srgbClr val="000000"/>
              </a:buClr>
              <a:buSzPts val="7800"/>
              <a:buFont typeface="Helvetica Neue Light"/>
              <a:buNone/>
              <a:defRPr sz="7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33" name="Google Shape;133;p188"/>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1pPr>
            <a:lvl2pPr indent="-609600" lvl="1" marL="9144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2pPr>
            <a:lvl3pPr indent="-609600" lvl="2" marL="13716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3pPr>
            <a:lvl4pPr indent="-609600" lvl="3" marL="18288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4pPr>
            <a:lvl5pPr indent="-609600" lvl="4" marL="22860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34" name="Google Shape;134;p188"/>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5">
    <p:spTree>
      <p:nvGrpSpPr>
        <p:cNvPr id="135" name="Shape 135"/>
        <p:cNvGrpSpPr/>
        <p:nvPr/>
      </p:nvGrpSpPr>
      <p:grpSpPr>
        <a:xfrm>
          <a:off x="0" y="0"/>
          <a:ext cx="0" cy="0"/>
          <a:chOff x="0" y="0"/>
          <a:chExt cx="0" cy="0"/>
        </a:xfrm>
      </p:grpSpPr>
      <p:sp>
        <p:nvSpPr>
          <p:cNvPr id="136" name="Google Shape;136;p189"/>
          <p:cNvSpPr txBox="1"/>
          <p:nvPr>
            <p:ph type="title"/>
          </p:nvPr>
        </p:nvSpPr>
        <p:spPr>
          <a:xfrm>
            <a:off x="8053089" y="4296295"/>
            <a:ext cx="8277822" cy="2611935"/>
          </a:xfrm>
          <a:prstGeom prst="rect">
            <a:avLst/>
          </a:prstGeom>
          <a:noFill/>
          <a:ln>
            <a:noFill/>
          </a:ln>
        </p:spPr>
        <p:txBody>
          <a:bodyPr anchorCtr="0" anchor="b" bIns="40175" lIns="40175" spcFirstLastPara="1" rIns="40175" wrap="square" tIns="40175">
            <a:normAutofit/>
          </a:bodyPr>
          <a:lstStyle>
            <a:lvl1pPr lvl="0" algn="ctr">
              <a:lnSpc>
                <a:spcPct val="100000"/>
              </a:lnSpc>
              <a:spcBef>
                <a:spcPts val="0"/>
              </a:spcBef>
              <a:spcAft>
                <a:spcPts val="0"/>
              </a:spcAft>
              <a:buClr>
                <a:srgbClr val="000000"/>
              </a:buClr>
              <a:buSzPts val="10600"/>
              <a:buFont typeface="Helvetica Neue Light"/>
              <a:buNone/>
              <a:defRPr sz="106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37" name="Google Shape;137;p189"/>
          <p:cNvSpPr txBox="1"/>
          <p:nvPr>
            <p:ph idx="1" type="body"/>
          </p:nvPr>
        </p:nvSpPr>
        <p:spPr>
          <a:xfrm>
            <a:off x="8053089" y="6978550"/>
            <a:ext cx="8277822" cy="894086"/>
          </a:xfrm>
          <a:prstGeom prst="rect">
            <a:avLst/>
          </a:prstGeom>
          <a:noFill/>
          <a:ln>
            <a:noFill/>
          </a:ln>
        </p:spPr>
        <p:txBody>
          <a:bodyPr anchorCtr="0" anchor="t" bIns="40175" lIns="40175" spcFirstLastPara="1" rIns="40175" wrap="square" tIns="40175">
            <a:normAutofit/>
          </a:bodyPr>
          <a:lstStyle>
            <a:lvl1pPr indent="-228600" lvl="0" marL="4572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3800"/>
              <a:buFont typeface="Helvetica Neue Light"/>
              <a:buNone/>
              <a:defRPr sz="38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38" name="Google Shape;138;p189"/>
          <p:cNvSpPr txBox="1"/>
          <p:nvPr>
            <p:ph idx="12" type="sldNum"/>
          </p:nvPr>
        </p:nvSpPr>
        <p:spPr>
          <a:xfrm>
            <a:off x="12013341" y="10318812"/>
            <a:ext cx="347272" cy="359768"/>
          </a:xfrm>
          <a:prstGeom prst="rect">
            <a:avLst/>
          </a:prstGeom>
          <a:noFill/>
          <a:ln>
            <a:noFill/>
          </a:ln>
        </p:spPr>
        <p:txBody>
          <a:bodyPr anchorCtr="0" anchor="t" bIns="40175" lIns="40175" spcFirstLastPara="1" rIns="40175" wrap="square" tIns="40175">
            <a:spAutoFit/>
          </a:bodyPr>
          <a:lstStyle>
            <a:lvl1pPr indent="0" lvl="0"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1800"/>
              <a:buFont typeface="Helvetica Neue Light"/>
              <a:buNone/>
              <a:defRPr sz="18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6">
    <p:spTree>
      <p:nvGrpSpPr>
        <p:cNvPr id="139" name="Shape 139"/>
        <p:cNvGrpSpPr/>
        <p:nvPr/>
      </p:nvGrpSpPr>
      <p:grpSpPr>
        <a:xfrm>
          <a:off x="0" y="0"/>
          <a:ext cx="0" cy="0"/>
          <a:chOff x="0" y="0"/>
          <a:chExt cx="0" cy="0"/>
        </a:xfrm>
      </p:grpSpPr>
      <p:sp>
        <p:nvSpPr>
          <p:cNvPr id="140" name="Google Shape;140;p190"/>
          <p:cNvSpPr txBox="1"/>
          <p:nvPr>
            <p:ph type="title"/>
          </p:nvPr>
        </p:nvSpPr>
        <p:spPr>
          <a:xfrm>
            <a:off x="6673453" y="3442394"/>
            <a:ext cx="11037095" cy="3482579"/>
          </a:xfrm>
          <a:prstGeom prst="rect">
            <a:avLst/>
          </a:prstGeom>
          <a:noFill/>
          <a:ln>
            <a:noFill/>
          </a:ln>
        </p:spPr>
        <p:txBody>
          <a:bodyPr anchorCtr="0" anchor="b" bIns="53575" lIns="53575" spcFirstLastPara="1" rIns="53575" wrap="square" tIns="53575">
            <a:normAutofit/>
          </a:bodyPr>
          <a:lstStyle>
            <a:lvl1pPr lvl="0" algn="ctr">
              <a:lnSpc>
                <a:spcPct val="100000"/>
              </a:lnSpc>
              <a:spcBef>
                <a:spcPts val="0"/>
              </a:spcBef>
              <a:spcAft>
                <a:spcPts val="0"/>
              </a:spcAft>
              <a:buClr>
                <a:srgbClr val="000000"/>
              </a:buClr>
              <a:buSzPts val="10800"/>
              <a:buFont typeface="Helvetica Neue Light"/>
              <a:buNone/>
              <a:defRPr sz="10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41" name="Google Shape;141;p190"/>
          <p:cNvSpPr txBox="1"/>
          <p:nvPr>
            <p:ph idx="1" type="body"/>
          </p:nvPr>
        </p:nvSpPr>
        <p:spPr>
          <a:xfrm>
            <a:off x="6673453" y="7018734"/>
            <a:ext cx="11037095" cy="1192114"/>
          </a:xfrm>
          <a:prstGeom prst="rect">
            <a:avLst/>
          </a:prstGeom>
          <a:noFill/>
          <a:ln>
            <a:noFill/>
          </a:ln>
        </p:spPr>
        <p:txBody>
          <a:bodyPr anchorCtr="0" anchor="t" bIns="53575" lIns="53575" spcFirstLastPara="1" rIns="53575" wrap="square" tIns="53575">
            <a:normAutofit/>
          </a:bodyPr>
          <a:lstStyle>
            <a:lvl1pPr indent="-228600" lvl="0" marL="4572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200"/>
              <a:buFont typeface="Helvetica Neue Light"/>
              <a:buNone/>
              <a:defRPr sz="42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42" name="Google Shape;142;p190"/>
          <p:cNvSpPr txBox="1"/>
          <p:nvPr>
            <p:ph idx="12" type="sldNum"/>
          </p:nvPr>
        </p:nvSpPr>
        <p:spPr>
          <a:xfrm>
            <a:off x="11970028" y="11472416"/>
            <a:ext cx="430550" cy="437357"/>
          </a:xfrm>
          <a:prstGeom prst="rect">
            <a:avLst/>
          </a:prstGeom>
          <a:noFill/>
          <a:ln>
            <a:noFill/>
          </a:ln>
        </p:spPr>
        <p:txBody>
          <a:bodyPr anchorCtr="0" anchor="t" bIns="53575" lIns="53575" spcFirstLastPara="1" rIns="53575" wrap="square" tIns="53575">
            <a:spAutoFit/>
          </a:bodyPr>
          <a:lstStyle>
            <a:lvl1pPr indent="0" lvl="0"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3">
    <p:spTree>
      <p:nvGrpSpPr>
        <p:cNvPr id="143" name="Shape 143"/>
        <p:cNvGrpSpPr/>
        <p:nvPr/>
      </p:nvGrpSpPr>
      <p:grpSpPr>
        <a:xfrm>
          <a:off x="0" y="0"/>
          <a:ext cx="0" cy="0"/>
          <a:chOff x="0" y="0"/>
          <a:chExt cx="0" cy="0"/>
        </a:xfrm>
      </p:grpSpPr>
      <p:sp>
        <p:nvSpPr>
          <p:cNvPr id="144" name="Google Shape;144;p191"/>
          <p:cNvSpPr txBox="1"/>
          <p:nvPr>
            <p:ph type="title"/>
          </p:nvPr>
        </p:nvSpPr>
        <p:spPr>
          <a:xfrm>
            <a:off x="4387453" y="625078"/>
            <a:ext cx="15609094" cy="3036094"/>
          </a:xfrm>
          <a:prstGeom prst="rect">
            <a:avLst/>
          </a:prstGeom>
          <a:noFill/>
          <a:ln>
            <a:noFill/>
          </a:ln>
        </p:spPr>
        <p:txBody>
          <a:bodyPr anchorCtr="0" anchor="ctr" bIns="71425" lIns="71425" spcFirstLastPara="1" rIns="71425" wrap="square" tIns="71425">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45" name="Google Shape;145;p191"/>
          <p:cNvSpPr txBox="1"/>
          <p:nvPr>
            <p:ph idx="12" type="sldNum"/>
          </p:nvPr>
        </p:nvSpPr>
        <p:spPr>
          <a:xfrm>
            <a:off x="11935814" y="13010554"/>
            <a:ext cx="494513" cy="511176"/>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7">
    <p:spTree>
      <p:nvGrpSpPr>
        <p:cNvPr id="146" name="Shape 146"/>
        <p:cNvGrpSpPr/>
        <p:nvPr/>
      </p:nvGrpSpPr>
      <p:grpSpPr>
        <a:xfrm>
          <a:off x="0" y="0"/>
          <a:ext cx="0" cy="0"/>
          <a:chOff x="0" y="0"/>
          <a:chExt cx="0" cy="0"/>
        </a:xfrm>
      </p:grpSpPr>
      <p:sp>
        <p:nvSpPr>
          <p:cNvPr id="147" name="Google Shape;147;p192"/>
          <p:cNvSpPr txBox="1"/>
          <p:nvPr>
            <p:ph type="title"/>
          </p:nvPr>
        </p:nvSpPr>
        <p:spPr>
          <a:xfrm>
            <a:off x="6673453" y="3442394"/>
            <a:ext cx="11037095" cy="3482579"/>
          </a:xfrm>
          <a:prstGeom prst="rect">
            <a:avLst/>
          </a:prstGeom>
          <a:noFill/>
          <a:ln>
            <a:noFill/>
          </a:ln>
        </p:spPr>
        <p:txBody>
          <a:bodyPr anchorCtr="0" anchor="b" bIns="53575" lIns="53575" spcFirstLastPara="1" rIns="53575" wrap="square" tIns="53575">
            <a:normAutofit/>
          </a:bodyPr>
          <a:lstStyle>
            <a:lvl1pPr lvl="0" algn="ctr">
              <a:lnSpc>
                <a:spcPct val="100000"/>
              </a:lnSpc>
              <a:spcBef>
                <a:spcPts val="0"/>
              </a:spcBef>
              <a:spcAft>
                <a:spcPts val="0"/>
              </a:spcAft>
              <a:buClr>
                <a:srgbClr val="000000"/>
              </a:buClr>
              <a:buSzPts val="10800"/>
              <a:buFont typeface="Helvetica Neue"/>
              <a:buNone/>
              <a:defRPr sz="108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48" name="Google Shape;148;p192"/>
          <p:cNvSpPr txBox="1"/>
          <p:nvPr>
            <p:ph idx="1" type="body"/>
          </p:nvPr>
        </p:nvSpPr>
        <p:spPr>
          <a:xfrm>
            <a:off x="6673453" y="7018734"/>
            <a:ext cx="11037095" cy="1192114"/>
          </a:xfrm>
          <a:prstGeom prst="rect">
            <a:avLst/>
          </a:prstGeom>
          <a:noFill/>
          <a:ln>
            <a:noFill/>
          </a:ln>
        </p:spPr>
        <p:txBody>
          <a:bodyPr anchorCtr="0" anchor="t" bIns="53575" lIns="53575" spcFirstLastPara="1" rIns="53575" wrap="square" tIns="53575">
            <a:normAutofit/>
          </a:bodyPr>
          <a:lstStyle>
            <a:lvl1pPr indent="-228600" lvl="0" marL="4572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1pPr>
            <a:lvl2pPr indent="-228600" lvl="1" marL="9144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2pPr>
            <a:lvl3pPr indent="-228600" lvl="2" marL="13716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3pPr>
            <a:lvl4pPr indent="-228600" lvl="3" marL="18288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4pPr>
            <a:lvl5pPr indent="-228600" lvl="4" marL="22860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49" name="Google Shape;149;p192"/>
          <p:cNvSpPr txBox="1"/>
          <p:nvPr>
            <p:ph idx="12" type="sldNum"/>
          </p:nvPr>
        </p:nvSpPr>
        <p:spPr>
          <a:xfrm>
            <a:off x="11970028" y="11472416"/>
            <a:ext cx="430550" cy="437357"/>
          </a:xfrm>
          <a:prstGeom prst="rect">
            <a:avLst/>
          </a:prstGeom>
          <a:noFill/>
          <a:ln>
            <a:noFill/>
          </a:ln>
        </p:spPr>
        <p:txBody>
          <a:bodyPr anchorCtr="0" anchor="t" bIns="53575" lIns="53575" spcFirstLastPara="1" rIns="53575" wrap="square" tIns="53575">
            <a:spAutoFit/>
          </a:bodyPr>
          <a:lstStyle>
            <a:lvl1pPr indent="0" lvl="0"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sz="22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240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3">
    <p:spTree>
      <p:nvGrpSpPr>
        <p:cNvPr id="150" name="Shape 150"/>
        <p:cNvGrpSpPr/>
        <p:nvPr/>
      </p:nvGrpSpPr>
      <p:grpSpPr>
        <a:xfrm>
          <a:off x="0" y="0"/>
          <a:ext cx="0" cy="0"/>
          <a:chOff x="0" y="0"/>
          <a:chExt cx="0" cy="0"/>
        </a:xfrm>
      </p:grpSpPr>
      <p:sp>
        <p:nvSpPr>
          <p:cNvPr id="151" name="Google Shape;151;p193"/>
          <p:cNvSpPr txBox="1"/>
          <p:nvPr>
            <p:ph type="title"/>
          </p:nvPr>
        </p:nvSpPr>
        <p:spPr>
          <a:xfrm>
            <a:off x="1689100" y="9525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2" name="Google Shape;152;p193"/>
          <p:cNvSpPr txBox="1"/>
          <p:nvPr>
            <p:ph idx="1" type="body"/>
          </p:nvPr>
        </p:nvSpPr>
        <p:spPr>
          <a:xfrm>
            <a:off x="1689100" y="3238500"/>
            <a:ext cx="21005800" cy="9207500"/>
          </a:xfrm>
          <a:prstGeom prst="rect">
            <a:avLst/>
          </a:prstGeom>
          <a:noFill/>
          <a:ln>
            <a:noFill/>
          </a:ln>
        </p:spPr>
        <p:txBody>
          <a:bodyPr anchorCtr="0" anchor="ctr" bIns="50800" lIns="50800" spcFirstLastPara="1" rIns="50800" wrap="square" tIns="50800">
            <a:normAutofit/>
          </a:bodyPr>
          <a:lstStyle>
            <a:lvl1pPr indent="-476250" lvl="0" marL="4572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1pPr>
            <a:lvl2pPr indent="-476250" lvl="1" marL="9144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2pPr>
            <a:lvl3pPr indent="-476250" lvl="2" marL="13716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3pPr>
            <a:lvl4pPr indent="-476250" lvl="3" marL="18288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4pPr>
            <a:lvl5pPr indent="-476250" lvl="4" marL="2286000" algn="l">
              <a:lnSpc>
                <a:spcPct val="100000"/>
              </a:lnSpc>
              <a:spcBef>
                <a:spcPts val="5900"/>
              </a:spcBef>
              <a:spcAft>
                <a:spcPts val="0"/>
              </a:spcAft>
              <a:buClr>
                <a:srgbClr val="000000"/>
              </a:buClr>
              <a:buSzPts val="3900"/>
              <a:buFont typeface="Helvetica Neue Light"/>
              <a:buChar char="•"/>
              <a:defRPr>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53" name="Google Shape;153;p193"/>
          <p:cNvSpPr txBox="1"/>
          <p:nvPr>
            <p:ph idx="12" type="sldNum"/>
          </p:nvPr>
        </p:nvSpPr>
        <p:spPr>
          <a:xfrm>
            <a:off x="11959031" y="13081000"/>
            <a:ext cx="453238" cy="469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 &amp; Subtitle 8">
    <p:spTree>
      <p:nvGrpSpPr>
        <p:cNvPr id="154" name="Shape 154"/>
        <p:cNvGrpSpPr/>
        <p:nvPr/>
      </p:nvGrpSpPr>
      <p:grpSpPr>
        <a:xfrm>
          <a:off x="0" y="0"/>
          <a:ext cx="0" cy="0"/>
          <a:chOff x="0" y="0"/>
          <a:chExt cx="0" cy="0"/>
        </a:xfrm>
      </p:grpSpPr>
      <p:sp>
        <p:nvSpPr>
          <p:cNvPr id="155" name="Google Shape;155;p194"/>
          <p:cNvSpPr txBox="1"/>
          <p:nvPr>
            <p:ph type="title"/>
          </p:nvPr>
        </p:nvSpPr>
        <p:spPr>
          <a:xfrm>
            <a:off x="1778000" y="2298700"/>
            <a:ext cx="20828000" cy="4648200"/>
          </a:xfrm>
          <a:prstGeom prst="rect">
            <a:avLst/>
          </a:prstGeom>
          <a:noFill/>
          <a:ln>
            <a:noFill/>
          </a:ln>
        </p:spPr>
        <p:txBody>
          <a:bodyPr anchorCtr="0" anchor="b" bIns="50800" lIns="50800" spcFirstLastPara="1" rIns="50800" wrap="square" tIns="50800">
            <a:normAutofit/>
          </a:bodyPr>
          <a:lstStyle>
            <a:lvl1pPr lvl="0" algn="ctr">
              <a:lnSpc>
                <a:spcPct val="100000"/>
              </a:lnSpc>
              <a:spcBef>
                <a:spcPts val="0"/>
              </a:spcBef>
              <a:spcAft>
                <a:spcPts val="0"/>
              </a:spcAft>
              <a:buClr>
                <a:srgbClr val="000000"/>
              </a:buClr>
              <a:buSzPts val="11200"/>
              <a:buFont typeface="Helvetica Neue Light"/>
              <a:buNone/>
              <a:defRPr>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6" name="Google Shape;156;p194"/>
          <p:cNvSpPr txBox="1"/>
          <p:nvPr>
            <p:ph idx="1" type="body"/>
          </p:nvPr>
        </p:nvSpPr>
        <p:spPr>
          <a:xfrm>
            <a:off x="1778000" y="7073900"/>
            <a:ext cx="20828000" cy="1587500"/>
          </a:xfrm>
          <a:prstGeom prst="rect">
            <a:avLst/>
          </a:prstGeom>
          <a:noFill/>
          <a:ln>
            <a:noFill/>
          </a:ln>
        </p:spPr>
        <p:txBody>
          <a:bodyPr anchorCtr="0" anchor="t" bIns="50800" lIns="50800" spcFirstLastPara="1" rIns="50800" wrap="square" tIns="50800">
            <a:normAutofit/>
          </a:bodyPr>
          <a:lstStyle>
            <a:lvl1pPr indent="-228600" lvl="0" marL="4572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1pPr>
            <a:lvl2pPr indent="-228600" lvl="1" marL="9144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2pPr>
            <a:lvl3pPr indent="-228600" lvl="2" marL="13716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3pPr>
            <a:lvl4pPr indent="-228600" lvl="3" marL="18288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4pPr>
            <a:lvl5pPr indent="-228600" lvl="4" marL="2286000" algn="ctr">
              <a:lnSpc>
                <a:spcPct val="100000"/>
              </a:lnSpc>
              <a:spcBef>
                <a:spcPts val="0"/>
              </a:spcBef>
              <a:spcAft>
                <a:spcPts val="0"/>
              </a:spcAft>
              <a:buClr>
                <a:srgbClr val="000000"/>
              </a:buClr>
              <a:buSzPts val="4400"/>
              <a:buFont typeface="Helvetica Neue Light"/>
              <a:buNone/>
              <a:defRPr sz="4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57" name="Google Shape;157;p194"/>
          <p:cNvSpPr txBox="1"/>
          <p:nvPr>
            <p:ph idx="12" type="sldNum"/>
          </p:nvPr>
        </p:nvSpPr>
        <p:spPr>
          <a:xfrm>
            <a:off x="11959031" y="13081000"/>
            <a:ext cx="453238" cy="469900"/>
          </a:xfrm>
          <a:prstGeom prst="rect">
            <a:avLst/>
          </a:prstGeom>
          <a:noFill/>
          <a:ln>
            <a:noFill/>
          </a:ln>
        </p:spPr>
        <p:txBody>
          <a:bodyPr anchorCtr="0" anchor="t" bIns="50800" lIns="50800" spcFirstLastPara="1" rIns="50800" wrap="square" tIns="50800">
            <a:spAutoFit/>
          </a:bodyPr>
          <a:lstStyle>
            <a:lvl1pPr indent="0" lvl="0"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400"/>
              <a:buFont typeface="Helvetica Neue Light"/>
              <a:buNone/>
              <a:defRPr>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7">
    <p:spTree>
      <p:nvGrpSpPr>
        <p:cNvPr id="158" name="Shape 158"/>
        <p:cNvGrpSpPr/>
        <p:nvPr/>
      </p:nvGrpSpPr>
      <p:grpSpPr>
        <a:xfrm>
          <a:off x="0" y="0"/>
          <a:ext cx="0" cy="0"/>
          <a:chOff x="0" y="0"/>
          <a:chExt cx="0" cy="0"/>
        </a:xfrm>
      </p:grpSpPr>
      <p:sp>
        <p:nvSpPr>
          <p:cNvPr id="159" name="Google Shape;159;p195"/>
          <p:cNvSpPr txBox="1"/>
          <p:nvPr>
            <p:ph type="title"/>
          </p:nvPr>
        </p:nvSpPr>
        <p:spPr>
          <a:xfrm>
            <a:off x="4305299" y="2262187"/>
            <a:ext cx="15773403" cy="1988345"/>
          </a:xfrm>
          <a:prstGeom prst="rect">
            <a:avLst/>
          </a:prstGeom>
          <a:noFill/>
          <a:ln>
            <a:noFill/>
          </a:ln>
        </p:spPr>
        <p:txBody>
          <a:bodyPr anchorCtr="0" anchor="ctr" bIns="68575" lIns="68575" spcFirstLastPara="1" rIns="68575" wrap="square" tIns="68575">
            <a:normAutofit/>
          </a:bodyPr>
          <a:lstStyle>
            <a:lvl1pPr lvl="0" algn="l">
              <a:lnSpc>
                <a:spcPct val="90000"/>
              </a:lnSpc>
              <a:spcBef>
                <a:spcPts val="0"/>
              </a:spcBef>
              <a:spcAft>
                <a:spcPts val="0"/>
              </a:spcAft>
              <a:buClr>
                <a:srgbClr val="000000"/>
              </a:buClr>
              <a:buSzPts val="8600"/>
              <a:buFont typeface="Helvetica Neue Light"/>
              <a:buNone/>
              <a:defRPr sz="86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60" name="Google Shape;160;p195"/>
          <p:cNvSpPr txBox="1"/>
          <p:nvPr>
            <p:ph idx="1" type="body"/>
          </p:nvPr>
        </p:nvSpPr>
        <p:spPr>
          <a:xfrm>
            <a:off x="4305299" y="4452937"/>
            <a:ext cx="15773403" cy="6527008"/>
          </a:xfrm>
          <a:prstGeom prst="rect">
            <a:avLst/>
          </a:prstGeom>
          <a:noFill/>
          <a:ln>
            <a:noFill/>
          </a:ln>
        </p:spPr>
        <p:txBody>
          <a:bodyPr anchorCtr="0" anchor="t" bIns="68575" lIns="68575" spcFirstLastPara="1" rIns="68575" wrap="square" tIns="68575">
            <a:normAutofit/>
          </a:bodyPr>
          <a:lstStyle>
            <a:lvl1pPr indent="-558800" lvl="0" marL="4572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1pPr>
            <a:lvl2pPr indent="-558800" lvl="1" marL="9144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2pPr>
            <a:lvl3pPr indent="-558800" lvl="2" marL="13716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3pPr>
            <a:lvl4pPr indent="-558800" lvl="3" marL="18288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4pPr>
            <a:lvl5pPr indent="-558800" lvl="4" marL="2286000" algn="l">
              <a:lnSpc>
                <a:spcPct val="90000"/>
              </a:lnSpc>
              <a:spcBef>
                <a:spcPts val="2000"/>
              </a:spcBef>
              <a:spcAft>
                <a:spcPts val="0"/>
              </a:spcAft>
              <a:buClr>
                <a:srgbClr val="000000"/>
              </a:buClr>
              <a:buSzPts val="5200"/>
              <a:buFont typeface="Helvetica Neue"/>
              <a:buChar char="•"/>
              <a:defRPr>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61" name="Google Shape;161;p195"/>
          <p:cNvSpPr txBox="1"/>
          <p:nvPr>
            <p:ph idx="12" type="sldNum"/>
          </p:nvPr>
        </p:nvSpPr>
        <p:spPr>
          <a:xfrm>
            <a:off x="19618147" y="11286891"/>
            <a:ext cx="460554" cy="471956"/>
          </a:xfrm>
          <a:prstGeom prst="rect">
            <a:avLst/>
          </a:prstGeom>
          <a:noFill/>
          <a:ln>
            <a:noFill/>
          </a:ln>
        </p:spPr>
        <p:txBody>
          <a:bodyPr anchorCtr="0" anchor="ctr" bIns="68575" lIns="68575" spcFirstLastPara="1" rIns="68575" wrap="square" tIns="68575">
            <a:spAutoFit/>
          </a:bodyPr>
          <a:lstStyle>
            <a:lvl1pPr indent="0" lvl="0" marL="0" marR="0" algn="r">
              <a:lnSpc>
                <a:spcPct val="100000"/>
              </a:lnSpc>
              <a:spcBef>
                <a:spcPts val="0"/>
              </a:spcBef>
              <a:spcAft>
                <a:spcPts val="0"/>
              </a:spcAft>
              <a:buClr>
                <a:srgbClr val="888888"/>
              </a:buClr>
              <a:buSzPts val="2200"/>
              <a:buFont typeface="Helvetica Neue Light"/>
              <a:buNone/>
              <a:defRPr sz="2200">
                <a:solidFill>
                  <a:srgbClr val="888888"/>
                </a:solidFill>
              </a:defRPr>
            </a:lvl1pPr>
            <a:lvl2pPr indent="0" lvl="1" marL="0" marR="0" algn="r">
              <a:lnSpc>
                <a:spcPct val="100000"/>
              </a:lnSpc>
              <a:spcBef>
                <a:spcPts val="0"/>
              </a:spcBef>
              <a:spcAft>
                <a:spcPts val="0"/>
              </a:spcAft>
              <a:buClr>
                <a:srgbClr val="888888"/>
              </a:buClr>
              <a:buSzPts val="2200"/>
              <a:buFont typeface="Helvetica Neue Light"/>
              <a:buNone/>
              <a:defRPr sz="2200">
                <a:solidFill>
                  <a:srgbClr val="888888"/>
                </a:solidFill>
              </a:defRPr>
            </a:lvl2pPr>
            <a:lvl3pPr indent="0" lvl="2" marL="0" marR="0" algn="r">
              <a:lnSpc>
                <a:spcPct val="100000"/>
              </a:lnSpc>
              <a:spcBef>
                <a:spcPts val="0"/>
              </a:spcBef>
              <a:spcAft>
                <a:spcPts val="0"/>
              </a:spcAft>
              <a:buClr>
                <a:srgbClr val="888888"/>
              </a:buClr>
              <a:buSzPts val="2200"/>
              <a:buFont typeface="Helvetica Neue Light"/>
              <a:buNone/>
              <a:defRPr sz="2200">
                <a:solidFill>
                  <a:srgbClr val="888888"/>
                </a:solidFill>
              </a:defRPr>
            </a:lvl3pPr>
            <a:lvl4pPr indent="0" lvl="3" marL="0" marR="0" algn="r">
              <a:lnSpc>
                <a:spcPct val="100000"/>
              </a:lnSpc>
              <a:spcBef>
                <a:spcPts val="0"/>
              </a:spcBef>
              <a:spcAft>
                <a:spcPts val="0"/>
              </a:spcAft>
              <a:buClr>
                <a:srgbClr val="888888"/>
              </a:buClr>
              <a:buSzPts val="2200"/>
              <a:buFont typeface="Helvetica Neue Light"/>
              <a:buNone/>
              <a:defRPr sz="2200">
                <a:solidFill>
                  <a:srgbClr val="888888"/>
                </a:solidFill>
              </a:defRPr>
            </a:lvl4pPr>
            <a:lvl5pPr indent="0" lvl="4" marL="0" marR="0" algn="r">
              <a:lnSpc>
                <a:spcPct val="100000"/>
              </a:lnSpc>
              <a:spcBef>
                <a:spcPts val="0"/>
              </a:spcBef>
              <a:spcAft>
                <a:spcPts val="0"/>
              </a:spcAft>
              <a:buClr>
                <a:srgbClr val="888888"/>
              </a:buClr>
              <a:buSzPts val="2200"/>
              <a:buFont typeface="Helvetica Neue Light"/>
              <a:buNone/>
              <a:defRPr sz="2200">
                <a:solidFill>
                  <a:srgbClr val="888888"/>
                </a:solidFill>
              </a:defRPr>
            </a:lvl5pPr>
            <a:lvl6pPr indent="0" lvl="5" marL="0" marR="0" algn="r">
              <a:lnSpc>
                <a:spcPct val="100000"/>
              </a:lnSpc>
              <a:spcBef>
                <a:spcPts val="0"/>
              </a:spcBef>
              <a:spcAft>
                <a:spcPts val="0"/>
              </a:spcAft>
              <a:buClr>
                <a:srgbClr val="888888"/>
              </a:buClr>
              <a:buSzPts val="2200"/>
              <a:buFont typeface="Helvetica Neue Light"/>
              <a:buNone/>
              <a:defRPr sz="2200">
                <a:solidFill>
                  <a:srgbClr val="888888"/>
                </a:solidFill>
              </a:defRPr>
            </a:lvl6pPr>
            <a:lvl7pPr indent="0" lvl="6" marL="0" marR="0" algn="r">
              <a:lnSpc>
                <a:spcPct val="100000"/>
              </a:lnSpc>
              <a:spcBef>
                <a:spcPts val="0"/>
              </a:spcBef>
              <a:spcAft>
                <a:spcPts val="0"/>
              </a:spcAft>
              <a:buClr>
                <a:srgbClr val="888888"/>
              </a:buClr>
              <a:buSzPts val="2200"/>
              <a:buFont typeface="Helvetica Neue Light"/>
              <a:buNone/>
              <a:defRPr sz="2200">
                <a:solidFill>
                  <a:srgbClr val="888888"/>
                </a:solidFill>
              </a:defRPr>
            </a:lvl7pPr>
            <a:lvl8pPr indent="0" lvl="7" marL="0" marR="0" algn="r">
              <a:lnSpc>
                <a:spcPct val="100000"/>
              </a:lnSpc>
              <a:spcBef>
                <a:spcPts val="0"/>
              </a:spcBef>
              <a:spcAft>
                <a:spcPts val="0"/>
              </a:spcAft>
              <a:buClr>
                <a:srgbClr val="888888"/>
              </a:buClr>
              <a:buSzPts val="2200"/>
              <a:buFont typeface="Helvetica Neue Light"/>
              <a:buNone/>
              <a:defRPr sz="2200">
                <a:solidFill>
                  <a:srgbClr val="888888"/>
                </a:solidFill>
              </a:defRPr>
            </a:lvl8pPr>
            <a:lvl9pPr indent="0" lvl="8" marL="0" marR="0" algn="r">
              <a:lnSpc>
                <a:spcPct val="100000"/>
              </a:lnSpc>
              <a:spcBef>
                <a:spcPts val="0"/>
              </a:spcBef>
              <a:spcAft>
                <a:spcPts val="0"/>
              </a:spcAft>
              <a:buClr>
                <a:srgbClr val="888888"/>
              </a:buClr>
              <a:buSzPts val="2200"/>
              <a:buFont typeface="Helvetica Neue Light"/>
              <a:buNone/>
              <a:defRPr sz="2200">
                <a:solidFill>
                  <a:srgbClr val="888888"/>
                </a:solidFill>
              </a:defRPr>
            </a:lvl9pPr>
          </a:lstStyle>
          <a:p>
            <a:pPr indent="0" lvl="0" marL="0" rtl="0" algn="r">
              <a:spcBef>
                <a:spcPts val="0"/>
              </a:spcBef>
              <a:spcAft>
                <a:spcPts val="0"/>
              </a:spcAft>
              <a:buNone/>
            </a:pPr>
            <a:fld id="{00000000-1234-1234-1234-123412341234}" type="slidenum">
              <a:rPr lang="en-US"/>
              <a:t>‹#›</a:t>
            </a:fld>
            <a:endParaRPr sz="2400">
              <a:solidFill>
                <a:srgbClr val="000000"/>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8">
    <p:spTree>
      <p:nvGrpSpPr>
        <p:cNvPr id="162" name="Shape 162"/>
        <p:cNvGrpSpPr/>
        <p:nvPr/>
      </p:nvGrpSpPr>
      <p:grpSpPr>
        <a:xfrm>
          <a:off x="0" y="0"/>
          <a:ext cx="0" cy="0"/>
          <a:chOff x="0" y="0"/>
          <a:chExt cx="0" cy="0"/>
        </a:xfrm>
      </p:grpSpPr>
      <p:sp>
        <p:nvSpPr>
          <p:cNvPr id="163" name="Google Shape;163;p196"/>
          <p:cNvSpPr txBox="1"/>
          <p:nvPr>
            <p:ph type="title"/>
          </p:nvPr>
        </p:nvSpPr>
        <p:spPr>
          <a:xfrm>
            <a:off x="3962400" y="0"/>
            <a:ext cx="16459200" cy="178435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Helvetica Neue Light"/>
              <a:buNone/>
              <a:defRPr sz="8800">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64" name="Google Shape;164;p196"/>
          <p:cNvSpPr txBox="1"/>
          <p:nvPr>
            <p:ph idx="1" type="body"/>
          </p:nvPr>
        </p:nvSpPr>
        <p:spPr>
          <a:xfrm>
            <a:off x="3962400" y="2162175"/>
            <a:ext cx="16459200" cy="10090151"/>
          </a:xfrm>
          <a:prstGeom prst="rect">
            <a:avLst/>
          </a:prstGeom>
          <a:noFill/>
          <a:ln>
            <a:noFill/>
          </a:ln>
        </p:spPr>
        <p:txBody>
          <a:bodyPr anchorCtr="0" anchor="t" bIns="91425" lIns="91425" spcFirstLastPara="1" rIns="91425" wrap="square" tIns="91425">
            <a:normAutofit/>
          </a:bodyPr>
          <a:lstStyle>
            <a:lvl1pPr indent="-635000" lvl="0" marL="4572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1pPr>
            <a:lvl2pPr indent="-635000" lvl="1" marL="9144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2pPr>
            <a:lvl3pPr indent="-635000" lvl="2" marL="13716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3pPr>
            <a:lvl4pPr indent="-635000" lvl="3" marL="18288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4pPr>
            <a:lvl5pPr indent="-635000" lvl="4" marL="2286000" algn="l">
              <a:lnSpc>
                <a:spcPct val="100000"/>
              </a:lnSpc>
              <a:spcBef>
                <a:spcPts val="1500"/>
              </a:spcBef>
              <a:spcAft>
                <a:spcPts val="0"/>
              </a:spcAft>
              <a:buClr>
                <a:srgbClr val="000000"/>
              </a:buClr>
              <a:buSzPts val="6400"/>
              <a:buFont typeface="Helvetica Neue"/>
              <a:buChar char="»"/>
              <a:defRPr sz="64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65" name="Google Shape;165;p196"/>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Helvetica Neue Light"/>
              <a:buNone/>
              <a:defRPr>
                <a:solidFill>
                  <a:srgbClr val="898989"/>
                </a:solidFill>
              </a:defRPr>
            </a:lvl1pPr>
            <a:lvl2pPr indent="0" lvl="1" marL="0" marR="0" algn="r">
              <a:lnSpc>
                <a:spcPct val="100000"/>
              </a:lnSpc>
              <a:spcBef>
                <a:spcPts val="0"/>
              </a:spcBef>
              <a:spcAft>
                <a:spcPts val="0"/>
              </a:spcAft>
              <a:buClr>
                <a:srgbClr val="898989"/>
              </a:buClr>
              <a:buSzPts val="2400"/>
              <a:buFont typeface="Helvetica Neue Light"/>
              <a:buNone/>
              <a:defRPr>
                <a:solidFill>
                  <a:srgbClr val="898989"/>
                </a:solidFill>
              </a:defRPr>
            </a:lvl2pPr>
            <a:lvl3pPr indent="0" lvl="2" marL="0" marR="0" algn="r">
              <a:lnSpc>
                <a:spcPct val="100000"/>
              </a:lnSpc>
              <a:spcBef>
                <a:spcPts val="0"/>
              </a:spcBef>
              <a:spcAft>
                <a:spcPts val="0"/>
              </a:spcAft>
              <a:buClr>
                <a:srgbClr val="898989"/>
              </a:buClr>
              <a:buSzPts val="2400"/>
              <a:buFont typeface="Helvetica Neue Light"/>
              <a:buNone/>
              <a:defRPr>
                <a:solidFill>
                  <a:srgbClr val="898989"/>
                </a:solidFill>
              </a:defRPr>
            </a:lvl3pPr>
            <a:lvl4pPr indent="0" lvl="3" marL="0" marR="0" algn="r">
              <a:lnSpc>
                <a:spcPct val="100000"/>
              </a:lnSpc>
              <a:spcBef>
                <a:spcPts val="0"/>
              </a:spcBef>
              <a:spcAft>
                <a:spcPts val="0"/>
              </a:spcAft>
              <a:buClr>
                <a:srgbClr val="898989"/>
              </a:buClr>
              <a:buSzPts val="2400"/>
              <a:buFont typeface="Helvetica Neue Light"/>
              <a:buNone/>
              <a:defRPr>
                <a:solidFill>
                  <a:srgbClr val="898989"/>
                </a:solidFill>
              </a:defRPr>
            </a:lvl4pPr>
            <a:lvl5pPr indent="0" lvl="4" marL="0" marR="0" algn="r">
              <a:lnSpc>
                <a:spcPct val="100000"/>
              </a:lnSpc>
              <a:spcBef>
                <a:spcPts val="0"/>
              </a:spcBef>
              <a:spcAft>
                <a:spcPts val="0"/>
              </a:spcAft>
              <a:buClr>
                <a:srgbClr val="898989"/>
              </a:buClr>
              <a:buSzPts val="2400"/>
              <a:buFont typeface="Helvetica Neue Light"/>
              <a:buNone/>
              <a:defRPr>
                <a:solidFill>
                  <a:srgbClr val="898989"/>
                </a:solidFill>
              </a:defRPr>
            </a:lvl5pPr>
            <a:lvl6pPr indent="0" lvl="5" marL="0" marR="0" algn="r">
              <a:lnSpc>
                <a:spcPct val="100000"/>
              </a:lnSpc>
              <a:spcBef>
                <a:spcPts val="0"/>
              </a:spcBef>
              <a:spcAft>
                <a:spcPts val="0"/>
              </a:spcAft>
              <a:buClr>
                <a:srgbClr val="898989"/>
              </a:buClr>
              <a:buSzPts val="2400"/>
              <a:buFont typeface="Helvetica Neue Light"/>
              <a:buNone/>
              <a:defRPr>
                <a:solidFill>
                  <a:srgbClr val="898989"/>
                </a:solidFill>
              </a:defRPr>
            </a:lvl6pPr>
            <a:lvl7pPr indent="0" lvl="6" marL="0" marR="0" algn="r">
              <a:lnSpc>
                <a:spcPct val="100000"/>
              </a:lnSpc>
              <a:spcBef>
                <a:spcPts val="0"/>
              </a:spcBef>
              <a:spcAft>
                <a:spcPts val="0"/>
              </a:spcAft>
              <a:buClr>
                <a:srgbClr val="898989"/>
              </a:buClr>
              <a:buSzPts val="2400"/>
              <a:buFont typeface="Helvetica Neue Light"/>
              <a:buNone/>
              <a:defRPr>
                <a:solidFill>
                  <a:srgbClr val="898989"/>
                </a:solidFill>
              </a:defRPr>
            </a:lvl7pPr>
            <a:lvl8pPr indent="0" lvl="7" marL="0" marR="0" algn="r">
              <a:lnSpc>
                <a:spcPct val="100000"/>
              </a:lnSpc>
              <a:spcBef>
                <a:spcPts val="0"/>
              </a:spcBef>
              <a:spcAft>
                <a:spcPts val="0"/>
              </a:spcAft>
              <a:buClr>
                <a:srgbClr val="898989"/>
              </a:buClr>
              <a:buSzPts val="2400"/>
              <a:buFont typeface="Helvetica Neue Light"/>
              <a:buNone/>
              <a:defRPr>
                <a:solidFill>
                  <a:srgbClr val="898989"/>
                </a:solidFill>
              </a:defRPr>
            </a:lvl8pPr>
            <a:lvl9pPr indent="0" lvl="8" marL="0" marR="0" algn="r">
              <a:lnSpc>
                <a:spcPct val="100000"/>
              </a:lnSpc>
              <a:spcBef>
                <a:spcPts val="0"/>
              </a:spcBef>
              <a:spcAft>
                <a:spcPts val="0"/>
              </a:spcAft>
              <a:buClr>
                <a:srgbClr val="898989"/>
              </a:buClr>
              <a:buSzPts val="2400"/>
              <a:buFont typeface="Helvetica Neue Light"/>
              <a:buNone/>
              <a:defRPr>
                <a:solidFill>
                  <a:srgbClr val="898989"/>
                </a:solidFil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9">
    <p:spTree>
      <p:nvGrpSpPr>
        <p:cNvPr id="166" name="Shape 166"/>
        <p:cNvGrpSpPr/>
        <p:nvPr/>
      </p:nvGrpSpPr>
      <p:grpSpPr>
        <a:xfrm>
          <a:off x="0" y="0"/>
          <a:ext cx="0" cy="0"/>
          <a:chOff x="0" y="0"/>
          <a:chExt cx="0" cy="0"/>
        </a:xfrm>
      </p:grpSpPr>
      <p:sp>
        <p:nvSpPr>
          <p:cNvPr id="167" name="Google Shape;167;p197"/>
          <p:cNvSpPr/>
          <p:nvPr/>
        </p:nvSpPr>
        <p:spPr>
          <a:xfrm>
            <a:off x="3048000" y="441571"/>
            <a:ext cx="18288000" cy="457201"/>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a:buNone/>
            </a:pPr>
            <a:r>
              <a:t/>
            </a:r>
            <a:endParaRPr b="0" i="0" sz="3600" u="none" cap="none" strike="noStrike">
              <a:solidFill>
                <a:srgbClr val="FFFFFF"/>
              </a:solidFill>
              <a:latin typeface="Helvetica Neue"/>
              <a:ea typeface="Helvetica Neue"/>
              <a:cs typeface="Helvetica Neue"/>
              <a:sym typeface="Helvetica Neue"/>
            </a:endParaRPr>
          </a:p>
        </p:txBody>
      </p:sp>
      <p:sp>
        <p:nvSpPr>
          <p:cNvPr id="168" name="Google Shape;168;p197"/>
          <p:cNvSpPr txBox="1"/>
          <p:nvPr>
            <p:ph type="title"/>
          </p:nvPr>
        </p:nvSpPr>
        <p:spPr>
          <a:xfrm>
            <a:off x="3962400" y="1066800"/>
            <a:ext cx="16459200" cy="19812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D2533C"/>
              </a:buClr>
              <a:buSzPts val="8000"/>
              <a:buFont typeface="Helvetica Neue"/>
              <a:buNone/>
              <a:defRPr sz="8000">
                <a:solidFill>
                  <a:srgbClr val="D2533C"/>
                </a:solidFill>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69" name="Google Shape;169;p197"/>
          <p:cNvSpPr txBox="1"/>
          <p:nvPr>
            <p:ph idx="1" type="body"/>
          </p:nvPr>
        </p:nvSpPr>
        <p:spPr>
          <a:xfrm>
            <a:off x="3962400" y="3200400"/>
            <a:ext cx="16459200" cy="9753600"/>
          </a:xfrm>
          <a:prstGeom prst="rect">
            <a:avLst/>
          </a:prstGeom>
          <a:noFill/>
          <a:ln>
            <a:noFill/>
          </a:ln>
        </p:spPr>
        <p:txBody>
          <a:bodyPr anchorCtr="0" anchor="t" bIns="91425" lIns="91425" spcFirstLastPara="1" rIns="91425" wrap="square" tIns="91425">
            <a:normAutofit/>
          </a:bodyPr>
          <a:lstStyle>
            <a:lvl1pPr indent="-487680" lvl="0" marL="457200" algn="l">
              <a:lnSpc>
                <a:spcPct val="100000"/>
              </a:lnSpc>
              <a:spcBef>
                <a:spcPts val="1100"/>
              </a:spcBef>
              <a:spcAft>
                <a:spcPts val="0"/>
              </a:spcAft>
              <a:buClr>
                <a:srgbClr val="93A299"/>
              </a:buClr>
              <a:buSzPts val="4080"/>
              <a:buFont typeface="Helvetica Neue"/>
              <a:buChar char="•"/>
              <a:defRPr sz="4800">
                <a:solidFill>
                  <a:srgbClr val="292934"/>
                </a:solidFill>
              </a:defRPr>
            </a:lvl1pPr>
            <a:lvl2pPr indent="-487680" lvl="1" marL="914400" algn="l">
              <a:lnSpc>
                <a:spcPct val="100000"/>
              </a:lnSpc>
              <a:spcBef>
                <a:spcPts val="1100"/>
              </a:spcBef>
              <a:spcAft>
                <a:spcPts val="0"/>
              </a:spcAft>
              <a:buClr>
                <a:srgbClr val="93A299"/>
              </a:buClr>
              <a:buSzPts val="4080"/>
              <a:buFont typeface="Helvetica Neue"/>
              <a:buChar char="•"/>
              <a:defRPr sz="4800">
                <a:solidFill>
                  <a:srgbClr val="292934"/>
                </a:solidFill>
              </a:defRPr>
            </a:lvl2pPr>
            <a:lvl3pPr indent="-502919" lvl="2" marL="1371600" algn="l">
              <a:lnSpc>
                <a:spcPct val="100000"/>
              </a:lnSpc>
              <a:spcBef>
                <a:spcPts val="1100"/>
              </a:spcBef>
              <a:spcAft>
                <a:spcPts val="0"/>
              </a:spcAft>
              <a:buClr>
                <a:srgbClr val="93A299"/>
              </a:buClr>
              <a:buSzPts val="4320"/>
              <a:buFont typeface="Helvetica Neue"/>
              <a:buChar char="•"/>
              <a:defRPr sz="4800">
                <a:solidFill>
                  <a:srgbClr val="292934"/>
                </a:solidFill>
              </a:defRPr>
            </a:lvl3pPr>
            <a:lvl4pPr indent="-533400" lvl="3" marL="1828800" algn="l">
              <a:lnSpc>
                <a:spcPct val="100000"/>
              </a:lnSpc>
              <a:spcBef>
                <a:spcPts val="1100"/>
              </a:spcBef>
              <a:spcAft>
                <a:spcPts val="0"/>
              </a:spcAft>
              <a:buClr>
                <a:srgbClr val="93A299"/>
              </a:buClr>
              <a:buSzPts val="4800"/>
              <a:buFont typeface="Helvetica Neue"/>
              <a:buChar char="•"/>
              <a:defRPr sz="4800">
                <a:solidFill>
                  <a:srgbClr val="292934"/>
                </a:solidFill>
              </a:defRPr>
            </a:lvl4pPr>
            <a:lvl5pPr indent="-533400" lvl="4" marL="2286000" algn="l">
              <a:lnSpc>
                <a:spcPct val="100000"/>
              </a:lnSpc>
              <a:spcBef>
                <a:spcPts val="1100"/>
              </a:spcBef>
              <a:spcAft>
                <a:spcPts val="0"/>
              </a:spcAft>
              <a:buClr>
                <a:srgbClr val="93A299"/>
              </a:buClr>
              <a:buSzPts val="4800"/>
              <a:buFont typeface="Helvetica Neue"/>
              <a:buChar char="•"/>
              <a:defRPr sz="4800">
                <a:solidFill>
                  <a:srgbClr val="292934"/>
                </a:solidFill>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70" name="Google Shape;170;p197"/>
          <p:cNvSpPr txBox="1"/>
          <p:nvPr>
            <p:ph idx="12" type="sldNum"/>
          </p:nvPr>
        </p:nvSpPr>
        <p:spPr>
          <a:xfrm>
            <a:off x="18288000" y="63577"/>
            <a:ext cx="591008" cy="604366"/>
          </a:xfrm>
          <a:prstGeom prst="rect">
            <a:avLst/>
          </a:prstGeom>
          <a:noFill/>
          <a:ln>
            <a:noFill/>
          </a:ln>
        </p:spPr>
        <p:txBody>
          <a:bodyPr anchorCtr="0" anchor="ctr" bIns="91425" lIns="91425" spcFirstLastPara="1" rIns="91425" wrap="square" tIns="91425">
            <a:spAutoFit/>
          </a:bodyPr>
          <a:lstStyle>
            <a:lvl1pPr indent="0" lvl="0"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1pPr>
            <a:lvl2pPr indent="0" lvl="1"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2pPr>
            <a:lvl3pPr indent="0" lvl="2"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3pPr>
            <a:lvl4pPr indent="0" lvl="3"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4pPr>
            <a:lvl5pPr indent="0" lvl="4"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5pPr>
            <a:lvl6pPr indent="0" lvl="5"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6pPr>
            <a:lvl7pPr indent="0" lvl="6"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7pPr>
            <a:lvl8pPr indent="0" lvl="7"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8pPr>
            <a:lvl9pPr indent="0" lvl="8" marL="0" marR="0" algn="l">
              <a:lnSpc>
                <a:spcPct val="100000"/>
              </a:lnSpc>
              <a:spcBef>
                <a:spcPts val="0"/>
              </a:spcBef>
              <a:spcAft>
                <a:spcPts val="0"/>
              </a:spcAft>
              <a:buClr>
                <a:srgbClr val="FFFFFF"/>
              </a:buClr>
              <a:buSzPts val="2800"/>
              <a:buFont typeface="Helvetica Neue"/>
              <a:buNone/>
              <a:defRPr b="1" sz="2800">
                <a:solidFill>
                  <a:srgbClr val="FFFFFF"/>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US"/>
              <a:t>‹#›</a:t>
            </a:fld>
            <a:endParaRPr b="0" sz="2400">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cture slide">
  <p:cSld name="Lecture slide">
    <p:spTree>
      <p:nvGrpSpPr>
        <p:cNvPr id="171" name="Shape 171"/>
        <p:cNvGrpSpPr/>
        <p:nvPr/>
      </p:nvGrpSpPr>
      <p:grpSpPr>
        <a:xfrm>
          <a:off x="0" y="0"/>
          <a:ext cx="0" cy="0"/>
          <a:chOff x="0" y="0"/>
          <a:chExt cx="0" cy="0"/>
        </a:xfrm>
      </p:grpSpPr>
      <p:sp>
        <p:nvSpPr>
          <p:cNvPr id="172" name="Google Shape;172;p198"/>
          <p:cNvSpPr txBox="1"/>
          <p:nvPr>
            <p:ph type="title"/>
          </p:nvPr>
        </p:nvSpPr>
        <p:spPr>
          <a:xfrm>
            <a:off x="1689100" y="101600"/>
            <a:ext cx="21005800" cy="2286000"/>
          </a:xfrm>
          <a:prstGeom prst="rect">
            <a:avLst/>
          </a:prstGeom>
          <a:noFill/>
          <a:ln>
            <a:noFill/>
          </a:ln>
        </p:spPr>
        <p:txBody>
          <a:bodyPr anchorCtr="0" anchor="ctr" bIns="50800" lIns="50800" spcFirstLastPara="1" rIns="50800" wrap="square" tIns="50800">
            <a:normAutofit/>
          </a:bodyPr>
          <a:lstStyle>
            <a:lvl1pPr lvl="0" algn="ctr">
              <a:lnSpc>
                <a:spcPct val="100000"/>
              </a:lnSpc>
              <a:spcBef>
                <a:spcPts val="0"/>
              </a:spcBef>
              <a:spcAft>
                <a:spcPts val="0"/>
              </a:spcAft>
              <a:buClr>
                <a:srgbClr val="000000"/>
              </a:buClr>
              <a:buSzPts val="10000"/>
              <a:buFont typeface="Helvetica Neue"/>
              <a:buNone/>
              <a:defRPr sz="10000">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73" name="Google Shape;173;p198"/>
          <p:cNvSpPr txBox="1"/>
          <p:nvPr>
            <p:ph idx="1" type="body"/>
          </p:nvPr>
        </p:nvSpPr>
        <p:spPr>
          <a:xfrm>
            <a:off x="1689100" y="3098800"/>
            <a:ext cx="21005800" cy="9296400"/>
          </a:xfrm>
          <a:prstGeom prst="rect">
            <a:avLst/>
          </a:prstGeom>
          <a:noFill/>
          <a:ln>
            <a:noFill/>
          </a:ln>
        </p:spPr>
        <p:txBody>
          <a:bodyPr anchorCtr="0" anchor="ctr" bIns="50800" lIns="50800" spcFirstLastPara="1" rIns="50800" wrap="square" tIns="50800">
            <a:normAutofit/>
          </a:bodyPr>
          <a:lstStyle>
            <a:lvl1pPr indent="-609600" lvl="0" marL="4572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1pPr>
            <a:lvl2pPr indent="-609600" lvl="1" marL="9144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2pPr>
            <a:lvl3pPr indent="-609600" lvl="2" marL="13716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3pPr>
            <a:lvl4pPr indent="-609600" lvl="3" marL="18288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4pPr>
            <a:lvl5pPr indent="-609600" lvl="4" marL="2286000" algn="l">
              <a:lnSpc>
                <a:spcPct val="100000"/>
              </a:lnSpc>
              <a:spcBef>
                <a:spcPts val="5900"/>
              </a:spcBef>
              <a:spcAft>
                <a:spcPts val="0"/>
              </a:spcAft>
              <a:buClr>
                <a:srgbClr val="000000"/>
              </a:buClr>
              <a:buSzPts val="6000"/>
              <a:buFont typeface="Helvetica Neue Light"/>
              <a:buChar char="•"/>
              <a:defRPr sz="4800">
                <a:latin typeface="Helvetica Neue Light"/>
                <a:ea typeface="Helvetica Neue Light"/>
                <a:cs typeface="Helvetica Neue Light"/>
                <a:sym typeface="Helvetica Neue Light"/>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74" name="Google Shape;174;p198"/>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000000"/>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2">
    <p:spTree>
      <p:nvGrpSpPr>
        <p:cNvPr id="175" name="Shape 175"/>
        <p:cNvGrpSpPr/>
        <p:nvPr/>
      </p:nvGrpSpPr>
      <p:grpSpPr>
        <a:xfrm>
          <a:off x="0" y="0"/>
          <a:ext cx="0" cy="0"/>
          <a:chOff x="0" y="0"/>
          <a:chExt cx="0" cy="0"/>
        </a:xfrm>
      </p:grpSpPr>
      <p:sp>
        <p:nvSpPr>
          <p:cNvPr id="176" name="Google Shape;176;p199"/>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rgbClr val="000000"/>
              </a:buClr>
              <a:buSzPts val="8800"/>
              <a:buFont typeface="Calibri"/>
              <a:buNone/>
              <a:defRPr sz="8800">
                <a:latin typeface="Calibri"/>
                <a:ea typeface="Calibri"/>
                <a:cs typeface="Calibri"/>
                <a:sym typeface="Calibri"/>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77" name="Google Shape;177;p199"/>
          <p:cNvSpPr txBox="1"/>
          <p:nvPr>
            <p:ph idx="1" type="body"/>
          </p:nvPr>
        </p:nvSpPr>
        <p:spPr>
          <a:xfrm>
            <a:off x="3962400" y="3200400"/>
            <a:ext cx="8077200" cy="9051926"/>
          </a:xfrm>
          <a:prstGeom prst="rect">
            <a:avLst/>
          </a:prstGeom>
          <a:noFill/>
          <a:ln>
            <a:noFill/>
          </a:ln>
        </p:spPr>
        <p:txBody>
          <a:bodyPr anchorCtr="0" anchor="t" bIns="91425" lIns="91425" spcFirstLastPara="1" rIns="91425" wrap="square" tIns="91425">
            <a:normAutofit/>
          </a:bodyPr>
          <a:lstStyle>
            <a:lvl1pPr indent="-584200" lvl="0" marL="4572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1pPr>
            <a:lvl2pPr indent="-584200" lvl="1" marL="9144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2pPr>
            <a:lvl3pPr indent="-584200" lvl="2" marL="13716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3pPr>
            <a:lvl4pPr indent="-584200" lvl="3" marL="18288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4pPr>
            <a:lvl5pPr indent="-584200" lvl="4" marL="2286000" algn="l">
              <a:lnSpc>
                <a:spcPct val="100000"/>
              </a:lnSpc>
              <a:spcBef>
                <a:spcPts val="1300"/>
              </a:spcBef>
              <a:spcAft>
                <a:spcPts val="0"/>
              </a:spcAft>
              <a:buClr>
                <a:srgbClr val="000000"/>
              </a:buClr>
              <a:buSzPts val="5600"/>
              <a:buFont typeface="Arial"/>
              <a:buChar char="»"/>
              <a:defRPr sz="5600">
                <a:latin typeface="Calibri"/>
                <a:ea typeface="Calibri"/>
                <a:cs typeface="Calibri"/>
                <a:sym typeface="Calibri"/>
              </a:defRPr>
            </a:lvl5pPr>
            <a:lvl6pPr indent="-371475" lvl="5" marL="2743200" algn="l">
              <a:lnSpc>
                <a:spcPct val="100000"/>
              </a:lnSpc>
              <a:spcBef>
                <a:spcPts val="5900"/>
              </a:spcBef>
              <a:spcAft>
                <a:spcPts val="0"/>
              </a:spcAft>
              <a:buClr>
                <a:srgbClr val="000000"/>
              </a:buClr>
              <a:buSzPts val="2250"/>
              <a:buChar char="•"/>
              <a:defRPr/>
            </a:lvl6pPr>
            <a:lvl7pPr indent="-371475" lvl="6" marL="3200400" algn="l">
              <a:lnSpc>
                <a:spcPct val="100000"/>
              </a:lnSpc>
              <a:spcBef>
                <a:spcPts val="5900"/>
              </a:spcBef>
              <a:spcAft>
                <a:spcPts val="0"/>
              </a:spcAft>
              <a:buClr>
                <a:srgbClr val="000000"/>
              </a:buClr>
              <a:buSzPts val="2250"/>
              <a:buChar char="•"/>
              <a:defRPr/>
            </a:lvl7pPr>
            <a:lvl8pPr indent="-371475" lvl="7" marL="3657600" algn="l">
              <a:lnSpc>
                <a:spcPct val="100000"/>
              </a:lnSpc>
              <a:spcBef>
                <a:spcPts val="5900"/>
              </a:spcBef>
              <a:spcAft>
                <a:spcPts val="0"/>
              </a:spcAft>
              <a:buClr>
                <a:srgbClr val="000000"/>
              </a:buClr>
              <a:buSzPts val="2250"/>
              <a:buChar char="•"/>
              <a:defRPr/>
            </a:lvl8pPr>
            <a:lvl9pPr indent="-371475" lvl="8" marL="4114800" algn="l">
              <a:lnSpc>
                <a:spcPct val="100000"/>
              </a:lnSpc>
              <a:spcBef>
                <a:spcPts val="5900"/>
              </a:spcBef>
              <a:spcAft>
                <a:spcPts val="0"/>
              </a:spcAft>
              <a:buClr>
                <a:srgbClr val="000000"/>
              </a:buClr>
              <a:buSzPts val="2250"/>
              <a:buChar char="•"/>
              <a:defRPr/>
            </a:lvl9pPr>
          </a:lstStyle>
          <a:p/>
        </p:txBody>
      </p:sp>
      <p:sp>
        <p:nvSpPr>
          <p:cNvPr id="178" name="Google Shape;178;p199"/>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lvl1pPr indent="0" lvl="0"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2400"/>
              <a:buFont typeface="Calibri"/>
              <a:buNone/>
              <a:defRPr>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Helvetica Neue Light"/>
              <a:ea typeface="Helvetica Neue Light"/>
              <a:cs typeface="Helvetica Neue Light"/>
              <a:sym typeface="Helvetica Neue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2.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54"/>
          <p:cNvSpPr txBox="1"/>
          <p:nvPr>
            <p:ph type="title"/>
          </p:nvPr>
        </p:nvSpPr>
        <p:spPr>
          <a:xfrm>
            <a:off x="1689100" y="355600"/>
            <a:ext cx="21005800" cy="2286000"/>
          </a:xfrm>
          <a:prstGeom prst="rect">
            <a:avLst/>
          </a:prstGeom>
          <a:noFill/>
          <a:ln>
            <a:noFill/>
          </a:ln>
        </p:spPr>
        <p:txBody>
          <a:bodyPr anchorCtr="0" anchor="ctr" bIns="50800" lIns="50800" spcFirstLastPara="1" rIns="50800" wrap="square" tIns="50800">
            <a:normAutofit/>
          </a:bodyPr>
          <a:lstStyle>
            <a:lvl1pPr lvl="0"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7" name="Google Shape;7;p154"/>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lvl1pPr indent="0" lvl="0"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400"/>
              <a:buFont typeface="Helvetica Neue Light"/>
              <a:buNone/>
              <a:defRPr b="0" i="0" sz="24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sz="1400">
              <a:latin typeface="Arial"/>
              <a:ea typeface="Arial"/>
              <a:cs typeface="Arial"/>
              <a:sym typeface="Arial"/>
            </a:endParaRPr>
          </a:p>
        </p:txBody>
      </p:sp>
      <p:sp>
        <p:nvSpPr>
          <p:cNvPr id="8" name="Google Shape;8;p154"/>
          <p:cNvSpPr txBox="1"/>
          <p:nvPr>
            <p:ph idx="1" type="body"/>
          </p:nvPr>
        </p:nvSpPr>
        <p:spPr>
          <a:xfrm>
            <a:off x="1689100" y="3149600"/>
            <a:ext cx="21005800" cy="9296400"/>
          </a:xfrm>
          <a:prstGeom prst="rect">
            <a:avLst/>
          </a:prstGeom>
          <a:noFill/>
          <a:ln>
            <a:noFill/>
          </a:ln>
        </p:spPr>
        <p:txBody>
          <a:bodyPr anchorCtr="0" anchor="ctr" bIns="50800" lIns="50800" spcFirstLastPara="1" rIns="50800" wrap="square" tIns="50800">
            <a:normAutofit/>
          </a:bodyPr>
          <a:lstStyle>
            <a:lvl1pPr indent="-641350" lvl="0" marL="4572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1pPr>
            <a:lvl2pPr indent="-641350" lvl="1" marL="9144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2pPr>
            <a:lvl3pPr indent="-641350" lvl="2" marL="13716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3pPr>
            <a:lvl4pPr indent="-641350" lvl="3" marL="18288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4pPr>
            <a:lvl5pPr indent="-641350" lvl="4" marL="22860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5pPr>
            <a:lvl6pPr indent="-641350" lvl="5" marL="27432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6pPr>
            <a:lvl7pPr indent="-641350" lvl="6" marL="32004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7pPr>
            <a:lvl8pPr indent="-641350" lvl="7" marL="36576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8pPr>
            <a:lvl9pPr indent="-641350" lvl="8" marL="4114800" marR="0" rtl="0" algn="l">
              <a:lnSpc>
                <a:spcPct val="100000"/>
              </a:lnSpc>
              <a:spcBef>
                <a:spcPts val="5900"/>
              </a:spcBef>
              <a:spcAft>
                <a:spcPts val="0"/>
              </a:spcAft>
              <a:buClr>
                <a:srgbClr val="000000"/>
              </a:buClr>
              <a:buSzPts val="6500"/>
              <a:buFont typeface="Helvetica Neue"/>
              <a:buChar char="•"/>
              <a:defRPr b="0" i="0" sz="5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eecs.umich.edu/courses/eecs442/fa25/"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46.png"/><Relationship Id="rId4" Type="http://schemas.openxmlformats.org/officeDocument/2006/relationships/image" Target="../media/image80.jpg"/><Relationship Id="rId5" Type="http://schemas.openxmlformats.org/officeDocument/2006/relationships/image" Target="../media/image145.jpg"/><Relationship Id="rId6" Type="http://schemas.openxmlformats.org/officeDocument/2006/relationships/image" Target="../media/image14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hyperlink" Target="http://drive.google.com/file/d/1SG9S-dh8olgCznzSF421tP4mCLfrhgz1/view" TargetMode="External"/><Relationship Id="rId4" Type="http://schemas.openxmlformats.org/officeDocument/2006/relationships/image" Target="../media/image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hyperlink" Target="http://www.physicstogo.org/index.cfm" TargetMode="External"/><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1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 Id="rId3"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12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30.png"/><Relationship Id="rId4" Type="http://schemas.openxmlformats.org/officeDocument/2006/relationships/image" Target="../media/image33.png"/><Relationship Id="rId5"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32.png"/><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3.xml"/><Relationship Id="rId3" Type="http://schemas.openxmlformats.org/officeDocument/2006/relationships/image" Target="../media/image37.png"/><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 Id="rId3" Type="http://schemas.openxmlformats.org/officeDocument/2006/relationships/image" Target="../media/image41.png"/><Relationship Id="rId4" Type="http://schemas.openxmlformats.org/officeDocument/2006/relationships/image" Target="../media/image39.png"/><Relationship Id="rId5"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5.xml"/><Relationship Id="rId3" Type="http://schemas.openxmlformats.org/officeDocument/2006/relationships/image" Target="../media/image43.png"/><Relationship Id="rId4" Type="http://schemas.openxmlformats.org/officeDocument/2006/relationships/image" Target="../media/image37.png"/><Relationship Id="rId5"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38.png"/><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8.png"/><Relationship Id="rId4" Type="http://schemas.openxmlformats.org/officeDocument/2006/relationships/image" Target="../media/image5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54.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9.xml"/><Relationship Id="rId3" Type="http://schemas.openxmlformats.org/officeDocument/2006/relationships/image" Target="../media/image60.jpg"/><Relationship Id="rId4" Type="http://schemas.openxmlformats.org/officeDocument/2006/relationships/hyperlink" Target="http://www.youtube.com/watch?v=3SNYtd0Ayt0"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5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48.png"/><Relationship Id="rId4" Type="http://schemas.openxmlformats.org/officeDocument/2006/relationships/image" Target="../media/image5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46.png"/><Relationship Id="rId4" Type="http://schemas.openxmlformats.org/officeDocument/2006/relationships/image" Target="../media/image5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45.png"/><Relationship Id="rId4" Type="http://schemas.openxmlformats.org/officeDocument/2006/relationships/image" Target="../media/image4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45.png"/><Relationship Id="rId4" Type="http://schemas.openxmlformats.org/officeDocument/2006/relationships/image" Target="../media/image5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61.png"/><Relationship Id="rId6" Type="http://schemas.openxmlformats.org/officeDocument/2006/relationships/image" Target="../media/image6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59.png"/><Relationship Id="rId4" Type="http://schemas.openxmlformats.org/officeDocument/2006/relationships/image" Target="../media/image6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59.png"/><Relationship Id="rId4" Type="http://schemas.openxmlformats.org/officeDocument/2006/relationships/image" Target="../media/image67.png"/><Relationship Id="rId5" Type="http://schemas.openxmlformats.org/officeDocument/2006/relationships/image" Target="../media/image66.png"/><Relationship Id="rId6" Type="http://schemas.openxmlformats.org/officeDocument/2006/relationships/image" Target="../media/image7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 Id="rId3" Type="http://schemas.openxmlformats.org/officeDocument/2006/relationships/image" Target="../media/image64.png"/><Relationship Id="rId4" Type="http://schemas.openxmlformats.org/officeDocument/2006/relationships/image" Target="../media/image62.png"/><Relationship Id="rId5" Type="http://schemas.openxmlformats.org/officeDocument/2006/relationships/image" Target="../media/image7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3" Type="http://schemas.openxmlformats.org/officeDocument/2006/relationships/image" Target="../media/image72.png"/><Relationship Id="rId4" Type="http://schemas.openxmlformats.org/officeDocument/2006/relationships/image" Target="../media/image71.png"/><Relationship Id="rId5" Type="http://schemas.openxmlformats.org/officeDocument/2006/relationships/image" Target="../media/image8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 Id="rId3" Type="http://schemas.openxmlformats.org/officeDocument/2006/relationships/image" Target="../media/image76.png"/><Relationship Id="rId4" Type="http://schemas.openxmlformats.org/officeDocument/2006/relationships/image" Target="../media/image74.png"/><Relationship Id="rId5" Type="http://schemas.openxmlformats.org/officeDocument/2006/relationships/image" Target="../media/image8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 Id="rId3" Type="http://schemas.openxmlformats.org/officeDocument/2006/relationships/image" Target="../media/image70.jpg"/><Relationship Id="rId4" Type="http://schemas.openxmlformats.org/officeDocument/2006/relationships/image" Target="../media/image7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 Id="rId3" Type="http://schemas.openxmlformats.org/officeDocument/2006/relationships/image" Target="../media/image81.png"/><Relationship Id="rId4" Type="http://schemas.openxmlformats.org/officeDocument/2006/relationships/image" Target="../media/image7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 Id="rId3" Type="http://schemas.openxmlformats.org/officeDocument/2006/relationships/image" Target="../media/image7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 Id="rId3" Type="http://schemas.openxmlformats.org/officeDocument/2006/relationships/image" Target="../media/image95.png"/><Relationship Id="rId4" Type="http://schemas.openxmlformats.org/officeDocument/2006/relationships/image" Target="../media/image82.png"/><Relationship Id="rId5" Type="http://schemas.openxmlformats.org/officeDocument/2006/relationships/image" Target="../media/image92.png"/><Relationship Id="rId6" Type="http://schemas.openxmlformats.org/officeDocument/2006/relationships/image" Target="../media/image84.png"/><Relationship Id="rId7" Type="http://schemas.openxmlformats.org/officeDocument/2006/relationships/image" Target="../media/image9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 Id="rId3" Type="http://schemas.openxmlformats.org/officeDocument/2006/relationships/image" Target="../media/image85.png"/><Relationship Id="rId4" Type="http://schemas.openxmlformats.org/officeDocument/2006/relationships/image" Target="../media/image93.png"/><Relationship Id="rId9" Type="http://schemas.openxmlformats.org/officeDocument/2006/relationships/image" Target="../media/image88.png"/><Relationship Id="rId5" Type="http://schemas.openxmlformats.org/officeDocument/2006/relationships/image" Target="../media/image99.png"/><Relationship Id="rId6" Type="http://schemas.openxmlformats.org/officeDocument/2006/relationships/image" Target="../media/image87.png"/><Relationship Id="rId7" Type="http://schemas.openxmlformats.org/officeDocument/2006/relationships/image" Target="../media/image89.png"/><Relationship Id="rId8" Type="http://schemas.openxmlformats.org/officeDocument/2006/relationships/image" Target="../media/image90.png"/><Relationship Id="rId11" Type="http://schemas.openxmlformats.org/officeDocument/2006/relationships/image" Target="../media/image103.png"/><Relationship Id="rId10" Type="http://schemas.openxmlformats.org/officeDocument/2006/relationships/image" Target="../media/image102.png"/><Relationship Id="rId12" Type="http://schemas.openxmlformats.org/officeDocument/2006/relationships/image" Target="../media/image10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 Id="rId3" Type="http://schemas.openxmlformats.org/officeDocument/2006/relationships/image" Target="../media/image85.png"/><Relationship Id="rId4" Type="http://schemas.openxmlformats.org/officeDocument/2006/relationships/image" Target="../media/image93.png"/><Relationship Id="rId9" Type="http://schemas.openxmlformats.org/officeDocument/2006/relationships/image" Target="../media/image88.png"/><Relationship Id="rId5" Type="http://schemas.openxmlformats.org/officeDocument/2006/relationships/image" Target="../media/image99.png"/><Relationship Id="rId6" Type="http://schemas.openxmlformats.org/officeDocument/2006/relationships/image" Target="../media/image87.png"/><Relationship Id="rId7" Type="http://schemas.openxmlformats.org/officeDocument/2006/relationships/image" Target="../media/image89.png"/><Relationship Id="rId8" Type="http://schemas.openxmlformats.org/officeDocument/2006/relationships/image" Target="../media/image9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 Id="rId3" Type="http://schemas.openxmlformats.org/officeDocument/2006/relationships/image" Target="../media/image89.png"/><Relationship Id="rId4" Type="http://schemas.openxmlformats.org/officeDocument/2006/relationships/image" Target="../media/image90.png"/><Relationship Id="rId9" Type="http://schemas.openxmlformats.org/officeDocument/2006/relationships/image" Target="../media/image93.png"/><Relationship Id="rId5" Type="http://schemas.openxmlformats.org/officeDocument/2006/relationships/image" Target="../media/image88.png"/><Relationship Id="rId6" Type="http://schemas.openxmlformats.org/officeDocument/2006/relationships/image" Target="../media/image104.png"/><Relationship Id="rId7" Type="http://schemas.openxmlformats.org/officeDocument/2006/relationships/image" Target="../media/image107.png"/><Relationship Id="rId8" Type="http://schemas.openxmlformats.org/officeDocument/2006/relationships/image" Target="../media/image85.png"/><Relationship Id="rId10" Type="http://schemas.openxmlformats.org/officeDocument/2006/relationships/image" Target="../media/image9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 Id="rId3" Type="http://schemas.openxmlformats.org/officeDocument/2006/relationships/image" Target="../media/image110.png"/><Relationship Id="rId4" Type="http://schemas.openxmlformats.org/officeDocument/2006/relationships/image" Target="../media/image89.png"/><Relationship Id="rId9" Type="http://schemas.openxmlformats.org/officeDocument/2006/relationships/image" Target="../media/image99.png"/><Relationship Id="rId5" Type="http://schemas.openxmlformats.org/officeDocument/2006/relationships/image" Target="../media/image90.png"/><Relationship Id="rId6" Type="http://schemas.openxmlformats.org/officeDocument/2006/relationships/image" Target="../media/image88.png"/><Relationship Id="rId7" Type="http://schemas.openxmlformats.org/officeDocument/2006/relationships/image" Target="../media/image85.png"/><Relationship Id="rId8" Type="http://schemas.openxmlformats.org/officeDocument/2006/relationships/image" Target="../media/image9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 Id="rId3" Type="http://schemas.openxmlformats.org/officeDocument/2006/relationships/image" Target="../media/image110.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image" Target="../media/image8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 Id="rId3" Type="http://schemas.openxmlformats.org/officeDocument/2006/relationships/image" Target="../media/image115.png"/><Relationship Id="rId4" Type="http://schemas.openxmlformats.org/officeDocument/2006/relationships/image" Target="../media/image108.png"/><Relationship Id="rId5" Type="http://schemas.openxmlformats.org/officeDocument/2006/relationships/image" Target="../media/image113.png"/><Relationship Id="rId6" Type="http://schemas.openxmlformats.org/officeDocument/2006/relationships/image" Target="../media/image126.png"/><Relationship Id="rId7" Type="http://schemas.openxmlformats.org/officeDocument/2006/relationships/image" Target="../media/image111.png"/><Relationship Id="rId8" Type="http://schemas.openxmlformats.org/officeDocument/2006/relationships/image" Target="../media/image11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 Id="rId3" Type="http://schemas.openxmlformats.org/officeDocument/2006/relationships/image" Target="../media/image11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 Id="rId3" Type="http://schemas.openxmlformats.org/officeDocument/2006/relationships/image" Target="../media/image116.png"/><Relationship Id="rId4" Type="http://schemas.openxmlformats.org/officeDocument/2006/relationships/image" Target="../media/image114.png"/><Relationship Id="rId5" Type="http://schemas.openxmlformats.org/officeDocument/2006/relationships/image" Target="../media/image118.png"/><Relationship Id="rId6" Type="http://schemas.openxmlformats.org/officeDocument/2006/relationships/image" Target="../media/image119.png"/><Relationship Id="rId7" Type="http://schemas.openxmlformats.org/officeDocument/2006/relationships/image" Target="../media/image120.png"/><Relationship Id="rId8" Type="http://schemas.openxmlformats.org/officeDocument/2006/relationships/image" Target="../media/image12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 Id="rId3" Type="http://schemas.openxmlformats.org/officeDocument/2006/relationships/image" Target="../media/image14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 Id="rId3" Type="http://schemas.openxmlformats.org/officeDocument/2006/relationships/image" Target="../media/image12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 Id="rId3" Type="http://schemas.openxmlformats.org/officeDocument/2006/relationships/image" Target="../media/image127.png"/><Relationship Id="rId4" Type="http://schemas.openxmlformats.org/officeDocument/2006/relationships/image" Target="../media/image115.png"/><Relationship Id="rId5" Type="http://schemas.openxmlformats.org/officeDocument/2006/relationships/image" Target="../media/image13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 Id="rId3" Type="http://schemas.openxmlformats.org/officeDocument/2006/relationships/image" Target="../media/image127.png"/><Relationship Id="rId4" Type="http://schemas.openxmlformats.org/officeDocument/2006/relationships/image" Target="../media/image115.png"/><Relationship Id="rId5" Type="http://schemas.openxmlformats.org/officeDocument/2006/relationships/image" Target="../media/image131.png"/><Relationship Id="rId6" Type="http://schemas.openxmlformats.org/officeDocument/2006/relationships/image" Target="../media/image132.png"/><Relationship Id="rId7" Type="http://schemas.openxmlformats.org/officeDocument/2006/relationships/image" Target="../media/image12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 Id="rId3" Type="http://schemas.openxmlformats.org/officeDocument/2006/relationships/image" Target="../media/image85.png"/><Relationship Id="rId4" Type="http://schemas.openxmlformats.org/officeDocument/2006/relationships/image" Target="../media/image93.png"/><Relationship Id="rId9" Type="http://schemas.openxmlformats.org/officeDocument/2006/relationships/image" Target="../media/image88.png"/><Relationship Id="rId5" Type="http://schemas.openxmlformats.org/officeDocument/2006/relationships/image" Target="../media/image99.png"/><Relationship Id="rId6" Type="http://schemas.openxmlformats.org/officeDocument/2006/relationships/image" Target="../media/image87.png"/><Relationship Id="rId7" Type="http://schemas.openxmlformats.org/officeDocument/2006/relationships/image" Target="../media/image89.png"/><Relationship Id="rId8" Type="http://schemas.openxmlformats.org/officeDocument/2006/relationships/image" Target="../media/image90.png"/><Relationship Id="rId11" Type="http://schemas.openxmlformats.org/officeDocument/2006/relationships/image" Target="../media/image103.png"/><Relationship Id="rId10" Type="http://schemas.openxmlformats.org/officeDocument/2006/relationships/image" Target="../media/image102.png"/><Relationship Id="rId12" Type="http://schemas.openxmlformats.org/officeDocument/2006/relationships/image" Target="../media/image10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 Id="rId3" Type="http://schemas.openxmlformats.org/officeDocument/2006/relationships/image" Target="../media/image139.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 Id="rId3" Type="http://schemas.openxmlformats.org/officeDocument/2006/relationships/image" Target="../media/image136.png"/><Relationship Id="rId4" Type="http://schemas.openxmlformats.org/officeDocument/2006/relationships/image" Target="../media/image14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 Id="rId3" Type="http://schemas.openxmlformats.org/officeDocument/2006/relationships/image" Target="../media/image137.png"/><Relationship Id="rId4" Type="http://schemas.openxmlformats.org/officeDocument/2006/relationships/image" Target="../media/image143.png"/><Relationship Id="rId5" Type="http://schemas.openxmlformats.org/officeDocument/2006/relationships/image" Target="../media/image135.png"/><Relationship Id="rId6" Type="http://schemas.openxmlformats.org/officeDocument/2006/relationships/image" Target="../media/image13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 Id="rId3" Type="http://schemas.openxmlformats.org/officeDocument/2006/relationships/image" Target="../media/image144.jpg"/><Relationship Id="rId4" Type="http://schemas.openxmlformats.org/officeDocument/2006/relationships/image" Target="../media/image140.jpg"/><Relationship Id="rId5" Type="http://schemas.openxmlformats.org/officeDocument/2006/relationships/hyperlink" Target="http://www.path.unimelb.edu.au/~dersch/architect/arch.html"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
          <p:cNvSpPr txBox="1"/>
          <p:nvPr>
            <p:ph idx="12" type="sldNum"/>
          </p:nvPr>
        </p:nvSpPr>
        <p:spPr>
          <a:xfrm>
            <a:off x="12043765" y="13081000"/>
            <a:ext cx="283770" cy="461059"/>
          </a:xfrm>
          <a:prstGeom prst="rect">
            <a:avLst/>
          </a:prstGeom>
          <a:noFill/>
          <a:ln>
            <a:noFill/>
          </a:ln>
        </p:spPr>
        <p:txBody>
          <a:bodyPr anchorCtr="0" anchor="t" bIns="50800" lIns="50800" spcFirstLastPara="1" rIns="50800" wrap="square" tIns="50800">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b="0" lang="en-US" sz="2400">
                <a:latin typeface="Helvetica Neue Light"/>
                <a:ea typeface="Helvetica Neue Light"/>
                <a:cs typeface="Helvetica Neue Light"/>
                <a:sym typeface="Helvetica Neue Light"/>
              </a:rPr>
              <a:t>‹#›</a:t>
            </a:fld>
            <a:endParaRPr/>
          </a:p>
        </p:txBody>
      </p:sp>
      <p:sp>
        <p:nvSpPr>
          <p:cNvPr id="184" name="Google Shape;184;p1"/>
          <p:cNvSpPr txBox="1"/>
          <p:nvPr>
            <p:ph idx="4294967295" type="ctrTitle"/>
          </p:nvPr>
        </p:nvSpPr>
        <p:spPr>
          <a:xfrm>
            <a:off x="4237099" y="6059093"/>
            <a:ext cx="15909802" cy="1597814"/>
          </a:xfrm>
          <a:prstGeom prst="rect">
            <a:avLst/>
          </a:prstGeom>
          <a:noFill/>
          <a:ln>
            <a:noFill/>
          </a:ln>
        </p:spPr>
        <p:txBody>
          <a:bodyPr anchorCtr="0" anchor="b" bIns="50800" lIns="50800" spcFirstLastPara="1" rIns="50800" wrap="square" tIns="50800">
            <a:normAutofit fontScale="90000"/>
          </a:bodyPr>
          <a:lstStyle/>
          <a:p>
            <a:pPr indent="0" lvl="0" marL="0" marR="0" rtl="0" algn="l">
              <a:lnSpc>
                <a:spcPct val="100000"/>
              </a:lnSpc>
              <a:spcBef>
                <a:spcPts val="0"/>
              </a:spcBef>
              <a:spcAft>
                <a:spcPts val="0"/>
              </a:spcAft>
              <a:buClr>
                <a:srgbClr val="000000"/>
              </a:buClr>
              <a:buSzPct val="100000"/>
              <a:buFont typeface="Helvetica Neue"/>
              <a:buNone/>
            </a:pPr>
            <a:r>
              <a:rPr b="0" i="0" lang="en-US" sz="9828" u="none" cap="none" strike="noStrike">
                <a:solidFill>
                  <a:srgbClr val="000000"/>
                </a:solidFill>
                <a:latin typeface="Helvetica Neue"/>
                <a:ea typeface="Helvetica Neue"/>
                <a:cs typeface="Helvetica Neue"/>
                <a:sym typeface="Helvetica Neue"/>
              </a:rPr>
              <a:t>Lecture </a:t>
            </a:r>
            <a:r>
              <a:rPr lang="en-US" sz="9828"/>
              <a:t>5</a:t>
            </a:r>
            <a:r>
              <a:rPr b="0" i="0" lang="en-US" sz="9828" u="none" cap="none" strike="noStrike">
                <a:solidFill>
                  <a:srgbClr val="000000"/>
                </a:solidFill>
                <a:latin typeface="Helvetica Neue"/>
                <a:ea typeface="Helvetica Neue"/>
                <a:cs typeface="Helvetica Neue"/>
                <a:sym typeface="Helvetica Neue"/>
              </a:rPr>
              <a:t>: </a:t>
            </a:r>
            <a:r>
              <a:rPr b="0" i="0" lang="en-US" sz="9828" u="none" cap="none" strike="noStrike">
                <a:solidFill>
                  <a:srgbClr val="000000"/>
                </a:solidFill>
                <a:latin typeface="Helvetica Neue Light"/>
                <a:ea typeface="Helvetica Neue Light"/>
                <a:cs typeface="Helvetica Neue Light"/>
                <a:sym typeface="Helvetica Neue Light"/>
              </a:rPr>
              <a:t>Image formation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10000"/>
              <a:buFont typeface="Helvetica Neue"/>
              <a:buNone/>
            </a:pPr>
            <a:r>
              <a:rPr lang="en-US" sz="10000"/>
              <a:t>Today</a:t>
            </a:r>
            <a:endParaRPr/>
          </a:p>
        </p:txBody>
      </p:sp>
      <p:sp>
        <p:nvSpPr>
          <p:cNvPr id="190" name="Google Shape;190;p3"/>
          <p:cNvSpPr txBox="1"/>
          <p:nvPr>
            <p:ph idx="1" type="body"/>
          </p:nvPr>
        </p:nvSpPr>
        <p:spPr>
          <a:xfrm>
            <a:off x="747650" y="2412525"/>
            <a:ext cx="23006700" cy="10350900"/>
          </a:xfrm>
          <a:prstGeom prst="rect">
            <a:avLst/>
          </a:prstGeom>
          <a:noFill/>
          <a:ln>
            <a:noFill/>
          </a:ln>
        </p:spPr>
        <p:txBody>
          <a:bodyPr anchorCtr="0" anchor="t" bIns="91425" lIns="91425" spcFirstLastPara="1" rIns="91425" wrap="square" tIns="91425">
            <a:normAutofit lnSpcReduction="10000"/>
          </a:bodyPr>
          <a:lstStyle/>
          <a:p>
            <a:pPr indent="-755650" lvl="0" marL="685800" rtl="0" algn="l">
              <a:lnSpc>
                <a:spcPct val="80000"/>
              </a:lnSpc>
              <a:spcBef>
                <a:spcPts val="0"/>
              </a:spcBef>
              <a:spcAft>
                <a:spcPts val="0"/>
              </a:spcAft>
              <a:buClr>
                <a:schemeClr val="dk1"/>
              </a:buClr>
              <a:buSzPts val="7500"/>
              <a:buFont typeface="Helvetica Neue Light"/>
              <a:buChar char="•"/>
            </a:pPr>
            <a:r>
              <a:rPr lang="en-US" sz="7500">
                <a:solidFill>
                  <a:schemeClr val="dk1"/>
                </a:solidFill>
                <a:latin typeface="Helvetica Neue Light"/>
                <a:ea typeface="Helvetica Neue Light"/>
                <a:cs typeface="Helvetica Neue Light"/>
                <a:sym typeface="Helvetica Neue Light"/>
              </a:rPr>
              <a:t>Reminder:</a:t>
            </a:r>
            <a:r>
              <a:rPr b="1" lang="en-US" sz="7500">
                <a:solidFill>
                  <a:schemeClr val="dk1"/>
                </a:solidFill>
              </a:rPr>
              <a:t> PS1 due today </a:t>
            </a:r>
            <a:r>
              <a:rPr lang="en-US" sz="7500">
                <a:solidFill>
                  <a:schemeClr val="dk1"/>
                </a:solidFill>
                <a:latin typeface="Helvetica Neue Light"/>
                <a:ea typeface="Helvetica Neue Light"/>
                <a:cs typeface="Helvetica Neue Light"/>
                <a:sym typeface="Helvetica Neue Light"/>
              </a:rPr>
              <a:t>- submit on Canvas</a:t>
            </a:r>
            <a:endParaRPr sz="7500">
              <a:solidFill>
                <a:schemeClr val="dk1"/>
              </a:solidFill>
              <a:latin typeface="Helvetica Neue Light"/>
              <a:ea typeface="Helvetica Neue Light"/>
              <a:cs typeface="Helvetica Neue Light"/>
              <a:sym typeface="Helvetica Neue Light"/>
            </a:endParaRPr>
          </a:p>
          <a:p>
            <a:pPr indent="0" lvl="0" marL="0" rtl="0" algn="l">
              <a:lnSpc>
                <a:spcPct val="80000"/>
              </a:lnSpc>
              <a:spcBef>
                <a:spcPts val="0"/>
              </a:spcBef>
              <a:spcAft>
                <a:spcPts val="0"/>
              </a:spcAft>
              <a:buNone/>
            </a:pPr>
            <a:r>
              <a:t/>
            </a:r>
            <a:endParaRPr sz="7500">
              <a:solidFill>
                <a:schemeClr val="dk1"/>
              </a:solidFill>
              <a:latin typeface="Helvetica Neue Light"/>
              <a:ea typeface="Helvetica Neue Light"/>
              <a:cs typeface="Helvetica Neue Light"/>
              <a:sym typeface="Helvetica Neue Light"/>
            </a:endParaRPr>
          </a:p>
          <a:p>
            <a:pPr indent="-755650" lvl="0" marL="685800" rtl="0" algn="l">
              <a:lnSpc>
                <a:spcPct val="80000"/>
              </a:lnSpc>
              <a:spcBef>
                <a:spcPts val="0"/>
              </a:spcBef>
              <a:spcAft>
                <a:spcPts val="0"/>
              </a:spcAft>
              <a:buClr>
                <a:schemeClr val="dk1"/>
              </a:buClr>
              <a:buSzPts val="7500"/>
              <a:buFont typeface="Helvetica Neue Light"/>
              <a:buChar char="•"/>
            </a:pPr>
            <a:r>
              <a:rPr b="1" lang="en-US" sz="7500">
                <a:solidFill>
                  <a:schemeClr val="dk1"/>
                </a:solidFill>
              </a:rPr>
              <a:t>No extensions</a:t>
            </a:r>
            <a:r>
              <a:rPr lang="en-US" sz="7500">
                <a:solidFill>
                  <a:schemeClr val="dk1"/>
                </a:solidFill>
                <a:latin typeface="Helvetica Neue Light"/>
                <a:ea typeface="Helvetica Neue Light"/>
                <a:cs typeface="Helvetica Neue Light"/>
                <a:sym typeface="Helvetica Neue Light"/>
              </a:rPr>
              <a:t> just gets counted toward late days after midnight</a:t>
            </a:r>
            <a:endParaRPr sz="7500">
              <a:solidFill>
                <a:schemeClr val="dk1"/>
              </a:solidFill>
              <a:latin typeface="Helvetica Neue Light"/>
              <a:ea typeface="Helvetica Neue Light"/>
              <a:cs typeface="Helvetica Neue Light"/>
              <a:sym typeface="Helvetica Neue Light"/>
            </a:endParaRPr>
          </a:p>
          <a:p>
            <a:pPr indent="-755650" lvl="0" marL="685800" rtl="0" algn="l">
              <a:lnSpc>
                <a:spcPct val="80000"/>
              </a:lnSpc>
              <a:spcBef>
                <a:spcPts val="0"/>
              </a:spcBef>
              <a:spcAft>
                <a:spcPts val="0"/>
              </a:spcAft>
              <a:buClr>
                <a:schemeClr val="dk1"/>
              </a:buClr>
              <a:buSzPts val="7500"/>
              <a:buFont typeface="Helvetica Neue Light"/>
              <a:buChar char="•"/>
            </a:pPr>
            <a:r>
              <a:rPr lang="en-US" sz="7500">
                <a:solidFill>
                  <a:schemeClr val="dk1"/>
                </a:solidFill>
                <a:latin typeface="Helvetica Neue Light"/>
                <a:ea typeface="Helvetica Neue Light"/>
                <a:cs typeface="Helvetica Neue Light"/>
                <a:sym typeface="Helvetica Neue Light"/>
              </a:rPr>
              <a:t>Generous late day policy just tracks if you are behind</a:t>
            </a:r>
            <a:endParaRPr sz="7500">
              <a:solidFill>
                <a:schemeClr val="dk1"/>
              </a:solidFill>
              <a:latin typeface="Helvetica Neue Light"/>
              <a:ea typeface="Helvetica Neue Light"/>
              <a:cs typeface="Helvetica Neue Light"/>
              <a:sym typeface="Helvetica Neue Light"/>
            </a:endParaRPr>
          </a:p>
          <a:p>
            <a:pPr indent="-755650" lvl="0" marL="685800" rtl="0" algn="l">
              <a:lnSpc>
                <a:spcPct val="80000"/>
              </a:lnSpc>
              <a:spcBef>
                <a:spcPts val="0"/>
              </a:spcBef>
              <a:spcAft>
                <a:spcPts val="0"/>
              </a:spcAft>
              <a:buClr>
                <a:schemeClr val="dk1"/>
              </a:buClr>
              <a:buSzPts val="7500"/>
              <a:buFont typeface="Helvetica Neue Light"/>
              <a:buChar char="•"/>
            </a:pPr>
            <a:r>
              <a:rPr lang="en-US" sz="7500">
                <a:solidFill>
                  <a:schemeClr val="dk1"/>
                </a:solidFill>
                <a:latin typeface="Helvetica Neue Light"/>
                <a:ea typeface="Helvetica Neue Light"/>
                <a:cs typeface="Helvetica Neue Light"/>
                <a:sym typeface="Helvetica Neue Light"/>
              </a:rPr>
              <a:t>&gt;14 days late over the course requires meetings with teaching staff</a:t>
            </a:r>
            <a:endParaRPr sz="7500">
              <a:solidFill>
                <a:schemeClr val="dk1"/>
              </a:solidFill>
              <a:latin typeface="Helvetica Neue Light"/>
              <a:ea typeface="Helvetica Neue Light"/>
              <a:cs typeface="Helvetica Neue Light"/>
              <a:sym typeface="Helvetica Neue Light"/>
            </a:endParaRPr>
          </a:p>
          <a:p>
            <a:pPr indent="0" lvl="0" marL="0" rtl="0" algn="l">
              <a:lnSpc>
                <a:spcPct val="80000"/>
              </a:lnSpc>
              <a:spcBef>
                <a:spcPts val="0"/>
              </a:spcBef>
              <a:spcAft>
                <a:spcPts val="0"/>
              </a:spcAft>
              <a:buNone/>
            </a:pPr>
            <a:r>
              <a:t/>
            </a:r>
            <a:endParaRPr sz="7500">
              <a:solidFill>
                <a:schemeClr val="dk1"/>
              </a:solidFill>
              <a:latin typeface="Helvetica Neue Light"/>
              <a:ea typeface="Helvetica Neue Light"/>
              <a:cs typeface="Helvetica Neue Light"/>
              <a:sym typeface="Helvetica Neue Light"/>
            </a:endParaRPr>
          </a:p>
          <a:p>
            <a:pPr indent="-755650" lvl="0" marL="685800" rtl="0" algn="l">
              <a:lnSpc>
                <a:spcPct val="80000"/>
              </a:lnSpc>
              <a:spcBef>
                <a:spcPts val="0"/>
              </a:spcBef>
              <a:spcAft>
                <a:spcPts val="0"/>
              </a:spcAft>
              <a:buClr>
                <a:schemeClr val="dk1"/>
              </a:buClr>
              <a:buSzPts val="7500"/>
              <a:buFont typeface="Helvetica Neue Light"/>
              <a:buChar char="•"/>
            </a:pPr>
            <a:r>
              <a:rPr b="1" lang="en-US" sz="7500">
                <a:solidFill>
                  <a:schemeClr val="dk1"/>
                </a:solidFill>
              </a:rPr>
              <a:t>PS2 released today</a:t>
            </a:r>
            <a:r>
              <a:rPr lang="en-US" sz="7500">
                <a:solidFill>
                  <a:schemeClr val="dk1"/>
                </a:solidFill>
                <a:latin typeface="Helvetica Neue Light"/>
                <a:ea typeface="Helvetica Neue Light"/>
                <a:cs typeface="Helvetica Neue Light"/>
                <a:sym typeface="Helvetica Neue Light"/>
              </a:rPr>
              <a:t> - available on Canvas after class</a:t>
            </a:r>
            <a:endParaRPr sz="7500">
              <a:solidFill>
                <a:schemeClr val="dk1"/>
              </a:solidFill>
              <a:latin typeface="Helvetica Neue Light"/>
              <a:ea typeface="Helvetica Neue Light"/>
              <a:cs typeface="Helvetica Neue Light"/>
              <a:sym typeface="Helvetica Neue Light"/>
            </a:endParaRPr>
          </a:p>
          <a:p>
            <a:pPr indent="-755650" lvl="0" marL="685800" rtl="0" algn="l">
              <a:lnSpc>
                <a:spcPct val="80000"/>
              </a:lnSpc>
              <a:spcBef>
                <a:spcPts val="0"/>
              </a:spcBef>
              <a:spcAft>
                <a:spcPts val="0"/>
              </a:spcAft>
              <a:buClr>
                <a:schemeClr val="dk1"/>
              </a:buClr>
              <a:buSzPts val="7500"/>
              <a:buFont typeface="Helvetica Neue Light"/>
              <a:buChar char="•"/>
            </a:pPr>
            <a:r>
              <a:rPr lang="en-US" sz="7500">
                <a:solidFill>
                  <a:schemeClr val="dk1"/>
                </a:solidFill>
                <a:latin typeface="Helvetica Neue Light"/>
                <a:ea typeface="Helvetica Neue Light"/>
                <a:cs typeface="Helvetica Neue Light"/>
                <a:sym typeface="Helvetica Neue Light"/>
              </a:rPr>
              <a:t>Quizzes start next week</a:t>
            </a:r>
            <a:endParaRPr sz="7500">
              <a:solidFill>
                <a:schemeClr val="dk1"/>
              </a:solidFill>
              <a:latin typeface="Helvetica Neue Light"/>
              <a:ea typeface="Helvetica Neue Light"/>
              <a:cs typeface="Helvetica Neue Light"/>
              <a:sym typeface="Helvetica Neue Light"/>
            </a:endParaRPr>
          </a:p>
          <a:p>
            <a:pPr indent="0" lvl="0" marL="0" rtl="0" algn="l">
              <a:lnSpc>
                <a:spcPct val="80000"/>
              </a:lnSpc>
              <a:spcBef>
                <a:spcPts val="1500"/>
              </a:spcBef>
              <a:spcAft>
                <a:spcPts val="0"/>
              </a:spcAft>
              <a:buNone/>
            </a:pPr>
            <a:r>
              <a:t/>
            </a:r>
            <a:endParaRPr sz="7500"/>
          </a:p>
        </p:txBody>
      </p:sp>
      <p:sp>
        <p:nvSpPr>
          <p:cNvPr id="191" name="Google Shape;191;p3"/>
          <p:cNvSpPr txBox="1"/>
          <p:nvPr>
            <p:ph idx="12" type="sldNum"/>
          </p:nvPr>
        </p:nvSpPr>
        <p:spPr>
          <a:xfrm>
            <a:off x="20028306" y="12490450"/>
            <a:ext cx="393295" cy="604724"/>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Helvetica Neue"/>
              <a:buNone/>
            </a:pPr>
            <a:fld id="{00000000-1234-1234-1234-123412341234}" type="slidenum">
              <a:rPr lang="en-US" sz="2800">
                <a:latin typeface="Helvetica Neue"/>
                <a:ea typeface="Helvetica Neue"/>
                <a:cs typeface="Helvetica Neue"/>
                <a:sym typeface="Helvetica Neue"/>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7d63418339_0_0"/>
          <p:cNvSpPr txBox="1"/>
          <p:nvPr>
            <p:ph type="title"/>
          </p:nvPr>
        </p:nvSpPr>
        <p:spPr>
          <a:xfrm>
            <a:off x="3048000" y="0"/>
            <a:ext cx="18288000" cy="18288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10000"/>
              <a:buFont typeface="Helvetica Neue"/>
              <a:buNone/>
            </a:pPr>
            <a:r>
              <a:rPr lang="en-US" sz="10000"/>
              <a:t>Today</a:t>
            </a:r>
            <a:endParaRPr/>
          </a:p>
        </p:txBody>
      </p:sp>
      <p:sp>
        <p:nvSpPr>
          <p:cNvPr id="197" name="Google Shape;197;g37d63418339_0_0"/>
          <p:cNvSpPr txBox="1"/>
          <p:nvPr>
            <p:ph idx="1" type="body"/>
          </p:nvPr>
        </p:nvSpPr>
        <p:spPr>
          <a:xfrm>
            <a:off x="1422400" y="2412536"/>
            <a:ext cx="21577500" cy="10350900"/>
          </a:xfrm>
          <a:prstGeom prst="rect">
            <a:avLst/>
          </a:prstGeom>
          <a:noFill/>
          <a:ln>
            <a:noFill/>
          </a:ln>
        </p:spPr>
        <p:txBody>
          <a:bodyPr anchorCtr="0" anchor="t" bIns="91425" lIns="91425" spcFirstLastPara="1" rIns="91425" wrap="square" tIns="91425">
            <a:normAutofit/>
          </a:bodyPr>
          <a:lstStyle/>
          <a:p>
            <a:pPr indent="0" lvl="0" marL="685800" rtl="0" algn="l">
              <a:spcBef>
                <a:spcPts val="0"/>
              </a:spcBef>
              <a:spcAft>
                <a:spcPts val="0"/>
              </a:spcAft>
              <a:buNone/>
            </a:pPr>
            <a:r>
              <a:t/>
            </a:r>
            <a:endParaRPr sz="8200">
              <a:solidFill>
                <a:schemeClr val="dk1"/>
              </a:solidFill>
              <a:latin typeface="Helvetica Neue Light"/>
              <a:ea typeface="Helvetica Neue Light"/>
              <a:cs typeface="Helvetica Neue Light"/>
              <a:sym typeface="Helvetica Neue Light"/>
            </a:endParaRPr>
          </a:p>
          <a:p>
            <a:pPr indent="-1143000" lvl="0" marL="1143000" rtl="0" algn="l">
              <a:lnSpc>
                <a:spcPct val="100000"/>
              </a:lnSpc>
              <a:spcBef>
                <a:spcPts val="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Staffing Update - GSI change:</a:t>
            </a:r>
            <a:endParaRPr sz="8200">
              <a:latin typeface="Helvetica Neue Light"/>
              <a:ea typeface="Helvetica Neue Light"/>
              <a:cs typeface="Helvetica Neue Light"/>
              <a:sym typeface="Helvetica Neue Light"/>
            </a:endParaRPr>
          </a:p>
          <a:p>
            <a:pPr indent="-723900" lvl="2" marL="1524000" rtl="0" algn="l">
              <a:lnSpc>
                <a:spcPct val="100000"/>
              </a:lnSpc>
              <a:spcBef>
                <a:spcPts val="0"/>
              </a:spcBef>
              <a:spcAft>
                <a:spcPts val="0"/>
              </a:spcAft>
              <a:buSzPts val="8200"/>
              <a:buFont typeface="Helvetica Neue Light"/>
              <a:buChar char="•"/>
            </a:pPr>
            <a:r>
              <a:rPr lang="en-US" sz="8200" u="sng">
                <a:solidFill>
                  <a:schemeClr val="hlink"/>
                </a:solidFill>
                <a:latin typeface="Helvetica Neue Light"/>
                <a:ea typeface="Helvetica Neue Light"/>
                <a:cs typeface="Helvetica Neue Light"/>
                <a:sym typeface="Helvetica Neue Light"/>
                <a:hlinkClick r:id="rId3"/>
              </a:rPr>
              <a:t>https://www.eecs.umich.edu/courses/eecs442/fa25/</a:t>
            </a:r>
            <a:endParaRPr sz="8200">
              <a:latin typeface="Helvetica Neue Light"/>
              <a:ea typeface="Helvetica Neue Light"/>
              <a:cs typeface="Helvetica Neue Light"/>
              <a:sym typeface="Helvetica Neue Light"/>
            </a:endParaRPr>
          </a:p>
          <a:p>
            <a:pPr indent="0" lvl="0" marL="0" rtl="0" algn="l">
              <a:lnSpc>
                <a:spcPct val="100000"/>
              </a:lnSpc>
              <a:spcBef>
                <a:spcPts val="0"/>
              </a:spcBef>
              <a:spcAft>
                <a:spcPts val="0"/>
              </a:spcAft>
              <a:buNone/>
            </a:pPr>
            <a:r>
              <a:t/>
            </a:r>
            <a:endParaRPr sz="8200">
              <a:latin typeface="Helvetica Neue Light"/>
              <a:ea typeface="Helvetica Neue Light"/>
              <a:cs typeface="Helvetica Neue Light"/>
              <a:sym typeface="Helvetica Neue Light"/>
            </a:endParaRPr>
          </a:p>
          <a:p>
            <a:pPr indent="-1143000" lvl="0" marL="1143000" rtl="0" algn="l">
              <a:lnSpc>
                <a:spcPct val="100000"/>
              </a:lnSpc>
              <a:spcBef>
                <a:spcPts val="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Camera models</a:t>
            </a:r>
            <a:endParaRPr/>
          </a:p>
          <a:p>
            <a:pPr indent="-1143000" lvl="0" marL="1143000" rtl="0" algn="l">
              <a:lnSpc>
                <a:spcPct val="100000"/>
              </a:lnSpc>
              <a:spcBef>
                <a:spcPts val="1500"/>
              </a:spcBef>
              <a:spcAft>
                <a:spcPts val="0"/>
              </a:spcAft>
              <a:buClr>
                <a:srgbClr val="000000"/>
              </a:buClr>
              <a:buSzPts val="8200"/>
              <a:buFont typeface="Helvetica Neue Light"/>
              <a:buChar char="•"/>
            </a:pPr>
            <a:r>
              <a:rPr lang="en-US" sz="8200">
                <a:latin typeface="Helvetica Neue Light"/>
                <a:ea typeface="Helvetica Neue Light"/>
                <a:cs typeface="Helvetica Neue Light"/>
                <a:sym typeface="Helvetica Neue Light"/>
              </a:rPr>
              <a:t>Projection equations</a:t>
            </a:r>
            <a:endParaRPr/>
          </a:p>
        </p:txBody>
      </p:sp>
      <p:sp>
        <p:nvSpPr>
          <p:cNvPr id="198" name="Google Shape;198;g37d63418339_0_0"/>
          <p:cNvSpPr txBox="1"/>
          <p:nvPr>
            <p:ph idx="12" type="sldNum"/>
          </p:nvPr>
        </p:nvSpPr>
        <p:spPr>
          <a:xfrm>
            <a:off x="20028306" y="12490450"/>
            <a:ext cx="393300" cy="615600"/>
          </a:xfrm>
          <a:prstGeom prst="rect">
            <a:avLst/>
          </a:prstGeom>
          <a:noFill/>
          <a:ln>
            <a:noFill/>
          </a:ln>
        </p:spPr>
        <p:txBody>
          <a:bodyPr anchorCtr="0" anchor="t" bIns="91425" lIns="91425" spcFirstLastPara="1" rIns="91425" wrap="square" tIns="91425">
            <a:spAutoFit/>
          </a:bodyPr>
          <a:lstStyle/>
          <a:p>
            <a:pPr indent="0" lvl="0" marL="0" rtl="0" algn="r">
              <a:lnSpc>
                <a:spcPct val="100000"/>
              </a:lnSpc>
              <a:spcBef>
                <a:spcPts val="0"/>
              </a:spcBef>
              <a:spcAft>
                <a:spcPts val="0"/>
              </a:spcAft>
              <a:buClr>
                <a:srgbClr val="000000"/>
              </a:buClr>
              <a:buSzPts val="2800"/>
              <a:buFont typeface="Helvetica Neue"/>
              <a:buNone/>
            </a:pPr>
            <a:fld id="{00000000-1234-1234-1234-123412341234}" type="slidenum">
              <a:rPr lang="en-US" sz="2800">
                <a:latin typeface="Helvetica Neue"/>
                <a:ea typeface="Helvetica Neue"/>
                <a:cs typeface="Helvetica Neue"/>
                <a:sym typeface="Helvetica Neue"/>
              </a:rP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grpSp>
        <p:nvGrpSpPr>
          <p:cNvPr id="203" name="Google Shape;203;p4"/>
          <p:cNvGrpSpPr/>
          <p:nvPr/>
        </p:nvGrpSpPr>
        <p:grpSpPr>
          <a:xfrm>
            <a:off x="4610098" y="1631232"/>
            <a:ext cx="3657603" cy="3728168"/>
            <a:chOff x="-1" y="-1"/>
            <a:chExt cx="3657602" cy="3728167"/>
          </a:xfrm>
        </p:grpSpPr>
        <p:grpSp>
          <p:nvGrpSpPr>
            <p:cNvPr id="204" name="Google Shape;204;p4"/>
            <p:cNvGrpSpPr/>
            <p:nvPr/>
          </p:nvGrpSpPr>
          <p:grpSpPr>
            <a:xfrm>
              <a:off x="514282" y="-1"/>
              <a:ext cx="2575067" cy="3630911"/>
              <a:chOff x="0" y="-1"/>
              <a:chExt cx="2575065" cy="3630910"/>
            </a:xfrm>
          </p:grpSpPr>
          <p:cxnSp>
            <p:nvCxnSpPr>
              <p:cNvPr id="205" name="Google Shape;205;p4"/>
              <p:cNvCxnSpPr/>
              <p:nvPr/>
            </p:nvCxnSpPr>
            <p:spPr>
              <a:xfrm>
                <a:off x="0" y="565683"/>
                <a:ext cx="2575065" cy="259751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06" name="Google Shape;206;p4"/>
              <p:cNvCxnSpPr/>
              <p:nvPr/>
            </p:nvCxnSpPr>
            <p:spPr>
              <a:xfrm>
                <a:off x="164920" y="403483"/>
                <a:ext cx="2248402" cy="292191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07" name="Google Shape;207;p4"/>
              <p:cNvCxnSpPr/>
              <p:nvPr/>
            </p:nvCxnSpPr>
            <p:spPr>
              <a:xfrm>
                <a:off x="349944" y="259145"/>
                <a:ext cx="1859300" cy="31248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208" name="Google Shape;208;p4"/>
              <p:cNvGrpSpPr/>
              <p:nvPr/>
            </p:nvGrpSpPr>
            <p:grpSpPr>
              <a:xfrm>
                <a:off x="610925" y="-1"/>
                <a:ext cx="1340517" cy="3630910"/>
                <a:chOff x="-1" y="-1"/>
                <a:chExt cx="1340515" cy="3630909"/>
              </a:xfrm>
            </p:grpSpPr>
            <p:cxnSp>
              <p:nvCxnSpPr>
                <p:cNvPr id="209" name="Google Shape;209;p4"/>
                <p:cNvCxnSpPr/>
                <p:nvPr/>
              </p:nvCxnSpPr>
              <p:spPr>
                <a:xfrm>
                  <a:off x="-1" y="143843"/>
                  <a:ext cx="1340515" cy="34030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0" name="Google Shape;210;p4"/>
                <p:cNvCxnSpPr/>
                <p:nvPr/>
              </p:nvCxnSpPr>
              <p:spPr>
                <a:xfrm>
                  <a:off x="209446" y="59876"/>
                  <a:ext cx="915270" cy="357103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1" name="Google Shape;211;p4"/>
                <p:cNvCxnSpPr/>
                <p:nvPr/>
              </p:nvCxnSpPr>
              <p:spPr>
                <a:xfrm>
                  <a:off x="440844" y="-1"/>
                  <a:ext cx="474700" cy="36050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grpSp>
          <p:nvGrpSpPr>
            <p:cNvPr id="212" name="Google Shape;212;p4"/>
            <p:cNvGrpSpPr/>
            <p:nvPr/>
          </p:nvGrpSpPr>
          <p:grpSpPr>
            <a:xfrm>
              <a:off x="5186" y="70565"/>
              <a:ext cx="3627737" cy="3657601"/>
              <a:chOff x="0" y="-1"/>
              <a:chExt cx="3627735" cy="3657600"/>
            </a:xfrm>
          </p:grpSpPr>
          <p:cxnSp>
            <p:nvCxnSpPr>
              <p:cNvPr id="213" name="Google Shape;213;p4"/>
              <p:cNvCxnSpPr/>
              <p:nvPr/>
            </p:nvCxnSpPr>
            <p:spPr>
              <a:xfrm flipH="1">
                <a:off x="1756943" y="-1"/>
                <a:ext cx="3172"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4" name="Google Shape;214;p4"/>
              <p:cNvCxnSpPr/>
              <p:nvPr/>
            </p:nvCxnSpPr>
            <p:spPr>
              <a:xfrm flipH="1">
                <a:off x="1528341" y="0"/>
                <a:ext cx="460374" cy="36575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5" name="Google Shape;215;p4"/>
              <p:cNvCxnSpPr/>
              <p:nvPr/>
            </p:nvCxnSpPr>
            <p:spPr>
              <a:xfrm flipH="1">
                <a:off x="1341015" y="28576"/>
                <a:ext cx="882649" cy="352742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216" name="Google Shape;216;p4"/>
              <p:cNvGrpSpPr/>
              <p:nvPr/>
            </p:nvGrpSpPr>
            <p:grpSpPr>
              <a:xfrm>
                <a:off x="699655" y="133282"/>
                <a:ext cx="2203470" cy="3359287"/>
                <a:chOff x="0" y="-1"/>
                <a:chExt cx="2203469" cy="3359285"/>
              </a:xfrm>
            </p:grpSpPr>
            <p:cxnSp>
              <p:nvCxnSpPr>
                <p:cNvPr id="217" name="Google Shape;217;p4"/>
                <p:cNvCxnSpPr/>
                <p:nvPr/>
              </p:nvCxnSpPr>
              <p:spPr>
                <a:xfrm flipH="1">
                  <a:off x="341817" y="-1"/>
                  <a:ext cx="1446812" cy="335928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8" name="Google Shape;218;p4"/>
                <p:cNvCxnSpPr/>
                <p:nvPr/>
              </p:nvCxnSpPr>
              <p:spPr>
                <a:xfrm flipH="1">
                  <a:off x="128606" y="87069"/>
                  <a:ext cx="1866881" cy="317879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9" name="Google Shape;219;p4"/>
                <p:cNvCxnSpPr/>
                <p:nvPr/>
              </p:nvCxnSpPr>
              <p:spPr>
                <a:xfrm flipH="1">
                  <a:off x="0" y="206407"/>
                  <a:ext cx="2203469" cy="28924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220" name="Google Shape;220;p4"/>
              <p:cNvGrpSpPr/>
              <p:nvPr/>
            </p:nvGrpSpPr>
            <p:grpSpPr>
              <a:xfrm>
                <a:off x="0" y="514280"/>
                <a:ext cx="3627735" cy="2575068"/>
                <a:chOff x="0" y="-1"/>
                <a:chExt cx="3627734" cy="2575066"/>
              </a:xfrm>
            </p:grpSpPr>
            <p:cxnSp>
              <p:nvCxnSpPr>
                <p:cNvPr id="221" name="Google Shape;221;p4"/>
                <p:cNvCxnSpPr/>
                <p:nvPr/>
              </p:nvCxnSpPr>
              <p:spPr>
                <a:xfrm flipH="1">
                  <a:off x="470884" y="-1"/>
                  <a:ext cx="2597514"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22" name="Google Shape;222;p4"/>
                <p:cNvCxnSpPr/>
                <p:nvPr/>
              </p:nvCxnSpPr>
              <p:spPr>
                <a:xfrm flipH="1">
                  <a:off x="308681" y="164918"/>
                  <a:ext cx="2921918" cy="22484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23" name="Google Shape;223;p4"/>
                <p:cNvCxnSpPr/>
                <p:nvPr/>
              </p:nvCxnSpPr>
              <p:spPr>
                <a:xfrm flipH="1">
                  <a:off x="246891" y="349945"/>
                  <a:ext cx="3124871" cy="18592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224" name="Google Shape;224;p4"/>
                <p:cNvGrpSpPr/>
                <p:nvPr/>
              </p:nvGrpSpPr>
              <p:grpSpPr>
                <a:xfrm>
                  <a:off x="0" y="610926"/>
                  <a:ext cx="3627734" cy="1340514"/>
                  <a:chOff x="0" y="-1"/>
                  <a:chExt cx="3627733" cy="1340513"/>
                </a:xfrm>
              </p:grpSpPr>
              <p:cxnSp>
                <p:nvCxnSpPr>
                  <p:cNvPr id="225" name="Google Shape;225;p4"/>
                  <p:cNvCxnSpPr/>
                  <p:nvPr/>
                </p:nvCxnSpPr>
                <p:spPr>
                  <a:xfrm flipH="1">
                    <a:off x="83967" y="-1"/>
                    <a:ext cx="3403097" cy="13405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26" name="Google Shape;226;p4"/>
                  <p:cNvCxnSpPr/>
                  <p:nvPr/>
                </p:nvCxnSpPr>
                <p:spPr>
                  <a:xfrm flipH="1">
                    <a:off x="0" y="209446"/>
                    <a:ext cx="3571031" cy="9152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27" name="Google Shape;227;p4"/>
                  <p:cNvCxnSpPr/>
                  <p:nvPr/>
                </p:nvCxnSpPr>
                <p:spPr>
                  <a:xfrm flipH="1">
                    <a:off x="22674" y="440845"/>
                    <a:ext cx="3605059" cy="47469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grpSp>
        <p:cxnSp>
          <p:nvCxnSpPr>
            <p:cNvPr id="228" name="Google Shape;228;p4"/>
            <p:cNvCxnSpPr/>
            <p:nvPr/>
          </p:nvCxnSpPr>
          <p:spPr>
            <a:xfrm>
              <a:off x="-1" y="1873966"/>
              <a:ext cx="3657602" cy="31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29" name="Google Shape;229;p4"/>
            <p:cNvCxnSpPr/>
            <p:nvPr/>
          </p:nvCxnSpPr>
          <p:spPr>
            <a:xfrm>
              <a:off x="0" y="1645366"/>
              <a:ext cx="3657600" cy="4603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30" name="Google Shape;230;p4"/>
            <p:cNvCxnSpPr/>
            <p:nvPr/>
          </p:nvCxnSpPr>
          <p:spPr>
            <a:xfrm>
              <a:off x="28575" y="1413592"/>
              <a:ext cx="3527426" cy="88265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31" name="Google Shape;231;p4"/>
            <p:cNvCxnSpPr/>
            <p:nvPr/>
          </p:nvCxnSpPr>
          <p:spPr>
            <a:xfrm>
              <a:off x="133415" y="1145171"/>
              <a:ext cx="3362198" cy="144806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32" name="Google Shape;232;p4"/>
            <p:cNvCxnSpPr/>
            <p:nvPr/>
          </p:nvCxnSpPr>
          <p:spPr>
            <a:xfrm>
              <a:off x="223530" y="935763"/>
              <a:ext cx="3178795" cy="186688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cxnSp>
        <p:nvCxnSpPr>
          <p:cNvPr id="233" name="Google Shape;233;p4"/>
          <p:cNvCxnSpPr/>
          <p:nvPr/>
        </p:nvCxnSpPr>
        <p:spPr>
          <a:xfrm>
            <a:off x="4952999" y="2365376"/>
            <a:ext cx="8737602" cy="665797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sp>
        <p:nvSpPr>
          <p:cNvPr id="234" name="Google Shape;234;p4"/>
          <p:cNvSpPr/>
          <p:nvPr/>
        </p:nvSpPr>
        <p:spPr>
          <a:xfrm>
            <a:off x="5772150" y="2854325"/>
            <a:ext cx="1219200" cy="1219201"/>
          </a:xfrm>
          <a:prstGeom prst="ellipse">
            <a:avLst/>
          </a:prstGeom>
          <a:solidFill>
            <a:srgbClr val="FFFF00"/>
          </a:solidFill>
          <a:ln cap="flat" cmpd="sng" w="12700">
            <a:solidFill>
              <a:srgbClr val="FF6600"/>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Light"/>
              <a:buNone/>
            </a:pPr>
            <a:r>
              <a:t/>
            </a:r>
            <a:endParaRPr b="0" i="0" sz="3600" u="none" cap="none" strike="noStrike">
              <a:solidFill>
                <a:srgbClr val="FFFFFF"/>
              </a:solidFill>
              <a:latin typeface="Helvetica Neue Light"/>
              <a:ea typeface="Helvetica Neue Light"/>
              <a:cs typeface="Helvetica Neue Light"/>
              <a:sym typeface="Helvetica Neue Light"/>
            </a:endParaRPr>
          </a:p>
        </p:txBody>
      </p:sp>
      <p:sp>
        <p:nvSpPr>
          <p:cNvPr id="235" name="Google Shape;235;p4"/>
          <p:cNvSpPr/>
          <p:nvPr/>
        </p:nvSpPr>
        <p:spPr>
          <a:xfrm>
            <a:off x="7261226" y="5022850"/>
            <a:ext cx="14074774" cy="5210177"/>
          </a:xfrm>
          <a:custGeom>
            <a:rect b="b" l="l" r="r" t="t"/>
            <a:pathLst>
              <a:path extrusionOk="0" h="21600" w="21600">
                <a:moveTo>
                  <a:pt x="0" y="21216"/>
                </a:moveTo>
                <a:lnTo>
                  <a:pt x="2984" y="21312"/>
                </a:lnTo>
                <a:cubicBezTo>
                  <a:pt x="3068" y="21317"/>
                  <a:pt x="3149" y="21408"/>
                  <a:pt x="3233" y="21408"/>
                </a:cubicBezTo>
                <a:cubicBezTo>
                  <a:pt x="3529" y="21408"/>
                  <a:pt x="3825" y="21329"/>
                  <a:pt x="4121" y="21312"/>
                </a:cubicBezTo>
                <a:cubicBezTo>
                  <a:pt x="4393" y="21297"/>
                  <a:pt x="4666" y="21312"/>
                  <a:pt x="4938" y="21312"/>
                </a:cubicBezTo>
                <a:lnTo>
                  <a:pt x="4938" y="15936"/>
                </a:lnTo>
                <a:lnTo>
                  <a:pt x="5151" y="16032"/>
                </a:lnTo>
                <a:lnTo>
                  <a:pt x="5151" y="19296"/>
                </a:lnTo>
                <a:lnTo>
                  <a:pt x="6111" y="19296"/>
                </a:lnTo>
                <a:lnTo>
                  <a:pt x="6111" y="21600"/>
                </a:lnTo>
                <a:lnTo>
                  <a:pt x="7851" y="21408"/>
                </a:lnTo>
                <a:lnTo>
                  <a:pt x="7851" y="17472"/>
                </a:lnTo>
                <a:lnTo>
                  <a:pt x="6608" y="17472"/>
                </a:lnTo>
                <a:lnTo>
                  <a:pt x="6608" y="16896"/>
                </a:lnTo>
                <a:lnTo>
                  <a:pt x="12043" y="16896"/>
                </a:lnTo>
                <a:lnTo>
                  <a:pt x="12043" y="17472"/>
                </a:lnTo>
                <a:lnTo>
                  <a:pt x="10764" y="17376"/>
                </a:lnTo>
                <a:lnTo>
                  <a:pt x="10764" y="21312"/>
                </a:lnTo>
                <a:lnTo>
                  <a:pt x="13109" y="21408"/>
                </a:lnTo>
                <a:lnTo>
                  <a:pt x="13109" y="19008"/>
                </a:lnTo>
                <a:lnTo>
                  <a:pt x="14104" y="19008"/>
                </a:lnTo>
                <a:lnTo>
                  <a:pt x="14104" y="15552"/>
                </a:lnTo>
                <a:lnTo>
                  <a:pt x="14317" y="15552"/>
                </a:lnTo>
                <a:lnTo>
                  <a:pt x="14317" y="21408"/>
                </a:lnTo>
                <a:lnTo>
                  <a:pt x="16804" y="21312"/>
                </a:lnTo>
                <a:lnTo>
                  <a:pt x="16591" y="384"/>
                </a:lnTo>
                <a:lnTo>
                  <a:pt x="21600" y="0"/>
                </a:lnTo>
              </a:path>
            </a:pathLst>
          </a:custGeom>
          <a:noFill/>
          <a:ln cap="flat" cmpd="sng" w="50800">
            <a:solidFill>
              <a:srgbClr val="000000"/>
            </a:solidFill>
            <a:prstDash val="solid"/>
            <a:round/>
            <a:headEnd len="sm" w="sm" type="none"/>
            <a:tailEnd len="sm" w="sm" type="none"/>
          </a:ln>
          <a:effectLst>
            <a:outerShdw blurRad="76200" rotWithShape="0" dir="5400000" dist="38100">
              <a:srgbClr val="000000">
                <a:alpha val="3764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Helvetica Neue Light"/>
              <a:buNone/>
            </a:pPr>
            <a:r>
              <a:t/>
            </a:r>
            <a:endParaRPr b="0" i="0" sz="3600" u="none" cap="none" strike="noStrike">
              <a:solidFill>
                <a:srgbClr val="000000"/>
              </a:solidFill>
              <a:latin typeface="Helvetica Neue Light"/>
              <a:ea typeface="Helvetica Neue Light"/>
              <a:cs typeface="Helvetica Neue Light"/>
              <a:sym typeface="Helvetica Neue Light"/>
            </a:endParaRPr>
          </a:p>
        </p:txBody>
      </p:sp>
      <p:grpSp>
        <p:nvGrpSpPr>
          <p:cNvPr id="236" name="Google Shape;236;p4"/>
          <p:cNvGrpSpPr/>
          <p:nvPr/>
        </p:nvGrpSpPr>
        <p:grpSpPr>
          <a:xfrm>
            <a:off x="10071100" y="5400676"/>
            <a:ext cx="7519119" cy="3739032"/>
            <a:chOff x="0" y="0"/>
            <a:chExt cx="7519118" cy="3739030"/>
          </a:xfrm>
        </p:grpSpPr>
        <p:cxnSp>
          <p:nvCxnSpPr>
            <p:cNvPr id="237" name="Google Shape;237;p4"/>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38" name="Google Shape;238;p4"/>
            <p:cNvCxnSpPr/>
            <p:nvPr/>
          </p:nvCxnSpPr>
          <p:spPr>
            <a:xfrm>
              <a:off x="1396092" y="817094"/>
              <a:ext cx="2252891" cy="292193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39" name="Google Shape;239;p4"/>
            <p:cNvCxnSpPr/>
            <p:nvPr/>
          </p:nvCxnSpPr>
          <p:spPr>
            <a:xfrm>
              <a:off x="1737353" y="556876"/>
              <a:ext cx="1859299" cy="31248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40" name="Google Shape;240;p4"/>
            <p:cNvCxnSpPr/>
            <p:nvPr/>
          </p:nvCxnSpPr>
          <p:spPr>
            <a:xfrm>
              <a:off x="2255508" y="308223"/>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41" name="Google Shape;241;p4"/>
            <p:cNvCxnSpPr/>
            <p:nvPr/>
          </p:nvCxnSpPr>
          <p:spPr>
            <a:xfrm>
              <a:off x="2699904" y="167108"/>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42" name="Google Shape;242;p4"/>
            <p:cNvCxnSpPr/>
            <p:nvPr/>
          </p:nvCxnSpPr>
          <p:spPr>
            <a:xfrm>
              <a:off x="3178953" y="69130"/>
              <a:ext cx="474698" cy="360505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43" name="Google Shape;243;p4"/>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44" name="Google Shape;244;p4"/>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45" name="Google Shape;245;p4"/>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46" name="Google Shape;246;p4"/>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47" name="Google Shape;247;p4"/>
            <p:cNvCxnSpPr/>
            <p:nvPr/>
          </p:nvCxnSpPr>
          <p:spPr>
            <a:xfrm flipH="1">
              <a:off x="3675075" y="439426"/>
              <a:ext cx="1866879" cy="31787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48" name="Google Shape;248;p4"/>
            <p:cNvCxnSpPr/>
            <p:nvPr/>
          </p:nvCxnSpPr>
          <p:spPr>
            <a:xfrm flipH="1">
              <a:off x="3658218" y="752310"/>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49" name="Google Shape;249;p4"/>
            <p:cNvCxnSpPr/>
            <p:nvPr/>
          </p:nvCxnSpPr>
          <p:spPr>
            <a:xfrm flipH="1">
              <a:off x="3682818" y="1098481"/>
              <a:ext cx="2597518" cy="257506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50" name="Google Shape;250;p4"/>
            <p:cNvCxnSpPr/>
            <p:nvPr/>
          </p:nvCxnSpPr>
          <p:spPr>
            <a:xfrm flipH="1">
              <a:off x="3658259" y="1435310"/>
              <a:ext cx="2919682" cy="2250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51" name="Google Shape;251;p4"/>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52" name="Google Shape;252;p4"/>
            <p:cNvCxnSpPr/>
            <p:nvPr/>
          </p:nvCxnSpPr>
          <p:spPr>
            <a:xfrm flipH="1">
              <a:off x="3778611" y="2293024"/>
              <a:ext cx="3406054" cy="13416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53" name="Google Shape;253;p4"/>
            <p:cNvCxnSpPr/>
            <p:nvPr/>
          </p:nvCxnSpPr>
          <p:spPr>
            <a:xfrm flipH="1">
              <a:off x="3713584" y="2718951"/>
              <a:ext cx="3571032" cy="91527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54" name="Google Shape;254;p4"/>
            <p:cNvCxnSpPr/>
            <p:nvPr/>
          </p:nvCxnSpPr>
          <p:spPr>
            <a:xfrm flipH="1">
              <a:off x="3914058" y="3140851"/>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55" name="Google Shape;255;p4"/>
            <p:cNvCxnSpPr/>
            <p:nvPr/>
          </p:nvCxnSpPr>
          <p:spPr>
            <a:xfrm>
              <a:off x="0" y="3203573"/>
              <a:ext cx="3657600"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56" name="Google Shape;256;p4"/>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57" name="Google Shape;257;p4"/>
            <p:cNvCxnSpPr/>
            <p:nvPr/>
          </p:nvCxnSpPr>
          <p:spPr>
            <a:xfrm>
              <a:off x="311085" y="2256330"/>
              <a:ext cx="3359284" cy="144681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58" name="Google Shape;258;p4"/>
            <p:cNvCxnSpPr/>
            <p:nvPr/>
          </p:nvCxnSpPr>
          <p:spPr>
            <a:xfrm>
              <a:off x="458477" y="1833572"/>
              <a:ext cx="3178796" cy="18668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sp>
        <p:nvSpPr>
          <p:cNvPr id="259" name="Google Shape;259;p4"/>
          <p:cNvSpPr txBox="1"/>
          <p:nvPr>
            <p:ph type="title"/>
          </p:nvPr>
        </p:nvSpPr>
        <p:spPr>
          <a:xfrm>
            <a:off x="3962400" y="-381000"/>
            <a:ext cx="164592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Light"/>
              <a:buNone/>
            </a:pPr>
            <a:r>
              <a:rPr lang="en-US" sz="8800">
                <a:latin typeface="Helvetica Neue Light"/>
                <a:ea typeface="Helvetica Neue Light"/>
                <a:cs typeface="Helvetica Neue Light"/>
                <a:sym typeface="Helvetica Neue Light"/>
              </a:rPr>
              <a:t>The structure of ambient light</a:t>
            </a:r>
            <a:endParaRPr/>
          </a:p>
        </p:txBody>
      </p:sp>
      <p:sp>
        <p:nvSpPr>
          <p:cNvPr id="260" name="Google Shape;260;p4"/>
          <p:cNvSpPr txBox="1"/>
          <p:nvPr>
            <p:ph idx="12" type="sldNum"/>
          </p:nvPr>
        </p:nvSpPr>
        <p:spPr>
          <a:xfrm>
            <a:off x="20056551" y="12806655"/>
            <a:ext cx="365049" cy="54234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98989"/>
              </a:buClr>
              <a:buSzPts val="2400"/>
              <a:buFont typeface="Helvetica Neue Light"/>
              <a:buNone/>
            </a:pPr>
            <a:fld id="{00000000-1234-1234-1234-123412341234}" type="slidenum">
              <a:rPr lang="en-US">
                <a:solidFill>
                  <a:srgbClr val="898989"/>
                </a:solidFill>
              </a:rPr>
              <a:t>‹#›</a:t>
            </a:fld>
            <a:endParaRPr/>
          </a:p>
        </p:txBody>
      </p:sp>
      <p:sp>
        <p:nvSpPr>
          <p:cNvPr id="261" name="Google Shape;261;p4"/>
          <p:cNvSpPr txBox="1"/>
          <p:nvPr/>
        </p:nvSpPr>
        <p:spPr>
          <a:xfrm>
            <a:off x="19470192" y="13111189"/>
            <a:ext cx="4696816" cy="49842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600"/>
              <a:buFont typeface="Helvetica Neue Light"/>
              <a:buNone/>
            </a:pPr>
            <a:r>
              <a:rPr b="0" i="0" lang="en-US" sz="26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grpSp>
        <p:nvGrpSpPr>
          <p:cNvPr id="266" name="Google Shape;266;p5"/>
          <p:cNvGrpSpPr/>
          <p:nvPr/>
        </p:nvGrpSpPr>
        <p:grpSpPr>
          <a:xfrm>
            <a:off x="4610098" y="1631232"/>
            <a:ext cx="3657603" cy="3728168"/>
            <a:chOff x="-1" y="-1"/>
            <a:chExt cx="3657602" cy="3728167"/>
          </a:xfrm>
        </p:grpSpPr>
        <p:grpSp>
          <p:nvGrpSpPr>
            <p:cNvPr id="267" name="Google Shape;267;p5"/>
            <p:cNvGrpSpPr/>
            <p:nvPr/>
          </p:nvGrpSpPr>
          <p:grpSpPr>
            <a:xfrm>
              <a:off x="514282" y="-1"/>
              <a:ext cx="2575067" cy="3630911"/>
              <a:chOff x="0" y="-1"/>
              <a:chExt cx="2575065" cy="3630910"/>
            </a:xfrm>
          </p:grpSpPr>
          <p:cxnSp>
            <p:nvCxnSpPr>
              <p:cNvPr id="268" name="Google Shape;268;p5"/>
              <p:cNvCxnSpPr/>
              <p:nvPr/>
            </p:nvCxnSpPr>
            <p:spPr>
              <a:xfrm>
                <a:off x="0" y="565683"/>
                <a:ext cx="2575065" cy="259751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69" name="Google Shape;269;p5"/>
              <p:cNvCxnSpPr/>
              <p:nvPr/>
            </p:nvCxnSpPr>
            <p:spPr>
              <a:xfrm>
                <a:off x="164920" y="403483"/>
                <a:ext cx="2248402" cy="292191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70" name="Google Shape;270;p5"/>
              <p:cNvCxnSpPr/>
              <p:nvPr/>
            </p:nvCxnSpPr>
            <p:spPr>
              <a:xfrm>
                <a:off x="349944" y="259145"/>
                <a:ext cx="1859300" cy="31248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271" name="Google Shape;271;p5"/>
              <p:cNvGrpSpPr/>
              <p:nvPr/>
            </p:nvGrpSpPr>
            <p:grpSpPr>
              <a:xfrm>
                <a:off x="610925" y="-1"/>
                <a:ext cx="1340517" cy="3630910"/>
                <a:chOff x="-1" y="-1"/>
                <a:chExt cx="1340515" cy="3630909"/>
              </a:xfrm>
            </p:grpSpPr>
            <p:cxnSp>
              <p:nvCxnSpPr>
                <p:cNvPr id="272" name="Google Shape;272;p5"/>
                <p:cNvCxnSpPr/>
                <p:nvPr/>
              </p:nvCxnSpPr>
              <p:spPr>
                <a:xfrm>
                  <a:off x="-1" y="143843"/>
                  <a:ext cx="1340515" cy="34030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73" name="Google Shape;273;p5"/>
                <p:cNvCxnSpPr/>
                <p:nvPr/>
              </p:nvCxnSpPr>
              <p:spPr>
                <a:xfrm>
                  <a:off x="209446" y="59876"/>
                  <a:ext cx="915270" cy="357103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74" name="Google Shape;274;p5"/>
                <p:cNvCxnSpPr/>
                <p:nvPr/>
              </p:nvCxnSpPr>
              <p:spPr>
                <a:xfrm>
                  <a:off x="440844" y="-1"/>
                  <a:ext cx="474700" cy="36050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grpSp>
          <p:nvGrpSpPr>
            <p:cNvPr id="275" name="Google Shape;275;p5"/>
            <p:cNvGrpSpPr/>
            <p:nvPr/>
          </p:nvGrpSpPr>
          <p:grpSpPr>
            <a:xfrm>
              <a:off x="5186" y="70565"/>
              <a:ext cx="3627737" cy="3657601"/>
              <a:chOff x="0" y="-1"/>
              <a:chExt cx="3627735" cy="3657600"/>
            </a:xfrm>
          </p:grpSpPr>
          <p:cxnSp>
            <p:nvCxnSpPr>
              <p:cNvPr id="276" name="Google Shape;276;p5"/>
              <p:cNvCxnSpPr/>
              <p:nvPr/>
            </p:nvCxnSpPr>
            <p:spPr>
              <a:xfrm flipH="1">
                <a:off x="1756943" y="-1"/>
                <a:ext cx="3172"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77" name="Google Shape;277;p5"/>
              <p:cNvCxnSpPr/>
              <p:nvPr/>
            </p:nvCxnSpPr>
            <p:spPr>
              <a:xfrm flipH="1">
                <a:off x="1528341" y="0"/>
                <a:ext cx="460374" cy="36575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78" name="Google Shape;278;p5"/>
              <p:cNvCxnSpPr/>
              <p:nvPr/>
            </p:nvCxnSpPr>
            <p:spPr>
              <a:xfrm flipH="1">
                <a:off x="1341015" y="28576"/>
                <a:ext cx="882649" cy="352742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279" name="Google Shape;279;p5"/>
              <p:cNvGrpSpPr/>
              <p:nvPr/>
            </p:nvGrpSpPr>
            <p:grpSpPr>
              <a:xfrm>
                <a:off x="699655" y="133282"/>
                <a:ext cx="2203470" cy="3359287"/>
                <a:chOff x="0" y="-1"/>
                <a:chExt cx="2203469" cy="3359285"/>
              </a:xfrm>
            </p:grpSpPr>
            <p:cxnSp>
              <p:nvCxnSpPr>
                <p:cNvPr id="280" name="Google Shape;280;p5"/>
                <p:cNvCxnSpPr/>
                <p:nvPr/>
              </p:nvCxnSpPr>
              <p:spPr>
                <a:xfrm flipH="1">
                  <a:off x="341817" y="-1"/>
                  <a:ext cx="1446812" cy="335928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81" name="Google Shape;281;p5"/>
                <p:cNvCxnSpPr/>
                <p:nvPr/>
              </p:nvCxnSpPr>
              <p:spPr>
                <a:xfrm flipH="1">
                  <a:off x="128606" y="87069"/>
                  <a:ext cx="1866881" cy="317879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82" name="Google Shape;282;p5"/>
                <p:cNvCxnSpPr/>
                <p:nvPr/>
              </p:nvCxnSpPr>
              <p:spPr>
                <a:xfrm flipH="1">
                  <a:off x="0" y="206407"/>
                  <a:ext cx="2203469" cy="28924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283" name="Google Shape;283;p5"/>
              <p:cNvGrpSpPr/>
              <p:nvPr/>
            </p:nvGrpSpPr>
            <p:grpSpPr>
              <a:xfrm>
                <a:off x="0" y="514280"/>
                <a:ext cx="3627735" cy="2575068"/>
                <a:chOff x="0" y="-1"/>
                <a:chExt cx="3627734" cy="2575066"/>
              </a:xfrm>
            </p:grpSpPr>
            <p:cxnSp>
              <p:nvCxnSpPr>
                <p:cNvPr id="284" name="Google Shape;284;p5"/>
                <p:cNvCxnSpPr/>
                <p:nvPr/>
              </p:nvCxnSpPr>
              <p:spPr>
                <a:xfrm flipH="1">
                  <a:off x="470884" y="-1"/>
                  <a:ext cx="2597514"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85" name="Google Shape;285;p5"/>
                <p:cNvCxnSpPr/>
                <p:nvPr/>
              </p:nvCxnSpPr>
              <p:spPr>
                <a:xfrm flipH="1">
                  <a:off x="308681" y="164918"/>
                  <a:ext cx="2921918" cy="22484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86" name="Google Shape;286;p5"/>
                <p:cNvCxnSpPr/>
                <p:nvPr/>
              </p:nvCxnSpPr>
              <p:spPr>
                <a:xfrm flipH="1">
                  <a:off x="246891" y="349945"/>
                  <a:ext cx="3124871" cy="18592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287" name="Google Shape;287;p5"/>
                <p:cNvGrpSpPr/>
                <p:nvPr/>
              </p:nvGrpSpPr>
              <p:grpSpPr>
                <a:xfrm>
                  <a:off x="0" y="610926"/>
                  <a:ext cx="3627734" cy="1340514"/>
                  <a:chOff x="0" y="-1"/>
                  <a:chExt cx="3627733" cy="1340513"/>
                </a:xfrm>
              </p:grpSpPr>
              <p:cxnSp>
                <p:nvCxnSpPr>
                  <p:cNvPr id="288" name="Google Shape;288;p5"/>
                  <p:cNvCxnSpPr/>
                  <p:nvPr/>
                </p:nvCxnSpPr>
                <p:spPr>
                  <a:xfrm flipH="1">
                    <a:off x="83967" y="-1"/>
                    <a:ext cx="3403097" cy="13405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89" name="Google Shape;289;p5"/>
                  <p:cNvCxnSpPr/>
                  <p:nvPr/>
                </p:nvCxnSpPr>
                <p:spPr>
                  <a:xfrm flipH="1">
                    <a:off x="0" y="209446"/>
                    <a:ext cx="3571031" cy="9152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90" name="Google Shape;290;p5"/>
                  <p:cNvCxnSpPr/>
                  <p:nvPr/>
                </p:nvCxnSpPr>
                <p:spPr>
                  <a:xfrm flipH="1">
                    <a:off x="22674" y="440845"/>
                    <a:ext cx="3605059" cy="47469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grpSp>
        <p:cxnSp>
          <p:nvCxnSpPr>
            <p:cNvPr id="291" name="Google Shape;291;p5"/>
            <p:cNvCxnSpPr/>
            <p:nvPr/>
          </p:nvCxnSpPr>
          <p:spPr>
            <a:xfrm>
              <a:off x="-1" y="1873966"/>
              <a:ext cx="3657602" cy="31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92" name="Google Shape;292;p5"/>
            <p:cNvCxnSpPr/>
            <p:nvPr/>
          </p:nvCxnSpPr>
          <p:spPr>
            <a:xfrm>
              <a:off x="0" y="1645366"/>
              <a:ext cx="3657600" cy="4603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93" name="Google Shape;293;p5"/>
            <p:cNvCxnSpPr/>
            <p:nvPr/>
          </p:nvCxnSpPr>
          <p:spPr>
            <a:xfrm>
              <a:off x="28575" y="1413592"/>
              <a:ext cx="3527426" cy="88265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94" name="Google Shape;294;p5"/>
            <p:cNvCxnSpPr/>
            <p:nvPr/>
          </p:nvCxnSpPr>
          <p:spPr>
            <a:xfrm>
              <a:off x="133415" y="1145171"/>
              <a:ext cx="3362198" cy="144806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95" name="Google Shape;295;p5"/>
            <p:cNvCxnSpPr/>
            <p:nvPr/>
          </p:nvCxnSpPr>
          <p:spPr>
            <a:xfrm>
              <a:off x="223530" y="935763"/>
              <a:ext cx="3178795" cy="186688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cxnSp>
        <p:nvCxnSpPr>
          <p:cNvPr id="296" name="Google Shape;296;p5"/>
          <p:cNvCxnSpPr/>
          <p:nvPr/>
        </p:nvCxnSpPr>
        <p:spPr>
          <a:xfrm>
            <a:off x="4952999" y="2365376"/>
            <a:ext cx="8737602" cy="665797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sp>
        <p:nvSpPr>
          <p:cNvPr id="297" name="Google Shape;297;p5"/>
          <p:cNvSpPr/>
          <p:nvPr/>
        </p:nvSpPr>
        <p:spPr>
          <a:xfrm>
            <a:off x="5772150" y="2854325"/>
            <a:ext cx="1219200" cy="1219201"/>
          </a:xfrm>
          <a:prstGeom prst="ellipse">
            <a:avLst/>
          </a:prstGeom>
          <a:solidFill>
            <a:srgbClr val="FFFF00"/>
          </a:solidFill>
          <a:ln cap="flat" cmpd="sng" w="12700">
            <a:solidFill>
              <a:srgbClr val="FF6600"/>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Light"/>
              <a:buNone/>
            </a:pPr>
            <a:r>
              <a:t/>
            </a:r>
            <a:endParaRPr b="0" i="0" sz="3600" u="none" cap="none" strike="noStrike">
              <a:solidFill>
                <a:srgbClr val="FFFFFF"/>
              </a:solidFill>
              <a:latin typeface="Helvetica Neue Light"/>
              <a:ea typeface="Helvetica Neue Light"/>
              <a:cs typeface="Helvetica Neue Light"/>
              <a:sym typeface="Helvetica Neue Light"/>
            </a:endParaRPr>
          </a:p>
        </p:txBody>
      </p:sp>
      <p:sp>
        <p:nvSpPr>
          <p:cNvPr id="298" name="Google Shape;298;p5"/>
          <p:cNvSpPr txBox="1"/>
          <p:nvPr>
            <p:ph type="title"/>
          </p:nvPr>
        </p:nvSpPr>
        <p:spPr>
          <a:xfrm>
            <a:off x="3962400" y="-381000"/>
            <a:ext cx="164592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Light"/>
              <a:buNone/>
            </a:pPr>
            <a:r>
              <a:rPr lang="en-US" sz="8800">
                <a:latin typeface="Helvetica Neue Light"/>
                <a:ea typeface="Helvetica Neue Light"/>
                <a:cs typeface="Helvetica Neue Light"/>
                <a:sym typeface="Helvetica Neue Light"/>
              </a:rPr>
              <a:t>The structure of ambient light</a:t>
            </a:r>
            <a:endParaRPr/>
          </a:p>
        </p:txBody>
      </p:sp>
      <p:sp>
        <p:nvSpPr>
          <p:cNvPr id="299" name="Google Shape;299;p5"/>
          <p:cNvSpPr/>
          <p:nvPr/>
        </p:nvSpPr>
        <p:spPr>
          <a:xfrm>
            <a:off x="7261226" y="5022850"/>
            <a:ext cx="14074774" cy="5210177"/>
          </a:xfrm>
          <a:custGeom>
            <a:rect b="b" l="l" r="r" t="t"/>
            <a:pathLst>
              <a:path extrusionOk="0" h="21600" w="21600">
                <a:moveTo>
                  <a:pt x="0" y="21216"/>
                </a:moveTo>
                <a:lnTo>
                  <a:pt x="2984" y="21312"/>
                </a:lnTo>
                <a:cubicBezTo>
                  <a:pt x="3068" y="21317"/>
                  <a:pt x="3149" y="21408"/>
                  <a:pt x="3233" y="21408"/>
                </a:cubicBezTo>
                <a:cubicBezTo>
                  <a:pt x="3529" y="21408"/>
                  <a:pt x="3825" y="21329"/>
                  <a:pt x="4121" y="21312"/>
                </a:cubicBezTo>
                <a:cubicBezTo>
                  <a:pt x="4393" y="21297"/>
                  <a:pt x="4666" y="21312"/>
                  <a:pt x="4938" y="21312"/>
                </a:cubicBezTo>
                <a:lnTo>
                  <a:pt x="4938" y="15936"/>
                </a:lnTo>
                <a:lnTo>
                  <a:pt x="5151" y="16032"/>
                </a:lnTo>
                <a:lnTo>
                  <a:pt x="5151" y="19296"/>
                </a:lnTo>
                <a:lnTo>
                  <a:pt x="6111" y="19296"/>
                </a:lnTo>
                <a:lnTo>
                  <a:pt x="6111" y="21600"/>
                </a:lnTo>
                <a:lnTo>
                  <a:pt x="7851" y="21408"/>
                </a:lnTo>
                <a:lnTo>
                  <a:pt x="7851" y="17472"/>
                </a:lnTo>
                <a:lnTo>
                  <a:pt x="6608" y="17472"/>
                </a:lnTo>
                <a:lnTo>
                  <a:pt x="6608" y="16896"/>
                </a:lnTo>
                <a:lnTo>
                  <a:pt x="12043" y="16896"/>
                </a:lnTo>
                <a:lnTo>
                  <a:pt x="12043" y="17472"/>
                </a:lnTo>
                <a:lnTo>
                  <a:pt x="10764" y="17376"/>
                </a:lnTo>
                <a:lnTo>
                  <a:pt x="10764" y="21312"/>
                </a:lnTo>
                <a:lnTo>
                  <a:pt x="13109" y="21408"/>
                </a:lnTo>
                <a:lnTo>
                  <a:pt x="13109" y="19008"/>
                </a:lnTo>
                <a:lnTo>
                  <a:pt x="14104" y="19008"/>
                </a:lnTo>
                <a:lnTo>
                  <a:pt x="14104" y="15552"/>
                </a:lnTo>
                <a:lnTo>
                  <a:pt x="14317" y="15552"/>
                </a:lnTo>
                <a:lnTo>
                  <a:pt x="14317" y="21408"/>
                </a:lnTo>
                <a:lnTo>
                  <a:pt x="16804" y="21312"/>
                </a:lnTo>
                <a:lnTo>
                  <a:pt x="16591" y="384"/>
                </a:lnTo>
                <a:lnTo>
                  <a:pt x="21600" y="0"/>
                </a:lnTo>
              </a:path>
            </a:pathLst>
          </a:custGeom>
          <a:noFill/>
          <a:ln cap="flat" cmpd="sng" w="50800">
            <a:solidFill>
              <a:srgbClr val="000000"/>
            </a:solidFill>
            <a:prstDash val="solid"/>
            <a:round/>
            <a:headEnd len="sm" w="sm" type="none"/>
            <a:tailEnd len="sm" w="sm" type="none"/>
          </a:ln>
          <a:effectLst>
            <a:outerShdw blurRad="76200" rotWithShape="0" dir="5400000" dist="38100">
              <a:srgbClr val="000000">
                <a:alpha val="3764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Helvetica Neue Light"/>
              <a:buNone/>
            </a:pPr>
            <a:r>
              <a:t/>
            </a:r>
            <a:endParaRPr b="0" i="0" sz="3600" u="none" cap="none" strike="noStrike">
              <a:solidFill>
                <a:srgbClr val="000000"/>
              </a:solidFill>
              <a:latin typeface="Helvetica Neue Light"/>
              <a:ea typeface="Helvetica Neue Light"/>
              <a:cs typeface="Helvetica Neue Light"/>
              <a:sym typeface="Helvetica Neue Light"/>
            </a:endParaRPr>
          </a:p>
        </p:txBody>
      </p:sp>
      <p:grpSp>
        <p:nvGrpSpPr>
          <p:cNvPr id="300" name="Google Shape;300;p5"/>
          <p:cNvGrpSpPr/>
          <p:nvPr/>
        </p:nvGrpSpPr>
        <p:grpSpPr>
          <a:xfrm>
            <a:off x="10071100" y="5400676"/>
            <a:ext cx="7519119" cy="3739032"/>
            <a:chOff x="0" y="0"/>
            <a:chExt cx="7519118" cy="3739030"/>
          </a:xfrm>
        </p:grpSpPr>
        <p:cxnSp>
          <p:nvCxnSpPr>
            <p:cNvPr id="301" name="Google Shape;301;p5"/>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02" name="Google Shape;302;p5"/>
            <p:cNvCxnSpPr/>
            <p:nvPr/>
          </p:nvCxnSpPr>
          <p:spPr>
            <a:xfrm>
              <a:off x="1396092" y="817094"/>
              <a:ext cx="2252891" cy="292193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03" name="Google Shape;303;p5"/>
            <p:cNvCxnSpPr/>
            <p:nvPr/>
          </p:nvCxnSpPr>
          <p:spPr>
            <a:xfrm>
              <a:off x="1737353" y="556876"/>
              <a:ext cx="1859299" cy="31248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04" name="Google Shape;304;p5"/>
            <p:cNvCxnSpPr/>
            <p:nvPr/>
          </p:nvCxnSpPr>
          <p:spPr>
            <a:xfrm>
              <a:off x="2255508" y="308223"/>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05" name="Google Shape;305;p5"/>
            <p:cNvCxnSpPr/>
            <p:nvPr/>
          </p:nvCxnSpPr>
          <p:spPr>
            <a:xfrm>
              <a:off x="2699904" y="167108"/>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06" name="Google Shape;306;p5"/>
            <p:cNvCxnSpPr/>
            <p:nvPr/>
          </p:nvCxnSpPr>
          <p:spPr>
            <a:xfrm>
              <a:off x="3178953" y="69130"/>
              <a:ext cx="474698" cy="360505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07" name="Google Shape;307;p5"/>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08" name="Google Shape;308;p5"/>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09" name="Google Shape;309;p5"/>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10" name="Google Shape;310;p5"/>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11" name="Google Shape;311;p5"/>
            <p:cNvCxnSpPr/>
            <p:nvPr/>
          </p:nvCxnSpPr>
          <p:spPr>
            <a:xfrm flipH="1">
              <a:off x="3675075" y="439426"/>
              <a:ext cx="1866879" cy="31787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12" name="Google Shape;312;p5"/>
            <p:cNvCxnSpPr/>
            <p:nvPr/>
          </p:nvCxnSpPr>
          <p:spPr>
            <a:xfrm flipH="1">
              <a:off x="3658218" y="752310"/>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13" name="Google Shape;313;p5"/>
            <p:cNvCxnSpPr/>
            <p:nvPr/>
          </p:nvCxnSpPr>
          <p:spPr>
            <a:xfrm flipH="1">
              <a:off x="3682818" y="1098481"/>
              <a:ext cx="2597518" cy="257506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14" name="Google Shape;314;p5"/>
            <p:cNvCxnSpPr/>
            <p:nvPr/>
          </p:nvCxnSpPr>
          <p:spPr>
            <a:xfrm flipH="1">
              <a:off x="3658259" y="1435310"/>
              <a:ext cx="2919682" cy="2250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15" name="Google Shape;315;p5"/>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16" name="Google Shape;316;p5"/>
            <p:cNvCxnSpPr/>
            <p:nvPr/>
          </p:nvCxnSpPr>
          <p:spPr>
            <a:xfrm flipH="1">
              <a:off x="3778611" y="2293024"/>
              <a:ext cx="3406054" cy="13416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17" name="Google Shape;317;p5"/>
            <p:cNvCxnSpPr/>
            <p:nvPr/>
          </p:nvCxnSpPr>
          <p:spPr>
            <a:xfrm flipH="1">
              <a:off x="3713584" y="2718951"/>
              <a:ext cx="3571032" cy="91527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18" name="Google Shape;318;p5"/>
            <p:cNvCxnSpPr/>
            <p:nvPr/>
          </p:nvCxnSpPr>
          <p:spPr>
            <a:xfrm flipH="1">
              <a:off x="3914058" y="3140851"/>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19" name="Google Shape;319;p5"/>
            <p:cNvCxnSpPr/>
            <p:nvPr/>
          </p:nvCxnSpPr>
          <p:spPr>
            <a:xfrm>
              <a:off x="0" y="3203573"/>
              <a:ext cx="3657600"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20" name="Google Shape;320;p5"/>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21" name="Google Shape;321;p5"/>
            <p:cNvCxnSpPr/>
            <p:nvPr/>
          </p:nvCxnSpPr>
          <p:spPr>
            <a:xfrm>
              <a:off x="311085" y="2256330"/>
              <a:ext cx="3359284" cy="144681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22" name="Google Shape;322;p5"/>
            <p:cNvCxnSpPr/>
            <p:nvPr/>
          </p:nvCxnSpPr>
          <p:spPr>
            <a:xfrm>
              <a:off x="458477" y="1833572"/>
              <a:ext cx="3178796" cy="18668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323" name="Google Shape;323;p5"/>
          <p:cNvGrpSpPr/>
          <p:nvPr/>
        </p:nvGrpSpPr>
        <p:grpSpPr>
          <a:xfrm>
            <a:off x="14422696" y="4637544"/>
            <a:ext cx="3774189" cy="7473236"/>
            <a:chOff x="-1" y="0"/>
            <a:chExt cx="3774187" cy="7473235"/>
          </a:xfrm>
        </p:grpSpPr>
        <p:cxnSp>
          <p:nvCxnSpPr>
            <p:cNvPr id="324" name="Google Shape;324;p5"/>
            <p:cNvCxnSpPr/>
            <p:nvPr/>
          </p:nvCxnSpPr>
          <p:spPr>
            <a:xfrm flipH="1" rot="10800000">
              <a:off x="1429731" y="3805065"/>
              <a:ext cx="2315268" cy="28315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25" name="Google Shape;325;p5"/>
            <p:cNvCxnSpPr/>
            <p:nvPr/>
          </p:nvCxnSpPr>
          <p:spPr>
            <a:xfrm flipH="1" rot="10800000">
              <a:off x="1099230" y="3784873"/>
              <a:ext cx="2671467" cy="254489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26" name="Google Shape;326;p5"/>
            <p:cNvCxnSpPr/>
            <p:nvPr/>
          </p:nvCxnSpPr>
          <p:spPr>
            <a:xfrm flipH="1" rot="10800000">
              <a:off x="807960" y="3846209"/>
              <a:ext cx="2914282" cy="21745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27" name="Google Shape;327;p5"/>
            <p:cNvCxnSpPr/>
            <p:nvPr/>
          </p:nvCxnSpPr>
          <p:spPr>
            <a:xfrm flipH="1" rot="10800000">
              <a:off x="502891" y="3842059"/>
              <a:ext cx="3245019" cy="168757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28" name="Google Shape;328;p5"/>
            <p:cNvCxnSpPr/>
            <p:nvPr/>
          </p:nvCxnSpPr>
          <p:spPr>
            <a:xfrm flipH="1" rot="10800000">
              <a:off x="317869" y="3819355"/>
              <a:ext cx="3456317" cy="128212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29" name="Google Shape;329;p5"/>
            <p:cNvCxnSpPr/>
            <p:nvPr/>
          </p:nvCxnSpPr>
          <p:spPr>
            <a:xfrm flipH="1" rot="10800000">
              <a:off x="171645" y="3790610"/>
              <a:ext cx="3536035" cy="8474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30" name="Google Shape;330;p5"/>
            <p:cNvCxnSpPr/>
            <p:nvPr/>
          </p:nvCxnSpPr>
          <p:spPr>
            <a:xfrm flipH="1" rot="10800000">
              <a:off x="52377" y="3792149"/>
              <a:ext cx="3638048" cy="37769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31" name="Google Shape;331;p5"/>
            <p:cNvCxnSpPr/>
            <p:nvPr/>
          </p:nvCxnSpPr>
          <p:spPr>
            <a:xfrm>
              <a:off x="-1" y="3672607"/>
              <a:ext cx="3685654" cy="7702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32" name="Google Shape;332;p5"/>
            <p:cNvCxnSpPr/>
            <p:nvPr/>
          </p:nvCxnSpPr>
          <p:spPr>
            <a:xfrm>
              <a:off x="82426" y="3238187"/>
              <a:ext cx="3596998" cy="51088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33" name="Google Shape;333;p5"/>
            <p:cNvCxnSpPr/>
            <p:nvPr/>
          </p:nvCxnSpPr>
          <p:spPr>
            <a:xfrm>
              <a:off x="170014" y="2702987"/>
              <a:ext cx="3491671" cy="10891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34" name="Google Shape;334;p5"/>
            <p:cNvCxnSpPr/>
            <p:nvPr/>
          </p:nvCxnSpPr>
          <p:spPr>
            <a:xfrm>
              <a:off x="291874" y="2246572"/>
              <a:ext cx="3355903" cy="152574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35" name="Google Shape;335;p5"/>
            <p:cNvCxnSpPr/>
            <p:nvPr/>
          </p:nvCxnSpPr>
          <p:spPr>
            <a:xfrm>
              <a:off x="570639" y="1901247"/>
              <a:ext cx="3103174" cy="18893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36" name="Google Shape;336;p5"/>
            <p:cNvCxnSpPr/>
            <p:nvPr/>
          </p:nvCxnSpPr>
          <p:spPr>
            <a:xfrm>
              <a:off x="871562" y="1445409"/>
              <a:ext cx="2831533" cy="231527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37" name="Google Shape;337;p5"/>
            <p:cNvCxnSpPr/>
            <p:nvPr/>
          </p:nvCxnSpPr>
          <p:spPr>
            <a:xfrm>
              <a:off x="1178036" y="1112738"/>
              <a:ext cx="2542433" cy="26694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38" name="Google Shape;338;p5"/>
            <p:cNvCxnSpPr/>
            <p:nvPr/>
          </p:nvCxnSpPr>
          <p:spPr>
            <a:xfrm>
              <a:off x="1503255" y="779189"/>
              <a:ext cx="2174570" cy="291428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39" name="Google Shape;339;p5"/>
            <p:cNvCxnSpPr/>
            <p:nvPr/>
          </p:nvCxnSpPr>
          <p:spPr>
            <a:xfrm>
              <a:off x="1965095" y="420323"/>
              <a:ext cx="1689040" cy="324783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40" name="Google Shape;340;p5"/>
            <p:cNvCxnSpPr/>
            <p:nvPr/>
          </p:nvCxnSpPr>
          <p:spPr>
            <a:xfrm>
              <a:off x="2378100" y="279572"/>
              <a:ext cx="1282130" cy="345631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41" name="Google Shape;341;p5"/>
            <p:cNvCxnSpPr/>
            <p:nvPr/>
          </p:nvCxnSpPr>
          <p:spPr>
            <a:xfrm>
              <a:off x="2771628" y="0"/>
              <a:ext cx="847496" cy="353603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42" name="Google Shape;342;p5"/>
            <p:cNvCxnSpPr/>
            <p:nvPr/>
          </p:nvCxnSpPr>
          <p:spPr>
            <a:xfrm flipH="1" rot="10800000">
              <a:off x="3618826" y="3787579"/>
              <a:ext cx="77027" cy="3685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43" name="Google Shape;343;p5"/>
            <p:cNvCxnSpPr/>
            <p:nvPr/>
          </p:nvCxnSpPr>
          <p:spPr>
            <a:xfrm flipH="1" rot="10800000">
              <a:off x="3152821" y="3733489"/>
              <a:ext cx="510558" cy="360015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44" name="Google Shape;344;p5"/>
            <p:cNvCxnSpPr/>
            <p:nvPr/>
          </p:nvCxnSpPr>
          <p:spPr>
            <a:xfrm flipH="1" rot="10800000">
              <a:off x="2642857" y="3770269"/>
              <a:ext cx="1089166" cy="349167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45" name="Google Shape;345;p5"/>
            <p:cNvCxnSpPr/>
            <p:nvPr/>
          </p:nvCxnSpPr>
          <p:spPr>
            <a:xfrm flipH="1" rot="10800000">
              <a:off x="2208668" y="3803228"/>
              <a:ext cx="1525742" cy="335590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346" name="Google Shape;346;p5"/>
          <p:cNvGrpSpPr/>
          <p:nvPr/>
        </p:nvGrpSpPr>
        <p:grpSpPr>
          <a:xfrm>
            <a:off x="14457621" y="3993018"/>
            <a:ext cx="3774186" cy="7473235"/>
            <a:chOff x="-1" y="-1"/>
            <a:chExt cx="3774185" cy="7473234"/>
          </a:xfrm>
        </p:grpSpPr>
        <p:cxnSp>
          <p:nvCxnSpPr>
            <p:cNvPr id="347" name="Google Shape;347;p5"/>
            <p:cNvCxnSpPr/>
            <p:nvPr/>
          </p:nvCxnSpPr>
          <p:spPr>
            <a:xfrm flipH="1" rot="10800000">
              <a:off x="1429730" y="3805064"/>
              <a:ext cx="2315269" cy="283153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48" name="Google Shape;348;p5"/>
            <p:cNvCxnSpPr/>
            <p:nvPr/>
          </p:nvCxnSpPr>
          <p:spPr>
            <a:xfrm flipH="1" rot="10800000">
              <a:off x="1099229" y="3784873"/>
              <a:ext cx="2671470" cy="254489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49" name="Google Shape;349;p5"/>
            <p:cNvCxnSpPr/>
            <p:nvPr/>
          </p:nvCxnSpPr>
          <p:spPr>
            <a:xfrm flipH="1" rot="10800000">
              <a:off x="807959" y="3846209"/>
              <a:ext cx="2914283" cy="217457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50" name="Google Shape;350;p5"/>
            <p:cNvCxnSpPr/>
            <p:nvPr/>
          </p:nvCxnSpPr>
          <p:spPr>
            <a:xfrm flipH="1" rot="10800000">
              <a:off x="502892" y="3842058"/>
              <a:ext cx="3245018" cy="168757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51" name="Google Shape;351;p5"/>
            <p:cNvCxnSpPr/>
            <p:nvPr/>
          </p:nvCxnSpPr>
          <p:spPr>
            <a:xfrm flipH="1" rot="10800000">
              <a:off x="317867" y="3819356"/>
              <a:ext cx="3456317" cy="128212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52" name="Google Shape;352;p5"/>
            <p:cNvCxnSpPr/>
            <p:nvPr/>
          </p:nvCxnSpPr>
          <p:spPr>
            <a:xfrm flipH="1" rot="10800000">
              <a:off x="171647" y="3790607"/>
              <a:ext cx="3536034" cy="8474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53" name="Google Shape;353;p5"/>
            <p:cNvCxnSpPr/>
            <p:nvPr/>
          </p:nvCxnSpPr>
          <p:spPr>
            <a:xfrm flipH="1" rot="10800000">
              <a:off x="52378" y="3792147"/>
              <a:ext cx="3638047" cy="37769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54" name="Google Shape;354;p5"/>
            <p:cNvCxnSpPr/>
            <p:nvPr/>
          </p:nvCxnSpPr>
          <p:spPr>
            <a:xfrm>
              <a:off x="-1" y="3672604"/>
              <a:ext cx="3685654" cy="770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55" name="Google Shape;355;p5"/>
            <p:cNvCxnSpPr/>
            <p:nvPr/>
          </p:nvCxnSpPr>
          <p:spPr>
            <a:xfrm>
              <a:off x="82428" y="3238187"/>
              <a:ext cx="3596998" cy="51088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56" name="Google Shape;356;p5"/>
            <p:cNvCxnSpPr/>
            <p:nvPr/>
          </p:nvCxnSpPr>
          <p:spPr>
            <a:xfrm>
              <a:off x="170017" y="2702986"/>
              <a:ext cx="3491670" cy="108916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57" name="Google Shape;357;p5"/>
            <p:cNvCxnSpPr/>
            <p:nvPr/>
          </p:nvCxnSpPr>
          <p:spPr>
            <a:xfrm>
              <a:off x="291874" y="2246573"/>
              <a:ext cx="3355904" cy="152574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58" name="Google Shape;358;p5"/>
            <p:cNvCxnSpPr/>
            <p:nvPr/>
          </p:nvCxnSpPr>
          <p:spPr>
            <a:xfrm>
              <a:off x="570640" y="1901248"/>
              <a:ext cx="3103175" cy="18893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59" name="Google Shape;359;p5"/>
            <p:cNvCxnSpPr/>
            <p:nvPr/>
          </p:nvCxnSpPr>
          <p:spPr>
            <a:xfrm>
              <a:off x="871559" y="1445409"/>
              <a:ext cx="2831535" cy="23152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60" name="Google Shape;360;p5"/>
            <p:cNvCxnSpPr/>
            <p:nvPr/>
          </p:nvCxnSpPr>
          <p:spPr>
            <a:xfrm>
              <a:off x="1178036" y="1112736"/>
              <a:ext cx="2542432" cy="26694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61" name="Google Shape;361;p5"/>
            <p:cNvCxnSpPr/>
            <p:nvPr/>
          </p:nvCxnSpPr>
          <p:spPr>
            <a:xfrm>
              <a:off x="1503253" y="779189"/>
              <a:ext cx="2174572" cy="291428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62" name="Google Shape;362;p5"/>
            <p:cNvCxnSpPr/>
            <p:nvPr/>
          </p:nvCxnSpPr>
          <p:spPr>
            <a:xfrm>
              <a:off x="1965094" y="420325"/>
              <a:ext cx="1689038" cy="324783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63" name="Google Shape;363;p5"/>
            <p:cNvCxnSpPr/>
            <p:nvPr/>
          </p:nvCxnSpPr>
          <p:spPr>
            <a:xfrm>
              <a:off x="2378101" y="279570"/>
              <a:ext cx="1282128" cy="345631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64" name="Google Shape;364;p5"/>
            <p:cNvCxnSpPr/>
            <p:nvPr/>
          </p:nvCxnSpPr>
          <p:spPr>
            <a:xfrm>
              <a:off x="2771632" y="-1"/>
              <a:ext cx="847496" cy="353603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65" name="Google Shape;365;p5"/>
            <p:cNvCxnSpPr/>
            <p:nvPr/>
          </p:nvCxnSpPr>
          <p:spPr>
            <a:xfrm flipH="1" rot="10800000">
              <a:off x="3618828" y="3787577"/>
              <a:ext cx="77025" cy="3685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66" name="Google Shape;366;p5"/>
            <p:cNvCxnSpPr/>
            <p:nvPr/>
          </p:nvCxnSpPr>
          <p:spPr>
            <a:xfrm flipH="1" rot="10800000">
              <a:off x="3152822" y="3733490"/>
              <a:ext cx="510559" cy="36001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67" name="Google Shape;367;p5"/>
            <p:cNvCxnSpPr/>
            <p:nvPr/>
          </p:nvCxnSpPr>
          <p:spPr>
            <a:xfrm flipH="1" rot="10800000">
              <a:off x="2642858" y="3770269"/>
              <a:ext cx="1089164" cy="349167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68" name="Google Shape;368;p5"/>
            <p:cNvCxnSpPr/>
            <p:nvPr/>
          </p:nvCxnSpPr>
          <p:spPr>
            <a:xfrm flipH="1" rot="10800000">
              <a:off x="2208671" y="3803226"/>
              <a:ext cx="1525741" cy="335590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369" name="Google Shape;369;p5"/>
          <p:cNvGrpSpPr/>
          <p:nvPr/>
        </p:nvGrpSpPr>
        <p:grpSpPr>
          <a:xfrm>
            <a:off x="14356021" y="3192918"/>
            <a:ext cx="3774186" cy="7473235"/>
            <a:chOff x="-1" y="-1"/>
            <a:chExt cx="3774185" cy="7473234"/>
          </a:xfrm>
        </p:grpSpPr>
        <p:cxnSp>
          <p:nvCxnSpPr>
            <p:cNvPr id="370" name="Google Shape;370;p5"/>
            <p:cNvCxnSpPr/>
            <p:nvPr/>
          </p:nvCxnSpPr>
          <p:spPr>
            <a:xfrm flipH="1" rot="10800000">
              <a:off x="1429730" y="3805064"/>
              <a:ext cx="2315269" cy="283153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71" name="Google Shape;371;p5"/>
            <p:cNvCxnSpPr/>
            <p:nvPr/>
          </p:nvCxnSpPr>
          <p:spPr>
            <a:xfrm flipH="1" rot="10800000">
              <a:off x="1099229" y="3784873"/>
              <a:ext cx="2671470" cy="254489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72" name="Google Shape;372;p5"/>
            <p:cNvCxnSpPr/>
            <p:nvPr/>
          </p:nvCxnSpPr>
          <p:spPr>
            <a:xfrm flipH="1" rot="10800000">
              <a:off x="807959" y="3846209"/>
              <a:ext cx="2914283" cy="217457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73" name="Google Shape;373;p5"/>
            <p:cNvCxnSpPr/>
            <p:nvPr/>
          </p:nvCxnSpPr>
          <p:spPr>
            <a:xfrm flipH="1" rot="10800000">
              <a:off x="502892" y="3842058"/>
              <a:ext cx="3245018" cy="168757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74" name="Google Shape;374;p5"/>
            <p:cNvCxnSpPr/>
            <p:nvPr/>
          </p:nvCxnSpPr>
          <p:spPr>
            <a:xfrm flipH="1" rot="10800000">
              <a:off x="317867" y="3819356"/>
              <a:ext cx="3456317" cy="128212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75" name="Google Shape;375;p5"/>
            <p:cNvCxnSpPr/>
            <p:nvPr/>
          </p:nvCxnSpPr>
          <p:spPr>
            <a:xfrm flipH="1" rot="10800000">
              <a:off x="171647" y="3790607"/>
              <a:ext cx="3536034" cy="8474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76" name="Google Shape;376;p5"/>
            <p:cNvCxnSpPr/>
            <p:nvPr/>
          </p:nvCxnSpPr>
          <p:spPr>
            <a:xfrm flipH="1" rot="10800000">
              <a:off x="52378" y="3792147"/>
              <a:ext cx="3638047" cy="37769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77" name="Google Shape;377;p5"/>
            <p:cNvCxnSpPr/>
            <p:nvPr/>
          </p:nvCxnSpPr>
          <p:spPr>
            <a:xfrm>
              <a:off x="-1" y="3672604"/>
              <a:ext cx="3685654" cy="770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78" name="Google Shape;378;p5"/>
            <p:cNvCxnSpPr/>
            <p:nvPr/>
          </p:nvCxnSpPr>
          <p:spPr>
            <a:xfrm>
              <a:off x="82428" y="3238187"/>
              <a:ext cx="3596998" cy="51088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79" name="Google Shape;379;p5"/>
            <p:cNvCxnSpPr/>
            <p:nvPr/>
          </p:nvCxnSpPr>
          <p:spPr>
            <a:xfrm>
              <a:off x="170017" y="2702986"/>
              <a:ext cx="3491670" cy="108916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80" name="Google Shape;380;p5"/>
            <p:cNvCxnSpPr/>
            <p:nvPr/>
          </p:nvCxnSpPr>
          <p:spPr>
            <a:xfrm>
              <a:off x="291874" y="2246573"/>
              <a:ext cx="3355904" cy="152574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81" name="Google Shape;381;p5"/>
            <p:cNvCxnSpPr/>
            <p:nvPr/>
          </p:nvCxnSpPr>
          <p:spPr>
            <a:xfrm>
              <a:off x="570640" y="1901248"/>
              <a:ext cx="3103175" cy="18893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82" name="Google Shape;382;p5"/>
            <p:cNvCxnSpPr/>
            <p:nvPr/>
          </p:nvCxnSpPr>
          <p:spPr>
            <a:xfrm>
              <a:off x="871559" y="1445409"/>
              <a:ext cx="2831535" cy="23152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83" name="Google Shape;383;p5"/>
            <p:cNvCxnSpPr/>
            <p:nvPr/>
          </p:nvCxnSpPr>
          <p:spPr>
            <a:xfrm>
              <a:off x="1178036" y="1112736"/>
              <a:ext cx="2542432" cy="26694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84" name="Google Shape;384;p5"/>
            <p:cNvCxnSpPr/>
            <p:nvPr/>
          </p:nvCxnSpPr>
          <p:spPr>
            <a:xfrm>
              <a:off x="1503253" y="779189"/>
              <a:ext cx="2174572" cy="291428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85" name="Google Shape;385;p5"/>
            <p:cNvCxnSpPr/>
            <p:nvPr/>
          </p:nvCxnSpPr>
          <p:spPr>
            <a:xfrm>
              <a:off x="1965094" y="420325"/>
              <a:ext cx="1689038" cy="324783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86" name="Google Shape;386;p5"/>
            <p:cNvCxnSpPr/>
            <p:nvPr/>
          </p:nvCxnSpPr>
          <p:spPr>
            <a:xfrm>
              <a:off x="2378101" y="279570"/>
              <a:ext cx="1282128" cy="345631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87" name="Google Shape;387;p5"/>
            <p:cNvCxnSpPr/>
            <p:nvPr/>
          </p:nvCxnSpPr>
          <p:spPr>
            <a:xfrm>
              <a:off x="2771632" y="-1"/>
              <a:ext cx="847496" cy="353603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88" name="Google Shape;388;p5"/>
            <p:cNvCxnSpPr/>
            <p:nvPr/>
          </p:nvCxnSpPr>
          <p:spPr>
            <a:xfrm flipH="1" rot="10800000">
              <a:off x="3618828" y="3787577"/>
              <a:ext cx="77025" cy="3685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89" name="Google Shape;389;p5"/>
            <p:cNvCxnSpPr/>
            <p:nvPr/>
          </p:nvCxnSpPr>
          <p:spPr>
            <a:xfrm flipH="1" rot="10800000">
              <a:off x="3152822" y="3733490"/>
              <a:ext cx="510559" cy="36001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90" name="Google Shape;390;p5"/>
            <p:cNvCxnSpPr/>
            <p:nvPr/>
          </p:nvCxnSpPr>
          <p:spPr>
            <a:xfrm flipH="1" rot="10800000">
              <a:off x="2642858" y="3770269"/>
              <a:ext cx="1089164" cy="349167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91" name="Google Shape;391;p5"/>
            <p:cNvCxnSpPr/>
            <p:nvPr/>
          </p:nvCxnSpPr>
          <p:spPr>
            <a:xfrm flipH="1" rot="10800000">
              <a:off x="2208671" y="3803226"/>
              <a:ext cx="1525741" cy="335590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392" name="Google Shape;392;p5"/>
          <p:cNvGrpSpPr/>
          <p:nvPr/>
        </p:nvGrpSpPr>
        <p:grpSpPr>
          <a:xfrm>
            <a:off x="14413171" y="2395994"/>
            <a:ext cx="3774189" cy="7473234"/>
            <a:chOff x="-1" y="0"/>
            <a:chExt cx="3774187" cy="7473233"/>
          </a:xfrm>
        </p:grpSpPr>
        <p:cxnSp>
          <p:nvCxnSpPr>
            <p:cNvPr id="393" name="Google Shape;393;p5"/>
            <p:cNvCxnSpPr/>
            <p:nvPr/>
          </p:nvCxnSpPr>
          <p:spPr>
            <a:xfrm flipH="1" rot="10800000">
              <a:off x="1429731" y="3805066"/>
              <a:ext cx="2315269" cy="283153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94" name="Google Shape;394;p5"/>
            <p:cNvCxnSpPr/>
            <p:nvPr/>
          </p:nvCxnSpPr>
          <p:spPr>
            <a:xfrm flipH="1" rot="10800000">
              <a:off x="1099228" y="3784876"/>
              <a:ext cx="2671469" cy="254489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95" name="Google Shape;395;p5"/>
            <p:cNvCxnSpPr/>
            <p:nvPr/>
          </p:nvCxnSpPr>
          <p:spPr>
            <a:xfrm flipH="1" rot="10800000">
              <a:off x="807960" y="3846209"/>
              <a:ext cx="2914282" cy="21745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96" name="Google Shape;396;p5"/>
            <p:cNvCxnSpPr/>
            <p:nvPr/>
          </p:nvCxnSpPr>
          <p:spPr>
            <a:xfrm flipH="1" rot="10800000">
              <a:off x="502893" y="3842059"/>
              <a:ext cx="3245019" cy="168757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97" name="Google Shape;397;p5"/>
            <p:cNvCxnSpPr/>
            <p:nvPr/>
          </p:nvCxnSpPr>
          <p:spPr>
            <a:xfrm flipH="1" rot="10800000">
              <a:off x="317869" y="3819355"/>
              <a:ext cx="3456317" cy="128212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98" name="Google Shape;398;p5"/>
            <p:cNvCxnSpPr/>
            <p:nvPr/>
          </p:nvCxnSpPr>
          <p:spPr>
            <a:xfrm flipH="1" rot="10800000">
              <a:off x="171648" y="3790609"/>
              <a:ext cx="3536034" cy="8474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399" name="Google Shape;399;p5"/>
            <p:cNvCxnSpPr/>
            <p:nvPr/>
          </p:nvCxnSpPr>
          <p:spPr>
            <a:xfrm flipH="1" rot="10800000">
              <a:off x="52379" y="3792149"/>
              <a:ext cx="3638048" cy="37769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00" name="Google Shape;400;p5"/>
            <p:cNvCxnSpPr/>
            <p:nvPr/>
          </p:nvCxnSpPr>
          <p:spPr>
            <a:xfrm>
              <a:off x="-1" y="3672607"/>
              <a:ext cx="3685654" cy="770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01" name="Google Shape;401;p5"/>
            <p:cNvCxnSpPr/>
            <p:nvPr/>
          </p:nvCxnSpPr>
          <p:spPr>
            <a:xfrm>
              <a:off x="82428" y="3238187"/>
              <a:ext cx="3596998" cy="51088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02" name="Google Shape;402;p5"/>
            <p:cNvCxnSpPr/>
            <p:nvPr/>
          </p:nvCxnSpPr>
          <p:spPr>
            <a:xfrm>
              <a:off x="170016" y="2702988"/>
              <a:ext cx="3491672" cy="10891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03" name="Google Shape;403;p5"/>
            <p:cNvCxnSpPr/>
            <p:nvPr/>
          </p:nvCxnSpPr>
          <p:spPr>
            <a:xfrm>
              <a:off x="291874" y="2246572"/>
              <a:ext cx="3355903" cy="152574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04" name="Google Shape;404;p5"/>
            <p:cNvCxnSpPr/>
            <p:nvPr/>
          </p:nvCxnSpPr>
          <p:spPr>
            <a:xfrm>
              <a:off x="570641" y="1901247"/>
              <a:ext cx="3103174" cy="18893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05" name="Google Shape;405;p5"/>
            <p:cNvCxnSpPr/>
            <p:nvPr/>
          </p:nvCxnSpPr>
          <p:spPr>
            <a:xfrm>
              <a:off x="871562" y="1445409"/>
              <a:ext cx="2831533" cy="231527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06" name="Google Shape;406;p5"/>
            <p:cNvCxnSpPr/>
            <p:nvPr/>
          </p:nvCxnSpPr>
          <p:spPr>
            <a:xfrm>
              <a:off x="1178038" y="1112738"/>
              <a:ext cx="2542433" cy="26694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07" name="Google Shape;407;p5"/>
            <p:cNvCxnSpPr/>
            <p:nvPr/>
          </p:nvCxnSpPr>
          <p:spPr>
            <a:xfrm>
              <a:off x="1503254" y="779188"/>
              <a:ext cx="2174572" cy="291428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08" name="Google Shape;408;p5"/>
            <p:cNvCxnSpPr/>
            <p:nvPr/>
          </p:nvCxnSpPr>
          <p:spPr>
            <a:xfrm>
              <a:off x="1965097" y="420325"/>
              <a:ext cx="1689038" cy="324783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09" name="Google Shape;409;p5"/>
            <p:cNvCxnSpPr/>
            <p:nvPr/>
          </p:nvCxnSpPr>
          <p:spPr>
            <a:xfrm>
              <a:off x="2378102" y="279571"/>
              <a:ext cx="1282128" cy="345631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10" name="Google Shape;410;p5"/>
            <p:cNvCxnSpPr/>
            <p:nvPr/>
          </p:nvCxnSpPr>
          <p:spPr>
            <a:xfrm>
              <a:off x="2771630" y="0"/>
              <a:ext cx="847496" cy="353603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11" name="Google Shape;411;p5"/>
            <p:cNvCxnSpPr/>
            <p:nvPr/>
          </p:nvCxnSpPr>
          <p:spPr>
            <a:xfrm flipH="1" rot="10800000">
              <a:off x="3618828" y="3787577"/>
              <a:ext cx="77025" cy="3685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12" name="Google Shape;412;p5"/>
            <p:cNvCxnSpPr/>
            <p:nvPr/>
          </p:nvCxnSpPr>
          <p:spPr>
            <a:xfrm flipH="1" rot="10800000">
              <a:off x="3152821" y="3733490"/>
              <a:ext cx="510558" cy="360015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13" name="Google Shape;413;p5"/>
            <p:cNvCxnSpPr/>
            <p:nvPr/>
          </p:nvCxnSpPr>
          <p:spPr>
            <a:xfrm flipH="1" rot="10800000">
              <a:off x="2642859" y="3770268"/>
              <a:ext cx="1089164" cy="349167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14" name="Google Shape;414;p5"/>
            <p:cNvCxnSpPr/>
            <p:nvPr/>
          </p:nvCxnSpPr>
          <p:spPr>
            <a:xfrm flipH="1" rot="10800000">
              <a:off x="2208672" y="3803228"/>
              <a:ext cx="1525740" cy="335590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415" name="Google Shape;415;p5"/>
          <p:cNvGrpSpPr/>
          <p:nvPr/>
        </p:nvGrpSpPr>
        <p:grpSpPr>
          <a:xfrm>
            <a:off x="14375071" y="1795918"/>
            <a:ext cx="3774186" cy="7473235"/>
            <a:chOff x="-1" y="-1"/>
            <a:chExt cx="3774185" cy="7473234"/>
          </a:xfrm>
        </p:grpSpPr>
        <p:cxnSp>
          <p:nvCxnSpPr>
            <p:cNvPr id="416" name="Google Shape;416;p5"/>
            <p:cNvCxnSpPr/>
            <p:nvPr/>
          </p:nvCxnSpPr>
          <p:spPr>
            <a:xfrm flipH="1" rot="10800000">
              <a:off x="1429730" y="3805064"/>
              <a:ext cx="2315269" cy="283153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17" name="Google Shape;417;p5"/>
            <p:cNvCxnSpPr/>
            <p:nvPr/>
          </p:nvCxnSpPr>
          <p:spPr>
            <a:xfrm flipH="1" rot="10800000">
              <a:off x="1099229" y="3784873"/>
              <a:ext cx="2671470" cy="254489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18" name="Google Shape;418;p5"/>
            <p:cNvCxnSpPr/>
            <p:nvPr/>
          </p:nvCxnSpPr>
          <p:spPr>
            <a:xfrm flipH="1" rot="10800000">
              <a:off x="807959" y="3846209"/>
              <a:ext cx="2914283" cy="217457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19" name="Google Shape;419;p5"/>
            <p:cNvCxnSpPr/>
            <p:nvPr/>
          </p:nvCxnSpPr>
          <p:spPr>
            <a:xfrm flipH="1" rot="10800000">
              <a:off x="502892" y="3842058"/>
              <a:ext cx="3245018" cy="168757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20" name="Google Shape;420;p5"/>
            <p:cNvCxnSpPr/>
            <p:nvPr/>
          </p:nvCxnSpPr>
          <p:spPr>
            <a:xfrm flipH="1" rot="10800000">
              <a:off x="317867" y="3819356"/>
              <a:ext cx="3456317" cy="128212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21" name="Google Shape;421;p5"/>
            <p:cNvCxnSpPr/>
            <p:nvPr/>
          </p:nvCxnSpPr>
          <p:spPr>
            <a:xfrm flipH="1" rot="10800000">
              <a:off x="171647" y="3790607"/>
              <a:ext cx="3536034" cy="8474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22" name="Google Shape;422;p5"/>
            <p:cNvCxnSpPr/>
            <p:nvPr/>
          </p:nvCxnSpPr>
          <p:spPr>
            <a:xfrm flipH="1" rot="10800000">
              <a:off x="52378" y="3792147"/>
              <a:ext cx="3638047" cy="37769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23" name="Google Shape;423;p5"/>
            <p:cNvCxnSpPr/>
            <p:nvPr/>
          </p:nvCxnSpPr>
          <p:spPr>
            <a:xfrm>
              <a:off x="-1" y="3672604"/>
              <a:ext cx="3685654" cy="770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24" name="Google Shape;424;p5"/>
            <p:cNvCxnSpPr/>
            <p:nvPr/>
          </p:nvCxnSpPr>
          <p:spPr>
            <a:xfrm>
              <a:off x="82428" y="3238187"/>
              <a:ext cx="3596998" cy="51088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25" name="Google Shape;425;p5"/>
            <p:cNvCxnSpPr/>
            <p:nvPr/>
          </p:nvCxnSpPr>
          <p:spPr>
            <a:xfrm>
              <a:off x="170017" y="2702986"/>
              <a:ext cx="3491670" cy="108916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26" name="Google Shape;426;p5"/>
            <p:cNvCxnSpPr/>
            <p:nvPr/>
          </p:nvCxnSpPr>
          <p:spPr>
            <a:xfrm>
              <a:off x="291874" y="2246573"/>
              <a:ext cx="3355904" cy="152574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27" name="Google Shape;427;p5"/>
            <p:cNvCxnSpPr/>
            <p:nvPr/>
          </p:nvCxnSpPr>
          <p:spPr>
            <a:xfrm>
              <a:off x="570640" y="1901248"/>
              <a:ext cx="3103175" cy="18893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28" name="Google Shape;428;p5"/>
            <p:cNvCxnSpPr/>
            <p:nvPr/>
          </p:nvCxnSpPr>
          <p:spPr>
            <a:xfrm>
              <a:off x="871559" y="1445409"/>
              <a:ext cx="2831535" cy="23152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29" name="Google Shape;429;p5"/>
            <p:cNvCxnSpPr/>
            <p:nvPr/>
          </p:nvCxnSpPr>
          <p:spPr>
            <a:xfrm>
              <a:off x="1178036" y="1112736"/>
              <a:ext cx="2542432" cy="26694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30" name="Google Shape;430;p5"/>
            <p:cNvCxnSpPr/>
            <p:nvPr/>
          </p:nvCxnSpPr>
          <p:spPr>
            <a:xfrm>
              <a:off x="1503253" y="779189"/>
              <a:ext cx="2174572" cy="291428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31" name="Google Shape;431;p5"/>
            <p:cNvCxnSpPr/>
            <p:nvPr/>
          </p:nvCxnSpPr>
          <p:spPr>
            <a:xfrm>
              <a:off x="1965094" y="420325"/>
              <a:ext cx="1689038" cy="324783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32" name="Google Shape;432;p5"/>
            <p:cNvCxnSpPr/>
            <p:nvPr/>
          </p:nvCxnSpPr>
          <p:spPr>
            <a:xfrm>
              <a:off x="2378101" y="279570"/>
              <a:ext cx="1282128" cy="345631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33" name="Google Shape;433;p5"/>
            <p:cNvCxnSpPr/>
            <p:nvPr/>
          </p:nvCxnSpPr>
          <p:spPr>
            <a:xfrm>
              <a:off x="2771632" y="-1"/>
              <a:ext cx="847496" cy="353603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34" name="Google Shape;434;p5"/>
            <p:cNvCxnSpPr/>
            <p:nvPr/>
          </p:nvCxnSpPr>
          <p:spPr>
            <a:xfrm flipH="1" rot="10800000">
              <a:off x="3618828" y="3787577"/>
              <a:ext cx="77025" cy="3685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35" name="Google Shape;435;p5"/>
            <p:cNvCxnSpPr/>
            <p:nvPr/>
          </p:nvCxnSpPr>
          <p:spPr>
            <a:xfrm flipH="1" rot="10800000">
              <a:off x="3152822" y="3733490"/>
              <a:ext cx="510559" cy="36001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36" name="Google Shape;436;p5"/>
            <p:cNvCxnSpPr/>
            <p:nvPr/>
          </p:nvCxnSpPr>
          <p:spPr>
            <a:xfrm flipH="1" rot="10800000">
              <a:off x="2642858" y="3770269"/>
              <a:ext cx="1089164" cy="349167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37" name="Google Shape;437;p5"/>
            <p:cNvCxnSpPr/>
            <p:nvPr/>
          </p:nvCxnSpPr>
          <p:spPr>
            <a:xfrm flipH="1" rot="10800000">
              <a:off x="2208671" y="3803226"/>
              <a:ext cx="1525741" cy="335590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438" name="Google Shape;438;p5"/>
          <p:cNvGrpSpPr/>
          <p:nvPr/>
        </p:nvGrpSpPr>
        <p:grpSpPr>
          <a:xfrm>
            <a:off x="9036050" y="1329193"/>
            <a:ext cx="9109077" cy="7722735"/>
            <a:chOff x="0" y="-1"/>
            <a:chExt cx="9109075" cy="7722733"/>
          </a:xfrm>
        </p:grpSpPr>
        <p:cxnSp>
          <p:nvCxnSpPr>
            <p:cNvPr id="439" name="Google Shape;439;p5"/>
            <p:cNvCxnSpPr/>
            <p:nvPr/>
          </p:nvCxnSpPr>
          <p:spPr>
            <a:xfrm flipH="1" rot="10800000">
              <a:off x="6765580" y="3805065"/>
              <a:ext cx="2315267" cy="28315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40" name="Google Shape;440;p5"/>
            <p:cNvCxnSpPr/>
            <p:nvPr/>
          </p:nvCxnSpPr>
          <p:spPr>
            <a:xfrm flipH="1" rot="10800000">
              <a:off x="5041898" y="3788907"/>
              <a:ext cx="4064001" cy="39338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41" name="Google Shape;441;p5"/>
            <p:cNvCxnSpPr/>
            <p:nvPr/>
          </p:nvCxnSpPr>
          <p:spPr>
            <a:xfrm flipH="1" rot="10800000">
              <a:off x="3819524" y="3846056"/>
              <a:ext cx="5235575" cy="38385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42" name="Google Shape;442;p5"/>
            <p:cNvCxnSpPr/>
            <p:nvPr/>
          </p:nvCxnSpPr>
          <p:spPr>
            <a:xfrm flipH="1" rot="10800000">
              <a:off x="2755898" y="3846055"/>
              <a:ext cx="6330951" cy="33750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43" name="Google Shape;443;p5"/>
            <p:cNvCxnSpPr/>
            <p:nvPr/>
          </p:nvCxnSpPr>
          <p:spPr>
            <a:xfrm flipH="1" rot="10800000">
              <a:off x="1879598" y="3823831"/>
              <a:ext cx="7229477" cy="26384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44" name="Google Shape;444;p5"/>
            <p:cNvCxnSpPr/>
            <p:nvPr/>
          </p:nvCxnSpPr>
          <p:spPr>
            <a:xfrm flipH="1" rot="10800000">
              <a:off x="0" y="3792081"/>
              <a:ext cx="9042400" cy="20701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45" name="Google Shape;445;p5"/>
            <p:cNvCxnSpPr/>
            <p:nvPr/>
          </p:nvCxnSpPr>
          <p:spPr>
            <a:xfrm flipH="1" rot="10800000">
              <a:off x="1628775" y="3795256"/>
              <a:ext cx="7397750" cy="6889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46" name="Google Shape;446;p5"/>
            <p:cNvCxnSpPr/>
            <p:nvPr/>
          </p:nvCxnSpPr>
          <p:spPr>
            <a:xfrm>
              <a:off x="5335848" y="3675780"/>
              <a:ext cx="3685654" cy="770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47" name="Google Shape;447;p5"/>
            <p:cNvCxnSpPr/>
            <p:nvPr/>
          </p:nvCxnSpPr>
          <p:spPr>
            <a:xfrm>
              <a:off x="1552575" y="2703055"/>
              <a:ext cx="7464422" cy="104775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48" name="Google Shape;448;p5"/>
            <p:cNvCxnSpPr/>
            <p:nvPr/>
          </p:nvCxnSpPr>
          <p:spPr>
            <a:xfrm>
              <a:off x="2054223" y="1677531"/>
              <a:ext cx="6943725" cy="21209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49" name="Google Shape;449;p5"/>
            <p:cNvCxnSpPr/>
            <p:nvPr/>
          </p:nvCxnSpPr>
          <p:spPr>
            <a:xfrm>
              <a:off x="5627722" y="2249748"/>
              <a:ext cx="3355904" cy="152574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50" name="Google Shape;450;p5"/>
            <p:cNvCxnSpPr/>
            <p:nvPr/>
          </p:nvCxnSpPr>
          <p:spPr>
            <a:xfrm>
              <a:off x="5906488" y="1901245"/>
              <a:ext cx="3103175" cy="188937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51" name="Google Shape;451;p5"/>
            <p:cNvCxnSpPr/>
            <p:nvPr/>
          </p:nvCxnSpPr>
          <p:spPr>
            <a:xfrm>
              <a:off x="6213759" y="1445409"/>
              <a:ext cx="2831534" cy="23152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52" name="Google Shape;452;p5"/>
            <p:cNvCxnSpPr/>
            <p:nvPr/>
          </p:nvCxnSpPr>
          <p:spPr>
            <a:xfrm>
              <a:off x="6511066" y="1114909"/>
              <a:ext cx="2544891" cy="267146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53" name="Google Shape;453;p5"/>
            <p:cNvCxnSpPr/>
            <p:nvPr/>
          </p:nvCxnSpPr>
          <p:spPr>
            <a:xfrm>
              <a:off x="6839104" y="782365"/>
              <a:ext cx="2174567" cy="291428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54" name="Google Shape;454;p5"/>
            <p:cNvCxnSpPr/>
            <p:nvPr/>
          </p:nvCxnSpPr>
          <p:spPr>
            <a:xfrm>
              <a:off x="7300943" y="423501"/>
              <a:ext cx="1689040" cy="32478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55" name="Google Shape;455;p5"/>
            <p:cNvCxnSpPr/>
            <p:nvPr/>
          </p:nvCxnSpPr>
          <p:spPr>
            <a:xfrm>
              <a:off x="7713950" y="282746"/>
              <a:ext cx="1282130" cy="34563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56" name="Google Shape;456;p5"/>
            <p:cNvCxnSpPr/>
            <p:nvPr/>
          </p:nvCxnSpPr>
          <p:spPr>
            <a:xfrm>
              <a:off x="8110654" y="-1"/>
              <a:ext cx="847494" cy="353603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57" name="Google Shape;457;p5"/>
            <p:cNvCxnSpPr/>
            <p:nvPr/>
          </p:nvCxnSpPr>
          <p:spPr>
            <a:xfrm flipH="1" rot="10800000">
              <a:off x="8954673" y="3790755"/>
              <a:ext cx="77026" cy="368565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58" name="Google Shape;458;p5"/>
            <p:cNvCxnSpPr/>
            <p:nvPr/>
          </p:nvCxnSpPr>
          <p:spPr>
            <a:xfrm flipH="1" rot="10800000">
              <a:off x="8491845" y="3736665"/>
              <a:ext cx="510561" cy="36001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59" name="Google Shape;459;p5"/>
            <p:cNvCxnSpPr/>
            <p:nvPr/>
          </p:nvCxnSpPr>
          <p:spPr>
            <a:xfrm flipH="1" rot="10800000">
              <a:off x="7981410" y="3770341"/>
              <a:ext cx="1090104" cy="349470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60" name="Google Shape;460;p5"/>
            <p:cNvCxnSpPr/>
            <p:nvPr/>
          </p:nvCxnSpPr>
          <p:spPr>
            <a:xfrm flipH="1" rot="10800000">
              <a:off x="7544517" y="3806403"/>
              <a:ext cx="1525740" cy="335590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461" name="Google Shape;461;p5"/>
          <p:cNvGrpSpPr/>
          <p:nvPr/>
        </p:nvGrpSpPr>
        <p:grpSpPr>
          <a:xfrm>
            <a:off x="10410192" y="5137149"/>
            <a:ext cx="5201286" cy="5440577"/>
            <a:chOff x="0" y="0"/>
            <a:chExt cx="5201285" cy="5440575"/>
          </a:xfrm>
        </p:grpSpPr>
        <p:cxnSp>
          <p:nvCxnSpPr>
            <p:cNvPr id="462" name="Google Shape;462;p5"/>
            <p:cNvCxnSpPr/>
            <p:nvPr/>
          </p:nvCxnSpPr>
          <p:spPr>
            <a:xfrm flipH="1">
              <a:off x="87897" y="763930"/>
              <a:ext cx="2146400" cy="296159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63" name="Google Shape;463;p5"/>
            <p:cNvCxnSpPr/>
            <p:nvPr/>
          </p:nvCxnSpPr>
          <p:spPr>
            <a:xfrm flipH="1">
              <a:off x="61430" y="1050321"/>
              <a:ext cx="2516834" cy="269361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64" name="Google Shape;464;p5"/>
            <p:cNvCxnSpPr/>
            <p:nvPr/>
          </p:nvCxnSpPr>
          <p:spPr>
            <a:xfrm flipH="1">
              <a:off x="108586" y="0"/>
              <a:ext cx="4562474" cy="36829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65" name="Google Shape;465;p5"/>
            <p:cNvCxnSpPr/>
            <p:nvPr/>
          </p:nvCxnSpPr>
          <p:spPr>
            <a:xfrm flipH="1">
              <a:off x="83185" y="1085850"/>
              <a:ext cx="4457700" cy="25971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66" name="Google Shape;466;p5"/>
            <p:cNvCxnSpPr/>
            <p:nvPr/>
          </p:nvCxnSpPr>
          <p:spPr>
            <a:xfrm flipH="1">
              <a:off x="57786" y="1958976"/>
              <a:ext cx="4092573" cy="174942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67" name="Google Shape;467;p5"/>
            <p:cNvCxnSpPr/>
            <p:nvPr/>
          </p:nvCxnSpPr>
          <p:spPr>
            <a:xfrm flipH="1">
              <a:off x="124458" y="2209800"/>
              <a:ext cx="5070477" cy="15271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68" name="Google Shape;468;p5"/>
            <p:cNvCxnSpPr/>
            <p:nvPr/>
          </p:nvCxnSpPr>
          <p:spPr>
            <a:xfrm flipH="1">
              <a:off x="146684" y="2927351"/>
              <a:ext cx="5054601" cy="8032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69" name="Google Shape;469;p5"/>
            <p:cNvCxnSpPr/>
            <p:nvPr/>
          </p:nvCxnSpPr>
          <p:spPr>
            <a:xfrm flipH="1">
              <a:off x="152593" y="3634742"/>
              <a:ext cx="3683884" cy="1377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70" name="Google Shape;470;p5"/>
            <p:cNvCxnSpPr/>
            <p:nvPr/>
          </p:nvCxnSpPr>
          <p:spPr>
            <a:xfrm rot="10800000">
              <a:off x="159066" y="3777206"/>
              <a:ext cx="3620136" cy="2973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71" name="Google Shape;471;p5"/>
            <p:cNvCxnSpPr/>
            <p:nvPr/>
          </p:nvCxnSpPr>
          <p:spPr>
            <a:xfrm rot="10800000">
              <a:off x="172314" y="3728405"/>
              <a:ext cx="3549188" cy="88392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72" name="Google Shape;472;p5"/>
            <p:cNvCxnSpPr/>
            <p:nvPr/>
          </p:nvCxnSpPr>
          <p:spPr>
            <a:xfrm rot="10800000">
              <a:off x="189267" y="3747830"/>
              <a:ext cx="3439083" cy="13276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73" name="Google Shape;473;p5"/>
            <p:cNvCxnSpPr/>
            <p:nvPr/>
          </p:nvCxnSpPr>
          <p:spPr>
            <a:xfrm rot="10800000">
              <a:off x="161953" y="3735177"/>
              <a:ext cx="3207962" cy="17053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74" name="Google Shape;474;p5"/>
            <p:cNvCxnSpPr/>
            <p:nvPr/>
          </p:nvCxnSpPr>
          <p:spPr>
            <a:xfrm rot="10800000">
              <a:off x="133986" y="3765551"/>
              <a:ext cx="1060449" cy="79375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75" name="Google Shape;475;p5"/>
            <p:cNvCxnSpPr/>
            <p:nvPr/>
          </p:nvCxnSpPr>
          <p:spPr>
            <a:xfrm rot="10800000">
              <a:off x="114937" y="3743326"/>
              <a:ext cx="1533523" cy="13557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76" name="Google Shape;476;p5"/>
            <p:cNvCxnSpPr/>
            <p:nvPr/>
          </p:nvCxnSpPr>
          <p:spPr>
            <a:xfrm rot="10800000">
              <a:off x="165735" y="3829053"/>
              <a:ext cx="1041399" cy="128905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77" name="Google Shape;477;p5"/>
            <p:cNvCxnSpPr/>
            <p:nvPr/>
          </p:nvCxnSpPr>
          <p:spPr>
            <a:xfrm rot="10800000">
              <a:off x="184785" y="3854451"/>
              <a:ext cx="358775" cy="6826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78" name="Google Shape;478;p5"/>
            <p:cNvCxnSpPr/>
            <p:nvPr/>
          </p:nvCxnSpPr>
          <p:spPr>
            <a:xfrm rot="10800000">
              <a:off x="175258" y="3790952"/>
              <a:ext cx="688977" cy="13461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79" name="Google Shape;479;p5"/>
            <p:cNvCxnSpPr/>
            <p:nvPr/>
          </p:nvCxnSpPr>
          <p:spPr>
            <a:xfrm flipH="1" rot="10800000">
              <a:off x="165734" y="3984627"/>
              <a:ext cx="63501" cy="5715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80" name="Google Shape;480;p5"/>
            <p:cNvCxnSpPr/>
            <p:nvPr/>
          </p:nvCxnSpPr>
          <p:spPr>
            <a:xfrm>
              <a:off x="0" y="56709"/>
              <a:ext cx="137795" cy="368388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81" name="Google Shape;481;p5"/>
            <p:cNvCxnSpPr/>
            <p:nvPr/>
          </p:nvCxnSpPr>
          <p:spPr>
            <a:xfrm flipH="1">
              <a:off x="174236" y="164526"/>
              <a:ext cx="300497" cy="3620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82" name="Google Shape;482;p5"/>
            <p:cNvCxnSpPr/>
            <p:nvPr/>
          </p:nvCxnSpPr>
          <p:spPr>
            <a:xfrm flipH="1">
              <a:off x="100395" y="209734"/>
              <a:ext cx="883157" cy="354610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83" name="Google Shape;483;p5"/>
            <p:cNvCxnSpPr/>
            <p:nvPr/>
          </p:nvCxnSpPr>
          <p:spPr>
            <a:xfrm flipH="1">
              <a:off x="97212" y="287059"/>
              <a:ext cx="1327670" cy="34390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sp>
        <p:nvSpPr>
          <p:cNvPr id="484" name="Google Shape;484;p5"/>
          <p:cNvSpPr/>
          <p:nvPr/>
        </p:nvSpPr>
        <p:spPr>
          <a:xfrm>
            <a:off x="10998199" y="7969250"/>
            <a:ext cx="212725" cy="292101"/>
          </a:xfrm>
          <a:prstGeom prst="ellipse">
            <a:avLst/>
          </a:prstGeom>
          <a:solidFill>
            <a:srgbClr val="000000"/>
          </a:solidFill>
          <a:ln cap="flat" cmpd="sng" w="12700">
            <a:solidFill>
              <a:srgbClr val="4A7EBB"/>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Light"/>
              <a:buNone/>
            </a:pPr>
            <a:r>
              <a:t/>
            </a:r>
            <a:endParaRPr b="0" i="0" sz="3600" u="none" cap="none" strike="noStrike">
              <a:solidFill>
                <a:srgbClr val="FFFFFF"/>
              </a:solidFill>
              <a:latin typeface="Helvetica Neue Light"/>
              <a:ea typeface="Helvetica Neue Light"/>
              <a:cs typeface="Helvetica Neue Light"/>
              <a:sym typeface="Helvetica Neue Light"/>
            </a:endParaRPr>
          </a:p>
        </p:txBody>
      </p:sp>
      <p:pic>
        <p:nvPicPr>
          <p:cNvPr descr="Image" id="485" name="Google Shape;485;p5"/>
          <p:cNvPicPr preferRelativeResize="0"/>
          <p:nvPr/>
        </p:nvPicPr>
        <p:blipFill rotWithShape="1">
          <a:blip r:embed="rId3">
            <a:alphaModFix/>
          </a:blip>
          <a:srcRect b="0" l="0" r="0" t="0"/>
          <a:stretch/>
        </p:blipFill>
        <p:spPr>
          <a:xfrm>
            <a:off x="10623795" y="7877435"/>
            <a:ext cx="1748988" cy="2286001"/>
          </a:xfrm>
          <a:prstGeom prst="rect">
            <a:avLst/>
          </a:prstGeom>
          <a:noFill/>
          <a:ln>
            <a:noFill/>
          </a:ln>
        </p:spPr>
      </p:pic>
      <p:sp>
        <p:nvSpPr>
          <p:cNvPr id="486" name="Google Shape;486;p5"/>
          <p:cNvSpPr txBox="1"/>
          <p:nvPr>
            <p:ph idx="12" type="sldNum"/>
          </p:nvPr>
        </p:nvSpPr>
        <p:spPr>
          <a:xfrm>
            <a:off x="20056551" y="12806655"/>
            <a:ext cx="365049" cy="54234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98989"/>
              </a:buClr>
              <a:buSzPts val="2400"/>
              <a:buFont typeface="Helvetica Neue Light"/>
              <a:buNone/>
            </a:pPr>
            <a:fld id="{00000000-1234-1234-1234-123412341234}" type="slidenum">
              <a:rPr lang="en-US">
                <a:solidFill>
                  <a:srgbClr val="898989"/>
                </a:solidFill>
              </a:rPr>
              <a:t>‹#›</a:t>
            </a:fld>
            <a:endParaRPr/>
          </a:p>
        </p:txBody>
      </p:sp>
      <p:sp>
        <p:nvSpPr>
          <p:cNvPr id="487" name="Google Shape;487;p5"/>
          <p:cNvSpPr txBox="1"/>
          <p:nvPr/>
        </p:nvSpPr>
        <p:spPr>
          <a:xfrm>
            <a:off x="19470192" y="13111189"/>
            <a:ext cx="4696816" cy="49842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600"/>
              <a:buFont typeface="Helvetica Neue Light"/>
              <a:buNone/>
            </a:pPr>
            <a:r>
              <a:rPr b="0" i="0" lang="en-US" sz="26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
        <p:nvSpPr>
          <p:cNvPr id="488" name="Google Shape;488;p5"/>
          <p:cNvSpPr txBox="1"/>
          <p:nvPr/>
        </p:nvSpPr>
        <p:spPr>
          <a:xfrm>
            <a:off x="4089400" y="5715000"/>
            <a:ext cx="16459200" cy="2286000"/>
          </a:xfrm>
          <a:prstGeom prst="rect">
            <a:avLst/>
          </a:prstGeom>
          <a:solidFill>
            <a:srgbClr val="FFFFFF"/>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7215"/>
              <a:buFont typeface="Helvetica Neue Light"/>
              <a:buNone/>
            </a:pPr>
            <a:r>
              <a:rPr b="0" i="0" lang="en-US" sz="7215" u="none" cap="none" strike="noStrike">
                <a:solidFill>
                  <a:srgbClr val="000000"/>
                </a:solidFill>
                <a:latin typeface="Helvetica Neue Light"/>
                <a:ea typeface="Helvetica Neue Light"/>
                <a:cs typeface="Helvetica Neue Light"/>
                <a:sym typeface="Helvetica Neue Light"/>
              </a:rPr>
              <a:t>What information does this light provide?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
          <p:cNvSpPr txBox="1"/>
          <p:nvPr>
            <p:ph type="title"/>
          </p:nvPr>
        </p:nvSpPr>
        <p:spPr>
          <a:xfrm>
            <a:off x="3962400" y="-381000"/>
            <a:ext cx="164592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Light"/>
              <a:buNone/>
            </a:pPr>
            <a:r>
              <a:rPr lang="en-US" sz="8800">
                <a:latin typeface="Helvetica Neue Light"/>
                <a:ea typeface="Helvetica Neue Light"/>
                <a:cs typeface="Helvetica Neue Light"/>
                <a:sym typeface="Helvetica Neue Light"/>
              </a:rPr>
              <a:t>The Plenoptic Function</a:t>
            </a:r>
            <a:endParaRPr/>
          </a:p>
        </p:txBody>
      </p:sp>
      <p:grpSp>
        <p:nvGrpSpPr>
          <p:cNvPr id="494" name="Google Shape;494;p8"/>
          <p:cNvGrpSpPr/>
          <p:nvPr/>
        </p:nvGrpSpPr>
        <p:grpSpPr>
          <a:xfrm>
            <a:off x="4610098" y="1631231"/>
            <a:ext cx="3657603" cy="3728169"/>
            <a:chOff x="-1" y="-1"/>
            <a:chExt cx="3657602" cy="3728168"/>
          </a:xfrm>
        </p:grpSpPr>
        <p:grpSp>
          <p:nvGrpSpPr>
            <p:cNvPr id="495" name="Google Shape;495;p8"/>
            <p:cNvGrpSpPr/>
            <p:nvPr/>
          </p:nvGrpSpPr>
          <p:grpSpPr>
            <a:xfrm>
              <a:off x="514283" y="-1"/>
              <a:ext cx="2575067" cy="3630913"/>
              <a:chOff x="0" y="-1"/>
              <a:chExt cx="2575065" cy="3630912"/>
            </a:xfrm>
          </p:grpSpPr>
          <p:cxnSp>
            <p:nvCxnSpPr>
              <p:cNvPr id="496" name="Google Shape;496;p8"/>
              <p:cNvCxnSpPr/>
              <p:nvPr/>
            </p:nvCxnSpPr>
            <p:spPr>
              <a:xfrm>
                <a:off x="0" y="565686"/>
                <a:ext cx="2575065" cy="259751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97" name="Google Shape;497;p8"/>
              <p:cNvCxnSpPr/>
              <p:nvPr/>
            </p:nvCxnSpPr>
            <p:spPr>
              <a:xfrm>
                <a:off x="164919" y="403485"/>
                <a:ext cx="2248402" cy="292191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498" name="Google Shape;498;p8"/>
              <p:cNvCxnSpPr/>
              <p:nvPr/>
            </p:nvCxnSpPr>
            <p:spPr>
              <a:xfrm>
                <a:off x="349943" y="25914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499" name="Google Shape;499;p8"/>
              <p:cNvGrpSpPr/>
              <p:nvPr/>
            </p:nvGrpSpPr>
            <p:grpSpPr>
              <a:xfrm>
                <a:off x="610924" y="-1"/>
                <a:ext cx="1340517" cy="3630912"/>
                <a:chOff x="-1" y="-1"/>
                <a:chExt cx="1340515" cy="3630911"/>
              </a:xfrm>
            </p:grpSpPr>
            <p:cxnSp>
              <p:nvCxnSpPr>
                <p:cNvPr id="500" name="Google Shape;500;p8"/>
                <p:cNvCxnSpPr/>
                <p:nvPr/>
              </p:nvCxnSpPr>
              <p:spPr>
                <a:xfrm>
                  <a:off x="-1" y="143843"/>
                  <a:ext cx="1340515" cy="34030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01" name="Google Shape;501;p8"/>
                <p:cNvCxnSpPr/>
                <p:nvPr/>
              </p:nvCxnSpPr>
              <p:spPr>
                <a:xfrm>
                  <a:off x="209445" y="59878"/>
                  <a:ext cx="915270" cy="357103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02" name="Google Shape;502;p8"/>
                <p:cNvCxnSpPr/>
                <p:nvPr/>
              </p:nvCxnSpPr>
              <p:spPr>
                <a:xfrm>
                  <a:off x="440842" y="-1"/>
                  <a:ext cx="474701" cy="36050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grpSp>
          <p:nvGrpSpPr>
            <p:cNvPr id="503" name="Google Shape;503;p8"/>
            <p:cNvGrpSpPr/>
            <p:nvPr/>
          </p:nvGrpSpPr>
          <p:grpSpPr>
            <a:xfrm>
              <a:off x="5185" y="70566"/>
              <a:ext cx="3627737" cy="3657601"/>
              <a:chOff x="0" y="-1"/>
              <a:chExt cx="3627735" cy="3657600"/>
            </a:xfrm>
          </p:grpSpPr>
          <p:cxnSp>
            <p:nvCxnSpPr>
              <p:cNvPr id="504" name="Google Shape;504;p8"/>
              <p:cNvCxnSpPr/>
              <p:nvPr/>
            </p:nvCxnSpPr>
            <p:spPr>
              <a:xfrm flipH="1">
                <a:off x="1756944" y="-1"/>
                <a:ext cx="3173"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05" name="Google Shape;505;p8"/>
              <p:cNvCxnSpPr/>
              <p:nvPr/>
            </p:nvCxnSpPr>
            <p:spPr>
              <a:xfrm flipH="1">
                <a:off x="1528342" y="0"/>
                <a:ext cx="460374" cy="36575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06" name="Google Shape;506;p8"/>
              <p:cNvCxnSpPr/>
              <p:nvPr/>
            </p:nvCxnSpPr>
            <p:spPr>
              <a:xfrm flipH="1">
                <a:off x="1341017" y="28576"/>
                <a:ext cx="882648" cy="352742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507" name="Google Shape;507;p8"/>
              <p:cNvGrpSpPr/>
              <p:nvPr/>
            </p:nvGrpSpPr>
            <p:grpSpPr>
              <a:xfrm>
                <a:off x="699658" y="133283"/>
                <a:ext cx="2203470" cy="3359287"/>
                <a:chOff x="0" y="-1"/>
                <a:chExt cx="2203469" cy="3359285"/>
              </a:xfrm>
            </p:grpSpPr>
            <p:cxnSp>
              <p:nvCxnSpPr>
                <p:cNvPr id="508" name="Google Shape;508;p8"/>
                <p:cNvCxnSpPr/>
                <p:nvPr/>
              </p:nvCxnSpPr>
              <p:spPr>
                <a:xfrm flipH="1">
                  <a:off x="341816" y="-1"/>
                  <a:ext cx="1446812" cy="335928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09" name="Google Shape;509;p8"/>
                <p:cNvCxnSpPr/>
                <p:nvPr/>
              </p:nvCxnSpPr>
              <p:spPr>
                <a:xfrm flipH="1">
                  <a:off x="128606" y="87067"/>
                  <a:ext cx="1866881" cy="31787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10" name="Google Shape;510;p8"/>
                <p:cNvCxnSpPr/>
                <p:nvPr/>
              </p:nvCxnSpPr>
              <p:spPr>
                <a:xfrm flipH="1">
                  <a:off x="0" y="206406"/>
                  <a:ext cx="2203469" cy="28924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511" name="Google Shape;511;p8"/>
              <p:cNvGrpSpPr/>
              <p:nvPr/>
            </p:nvGrpSpPr>
            <p:grpSpPr>
              <a:xfrm>
                <a:off x="0" y="514279"/>
                <a:ext cx="3627735" cy="2575068"/>
                <a:chOff x="0" y="-1"/>
                <a:chExt cx="3627734" cy="2575066"/>
              </a:xfrm>
            </p:grpSpPr>
            <p:cxnSp>
              <p:nvCxnSpPr>
                <p:cNvPr id="512" name="Google Shape;512;p8"/>
                <p:cNvCxnSpPr/>
                <p:nvPr/>
              </p:nvCxnSpPr>
              <p:spPr>
                <a:xfrm flipH="1">
                  <a:off x="470885" y="-1"/>
                  <a:ext cx="2597514"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13" name="Google Shape;513;p8"/>
                <p:cNvCxnSpPr/>
                <p:nvPr/>
              </p:nvCxnSpPr>
              <p:spPr>
                <a:xfrm flipH="1">
                  <a:off x="308683" y="164920"/>
                  <a:ext cx="2921918" cy="22484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14" name="Google Shape;514;p8"/>
                <p:cNvCxnSpPr/>
                <p:nvPr/>
              </p:nvCxnSpPr>
              <p:spPr>
                <a:xfrm flipH="1">
                  <a:off x="246892" y="349945"/>
                  <a:ext cx="3124871" cy="18592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515" name="Google Shape;515;p8"/>
                <p:cNvGrpSpPr/>
                <p:nvPr/>
              </p:nvGrpSpPr>
              <p:grpSpPr>
                <a:xfrm>
                  <a:off x="0" y="610924"/>
                  <a:ext cx="3627734" cy="1340515"/>
                  <a:chOff x="0" y="-1"/>
                  <a:chExt cx="3627733" cy="1340513"/>
                </a:xfrm>
              </p:grpSpPr>
              <p:cxnSp>
                <p:nvCxnSpPr>
                  <p:cNvPr id="516" name="Google Shape;516;p8"/>
                  <p:cNvCxnSpPr/>
                  <p:nvPr/>
                </p:nvCxnSpPr>
                <p:spPr>
                  <a:xfrm flipH="1">
                    <a:off x="83969" y="-1"/>
                    <a:ext cx="3403097" cy="13405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17" name="Google Shape;517;p8"/>
                  <p:cNvCxnSpPr/>
                  <p:nvPr/>
                </p:nvCxnSpPr>
                <p:spPr>
                  <a:xfrm flipH="1">
                    <a:off x="0" y="209447"/>
                    <a:ext cx="3571031" cy="9152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18" name="Google Shape;518;p8"/>
                  <p:cNvCxnSpPr/>
                  <p:nvPr/>
                </p:nvCxnSpPr>
                <p:spPr>
                  <a:xfrm flipH="1">
                    <a:off x="22674" y="440845"/>
                    <a:ext cx="3605059" cy="47469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grpSp>
        <p:cxnSp>
          <p:nvCxnSpPr>
            <p:cNvPr id="519" name="Google Shape;519;p8"/>
            <p:cNvCxnSpPr/>
            <p:nvPr/>
          </p:nvCxnSpPr>
          <p:spPr>
            <a:xfrm>
              <a:off x="-1" y="1873968"/>
              <a:ext cx="3657602" cy="317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20" name="Google Shape;520;p8"/>
            <p:cNvCxnSpPr/>
            <p:nvPr/>
          </p:nvCxnSpPr>
          <p:spPr>
            <a:xfrm>
              <a:off x="0" y="1645367"/>
              <a:ext cx="3657600"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21" name="Google Shape;521;p8"/>
            <p:cNvCxnSpPr/>
            <p:nvPr/>
          </p:nvCxnSpPr>
          <p:spPr>
            <a:xfrm>
              <a:off x="28575" y="1413594"/>
              <a:ext cx="3527426" cy="8826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22" name="Google Shape;522;p8"/>
            <p:cNvCxnSpPr/>
            <p:nvPr/>
          </p:nvCxnSpPr>
          <p:spPr>
            <a:xfrm>
              <a:off x="133415" y="1145172"/>
              <a:ext cx="3362198" cy="1448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23" name="Google Shape;523;p8"/>
            <p:cNvCxnSpPr/>
            <p:nvPr/>
          </p:nvCxnSpPr>
          <p:spPr>
            <a:xfrm>
              <a:off x="223530" y="935765"/>
              <a:ext cx="3178795" cy="18668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cxnSp>
        <p:nvCxnSpPr>
          <p:cNvPr id="524" name="Google Shape;524;p8"/>
          <p:cNvCxnSpPr/>
          <p:nvPr/>
        </p:nvCxnSpPr>
        <p:spPr>
          <a:xfrm>
            <a:off x="4952999" y="2365376"/>
            <a:ext cx="8737602" cy="665797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sp>
        <p:nvSpPr>
          <p:cNvPr id="525" name="Google Shape;525;p8"/>
          <p:cNvSpPr/>
          <p:nvPr/>
        </p:nvSpPr>
        <p:spPr>
          <a:xfrm>
            <a:off x="5772150" y="2854325"/>
            <a:ext cx="1219200" cy="1219201"/>
          </a:xfrm>
          <a:prstGeom prst="ellipse">
            <a:avLst/>
          </a:prstGeom>
          <a:solidFill>
            <a:srgbClr val="FFFF00"/>
          </a:solidFill>
          <a:ln cap="flat" cmpd="sng" w="12700">
            <a:solidFill>
              <a:srgbClr val="FF6600"/>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Light"/>
              <a:buNone/>
            </a:pPr>
            <a:r>
              <a:t/>
            </a:r>
            <a:endParaRPr b="0" i="0" sz="3600" u="none" cap="none" strike="noStrike">
              <a:solidFill>
                <a:srgbClr val="FFFFFF"/>
              </a:solidFill>
              <a:latin typeface="Helvetica Neue Light"/>
              <a:ea typeface="Helvetica Neue Light"/>
              <a:cs typeface="Helvetica Neue Light"/>
              <a:sym typeface="Helvetica Neue Light"/>
            </a:endParaRPr>
          </a:p>
        </p:txBody>
      </p:sp>
      <p:sp>
        <p:nvSpPr>
          <p:cNvPr id="526" name="Google Shape;526;p8"/>
          <p:cNvSpPr/>
          <p:nvPr/>
        </p:nvSpPr>
        <p:spPr>
          <a:xfrm>
            <a:off x="7261226" y="5022850"/>
            <a:ext cx="14074774" cy="5210177"/>
          </a:xfrm>
          <a:custGeom>
            <a:rect b="b" l="l" r="r" t="t"/>
            <a:pathLst>
              <a:path extrusionOk="0" h="21600" w="21600">
                <a:moveTo>
                  <a:pt x="0" y="21216"/>
                </a:moveTo>
                <a:lnTo>
                  <a:pt x="2984" y="21312"/>
                </a:lnTo>
                <a:cubicBezTo>
                  <a:pt x="3068" y="21317"/>
                  <a:pt x="3149" y="21408"/>
                  <a:pt x="3233" y="21408"/>
                </a:cubicBezTo>
                <a:cubicBezTo>
                  <a:pt x="3529" y="21408"/>
                  <a:pt x="3825" y="21329"/>
                  <a:pt x="4121" y="21312"/>
                </a:cubicBezTo>
                <a:cubicBezTo>
                  <a:pt x="4393" y="21297"/>
                  <a:pt x="4666" y="21312"/>
                  <a:pt x="4938" y="21312"/>
                </a:cubicBezTo>
                <a:lnTo>
                  <a:pt x="4938" y="15936"/>
                </a:lnTo>
                <a:lnTo>
                  <a:pt x="5151" y="16032"/>
                </a:lnTo>
                <a:lnTo>
                  <a:pt x="5151" y="19296"/>
                </a:lnTo>
                <a:lnTo>
                  <a:pt x="6111" y="19296"/>
                </a:lnTo>
                <a:lnTo>
                  <a:pt x="6111" y="21600"/>
                </a:lnTo>
                <a:lnTo>
                  <a:pt x="7851" y="21408"/>
                </a:lnTo>
                <a:lnTo>
                  <a:pt x="7851" y="17472"/>
                </a:lnTo>
                <a:lnTo>
                  <a:pt x="6608" y="17472"/>
                </a:lnTo>
                <a:lnTo>
                  <a:pt x="6608" y="16896"/>
                </a:lnTo>
                <a:lnTo>
                  <a:pt x="12043" y="16896"/>
                </a:lnTo>
                <a:lnTo>
                  <a:pt x="12043" y="17472"/>
                </a:lnTo>
                <a:lnTo>
                  <a:pt x="10764" y="17376"/>
                </a:lnTo>
                <a:lnTo>
                  <a:pt x="10764" y="21312"/>
                </a:lnTo>
                <a:lnTo>
                  <a:pt x="13109" y="21408"/>
                </a:lnTo>
                <a:lnTo>
                  <a:pt x="13109" y="19008"/>
                </a:lnTo>
                <a:lnTo>
                  <a:pt x="14104" y="19008"/>
                </a:lnTo>
                <a:lnTo>
                  <a:pt x="14104" y="15552"/>
                </a:lnTo>
                <a:lnTo>
                  <a:pt x="14317" y="15552"/>
                </a:lnTo>
                <a:lnTo>
                  <a:pt x="14317" y="21408"/>
                </a:lnTo>
                <a:lnTo>
                  <a:pt x="16804" y="21312"/>
                </a:lnTo>
                <a:lnTo>
                  <a:pt x="16591" y="384"/>
                </a:lnTo>
                <a:lnTo>
                  <a:pt x="21600" y="0"/>
                </a:lnTo>
              </a:path>
            </a:pathLst>
          </a:custGeom>
          <a:noFill/>
          <a:ln cap="flat" cmpd="sng" w="50800">
            <a:solidFill>
              <a:srgbClr val="000000"/>
            </a:solidFill>
            <a:prstDash val="solid"/>
            <a:round/>
            <a:headEnd len="sm" w="sm" type="none"/>
            <a:tailEnd len="sm" w="sm" type="none"/>
          </a:ln>
          <a:effectLst>
            <a:outerShdw blurRad="76200" rotWithShape="0" dir="5400000" dist="38100">
              <a:srgbClr val="000000">
                <a:alpha val="3764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Helvetica Neue Light"/>
              <a:buNone/>
            </a:pPr>
            <a:r>
              <a:t/>
            </a:r>
            <a:endParaRPr b="0" i="0" sz="3600" u="none" cap="none" strike="noStrike">
              <a:solidFill>
                <a:srgbClr val="000000"/>
              </a:solidFill>
              <a:latin typeface="Helvetica Neue Light"/>
              <a:ea typeface="Helvetica Neue Light"/>
              <a:cs typeface="Helvetica Neue Light"/>
              <a:sym typeface="Helvetica Neue Light"/>
            </a:endParaRPr>
          </a:p>
        </p:txBody>
      </p:sp>
      <p:grpSp>
        <p:nvGrpSpPr>
          <p:cNvPr id="527" name="Google Shape;527;p8"/>
          <p:cNvGrpSpPr/>
          <p:nvPr/>
        </p:nvGrpSpPr>
        <p:grpSpPr>
          <a:xfrm>
            <a:off x="10071100" y="5400676"/>
            <a:ext cx="7519119" cy="3739032"/>
            <a:chOff x="0" y="0"/>
            <a:chExt cx="7519118" cy="3739030"/>
          </a:xfrm>
        </p:grpSpPr>
        <p:cxnSp>
          <p:nvCxnSpPr>
            <p:cNvPr id="528" name="Google Shape;528;p8"/>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29" name="Google Shape;529;p8"/>
            <p:cNvCxnSpPr/>
            <p:nvPr/>
          </p:nvCxnSpPr>
          <p:spPr>
            <a:xfrm>
              <a:off x="1396092" y="817094"/>
              <a:ext cx="2252891" cy="292193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30" name="Google Shape;530;p8"/>
            <p:cNvCxnSpPr/>
            <p:nvPr/>
          </p:nvCxnSpPr>
          <p:spPr>
            <a:xfrm>
              <a:off x="1737353" y="556876"/>
              <a:ext cx="1859299" cy="31248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31" name="Google Shape;531;p8"/>
            <p:cNvCxnSpPr/>
            <p:nvPr/>
          </p:nvCxnSpPr>
          <p:spPr>
            <a:xfrm>
              <a:off x="2255508" y="308223"/>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32" name="Google Shape;532;p8"/>
            <p:cNvCxnSpPr/>
            <p:nvPr/>
          </p:nvCxnSpPr>
          <p:spPr>
            <a:xfrm>
              <a:off x="2699904" y="167108"/>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33" name="Google Shape;533;p8"/>
            <p:cNvCxnSpPr/>
            <p:nvPr/>
          </p:nvCxnSpPr>
          <p:spPr>
            <a:xfrm>
              <a:off x="3178953" y="69130"/>
              <a:ext cx="474698" cy="360505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34" name="Google Shape;534;p8"/>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35" name="Google Shape;535;p8"/>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36" name="Google Shape;536;p8"/>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37" name="Google Shape;537;p8"/>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38" name="Google Shape;538;p8"/>
            <p:cNvCxnSpPr/>
            <p:nvPr/>
          </p:nvCxnSpPr>
          <p:spPr>
            <a:xfrm flipH="1">
              <a:off x="3675075" y="439426"/>
              <a:ext cx="1866879" cy="31787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39" name="Google Shape;539;p8"/>
            <p:cNvCxnSpPr/>
            <p:nvPr/>
          </p:nvCxnSpPr>
          <p:spPr>
            <a:xfrm flipH="1">
              <a:off x="3658218" y="752310"/>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40" name="Google Shape;540;p8"/>
            <p:cNvCxnSpPr/>
            <p:nvPr/>
          </p:nvCxnSpPr>
          <p:spPr>
            <a:xfrm flipH="1">
              <a:off x="3682818" y="1098481"/>
              <a:ext cx="2597518" cy="257506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41" name="Google Shape;541;p8"/>
            <p:cNvCxnSpPr/>
            <p:nvPr/>
          </p:nvCxnSpPr>
          <p:spPr>
            <a:xfrm flipH="1">
              <a:off x="3658259" y="1435310"/>
              <a:ext cx="2919682" cy="2250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42" name="Google Shape;542;p8"/>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43" name="Google Shape;543;p8"/>
            <p:cNvCxnSpPr/>
            <p:nvPr/>
          </p:nvCxnSpPr>
          <p:spPr>
            <a:xfrm flipH="1">
              <a:off x="3778611" y="2293024"/>
              <a:ext cx="3406054" cy="13416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44" name="Google Shape;544;p8"/>
            <p:cNvCxnSpPr/>
            <p:nvPr/>
          </p:nvCxnSpPr>
          <p:spPr>
            <a:xfrm flipH="1">
              <a:off x="3713584" y="2718951"/>
              <a:ext cx="3571032" cy="91527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45" name="Google Shape;545;p8"/>
            <p:cNvCxnSpPr/>
            <p:nvPr/>
          </p:nvCxnSpPr>
          <p:spPr>
            <a:xfrm flipH="1">
              <a:off x="3914058" y="3140851"/>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46" name="Google Shape;546;p8"/>
            <p:cNvCxnSpPr/>
            <p:nvPr/>
          </p:nvCxnSpPr>
          <p:spPr>
            <a:xfrm>
              <a:off x="0" y="3203573"/>
              <a:ext cx="3657600"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47" name="Google Shape;547;p8"/>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48" name="Google Shape;548;p8"/>
            <p:cNvCxnSpPr/>
            <p:nvPr/>
          </p:nvCxnSpPr>
          <p:spPr>
            <a:xfrm>
              <a:off x="311085" y="2256330"/>
              <a:ext cx="3359284" cy="144681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49" name="Google Shape;549;p8"/>
            <p:cNvCxnSpPr/>
            <p:nvPr/>
          </p:nvCxnSpPr>
          <p:spPr>
            <a:xfrm>
              <a:off x="458477" y="1833572"/>
              <a:ext cx="3178796" cy="18668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550" name="Google Shape;550;p8"/>
          <p:cNvGrpSpPr/>
          <p:nvPr/>
        </p:nvGrpSpPr>
        <p:grpSpPr>
          <a:xfrm>
            <a:off x="10490200" y="5397500"/>
            <a:ext cx="7519119" cy="3739032"/>
            <a:chOff x="0" y="0"/>
            <a:chExt cx="7519118" cy="3739031"/>
          </a:xfrm>
        </p:grpSpPr>
        <p:cxnSp>
          <p:nvCxnSpPr>
            <p:cNvPr id="551" name="Google Shape;551;p8"/>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52" name="Google Shape;552;p8"/>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53" name="Google Shape;553;p8"/>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54" name="Google Shape;554;p8"/>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55" name="Google Shape;555;p8"/>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56" name="Google Shape;556;p8"/>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57" name="Google Shape;557;p8"/>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58" name="Google Shape;558;p8"/>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59" name="Google Shape;559;p8"/>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60" name="Google Shape;560;p8"/>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61" name="Google Shape;561;p8"/>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62" name="Google Shape;562;p8"/>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63" name="Google Shape;563;p8"/>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64" name="Google Shape;564;p8"/>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65" name="Google Shape;565;p8"/>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66" name="Google Shape;566;p8"/>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67" name="Google Shape;567;p8"/>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68" name="Google Shape;568;p8"/>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69" name="Google Shape;569;p8"/>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70" name="Google Shape;570;p8"/>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71" name="Google Shape;571;p8"/>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72" name="Google Shape;572;p8"/>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573" name="Google Shape;573;p8"/>
          <p:cNvGrpSpPr/>
          <p:nvPr/>
        </p:nvGrpSpPr>
        <p:grpSpPr>
          <a:xfrm>
            <a:off x="9134476" y="5416549"/>
            <a:ext cx="7519119" cy="3739031"/>
            <a:chOff x="0" y="-1"/>
            <a:chExt cx="7519118" cy="3739030"/>
          </a:xfrm>
        </p:grpSpPr>
        <p:cxnSp>
          <p:nvCxnSpPr>
            <p:cNvPr id="574" name="Google Shape;574;p8"/>
            <p:cNvCxnSpPr/>
            <p:nvPr/>
          </p:nvCxnSpPr>
          <p:spPr>
            <a:xfrm>
              <a:off x="1060380" y="1114240"/>
              <a:ext cx="2575063" cy="259751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75" name="Google Shape;575;p8"/>
            <p:cNvCxnSpPr/>
            <p:nvPr/>
          </p:nvCxnSpPr>
          <p:spPr>
            <a:xfrm>
              <a:off x="1396091" y="817096"/>
              <a:ext cx="2252891" cy="29219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76" name="Google Shape;576;p8"/>
            <p:cNvCxnSpPr/>
            <p:nvPr/>
          </p:nvCxnSpPr>
          <p:spPr>
            <a:xfrm>
              <a:off x="1737349"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77" name="Google Shape;577;p8"/>
            <p:cNvCxnSpPr/>
            <p:nvPr/>
          </p:nvCxnSpPr>
          <p:spPr>
            <a:xfrm>
              <a:off x="2255506" y="308225"/>
              <a:ext cx="1340511" cy="34030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78" name="Google Shape;578;p8"/>
            <p:cNvCxnSpPr/>
            <p:nvPr/>
          </p:nvCxnSpPr>
          <p:spPr>
            <a:xfrm>
              <a:off x="2699903" y="167110"/>
              <a:ext cx="915269"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79" name="Google Shape;579;p8"/>
            <p:cNvCxnSpPr/>
            <p:nvPr/>
          </p:nvCxnSpPr>
          <p:spPr>
            <a:xfrm>
              <a:off x="3178949"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80" name="Google Shape;580;p8"/>
            <p:cNvCxnSpPr/>
            <p:nvPr/>
          </p:nvCxnSpPr>
          <p:spPr>
            <a:xfrm flipH="1">
              <a:off x="3651250" y="-1"/>
              <a:ext cx="3174"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81" name="Google Shape;581;p8"/>
            <p:cNvCxnSpPr/>
            <p:nvPr/>
          </p:nvCxnSpPr>
          <p:spPr>
            <a:xfrm flipH="1">
              <a:off x="3692523" y="1"/>
              <a:ext cx="460378"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82" name="Google Shape;582;p8"/>
            <p:cNvCxnSpPr/>
            <p:nvPr/>
          </p:nvCxnSpPr>
          <p:spPr>
            <a:xfrm flipH="1">
              <a:off x="3698876"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83" name="Google Shape;583;p8"/>
            <p:cNvCxnSpPr/>
            <p:nvPr/>
          </p:nvCxnSpPr>
          <p:spPr>
            <a:xfrm flipH="1">
              <a:off x="3653332" y="269807"/>
              <a:ext cx="1446813" cy="335928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84" name="Google Shape;584;p8"/>
            <p:cNvCxnSpPr/>
            <p:nvPr/>
          </p:nvCxnSpPr>
          <p:spPr>
            <a:xfrm flipH="1">
              <a:off x="3675072" y="439429"/>
              <a:ext cx="1866881"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85" name="Google Shape;585;p8"/>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86" name="Google Shape;586;p8"/>
            <p:cNvCxnSpPr/>
            <p:nvPr/>
          </p:nvCxnSpPr>
          <p:spPr>
            <a:xfrm flipH="1">
              <a:off x="3682817"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87" name="Google Shape;587;p8"/>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88" name="Google Shape;588;p8"/>
            <p:cNvCxnSpPr/>
            <p:nvPr/>
          </p:nvCxnSpPr>
          <p:spPr>
            <a:xfrm flipH="1">
              <a:off x="3750928" y="1797675"/>
              <a:ext cx="3124869" cy="18593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89" name="Google Shape;589;p8"/>
            <p:cNvCxnSpPr/>
            <p:nvPr/>
          </p:nvCxnSpPr>
          <p:spPr>
            <a:xfrm flipH="1">
              <a:off x="3778612" y="2293025"/>
              <a:ext cx="3406051" cy="13416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90" name="Google Shape;590;p8"/>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91" name="Google Shape;591;p8"/>
            <p:cNvCxnSpPr/>
            <p:nvPr/>
          </p:nvCxnSpPr>
          <p:spPr>
            <a:xfrm flipH="1">
              <a:off x="3914056" y="3140852"/>
              <a:ext cx="3605062" cy="4747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92" name="Google Shape;592;p8"/>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93" name="Google Shape;593;p8"/>
            <p:cNvCxnSpPr/>
            <p:nvPr/>
          </p:nvCxnSpPr>
          <p:spPr>
            <a:xfrm>
              <a:off x="184150" y="2755900"/>
              <a:ext cx="3527425"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94" name="Google Shape;594;p8"/>
            <p:cNvCxnSpPr/>
            <p:nvPr/>
          </p:nvCxnSpPr>
          <p:spPr>
            <a:xfrm>
              <a:off x="311083"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95" name="Google Shape;595;p8"/>
            <p:cNvCxnSpPr/>
            <p:nvPr/>
          </p:nvCxnSpPr>
          <p:spPr>
            <a:xfrm>
              <a:off x="458475"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596" name="Google Shape;596;p8"/>
          <p:cNvGrpSpPr/>
          <p:nvPr/>
        </p:nvGrpSpPr>
        <p:grpSpPr>
          <a:xfrm>
            <a:off x="9556750" y="5410199"/>
            <a:ext cx="7516056" cy="3739033"/>
            <a:chOff x="0" y="-1"/>
            <a:chExt cx="7516055" cy="3739032"/>
          </a:xfrm>
        </p:grpSpPr>
        <p:cxnSp>
          <p:nvCxnSpPr>
            <p:cNvPr id="597" name="Google Shape;597;p8"/>
            <p:cNvCxnSpPr/>
            <p:nvPr/>
          </p:nvCxnSpPr>
          <p:spPr>
            <a:xfrm>
              <a:off x="1060381" y="1114240"/>
              <a:ext cx="2575065"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98" name="Google Shape;598;p8"/>
            <p:cNvCxnSpPr/>
            <p:nvPr/>
          </p:nvCxnSpPr>
          <p:spPr>
            <a:xfrm>
              <a:off x="1396091" y="817096"/>
              <a:ext cx="2252890" cy="292193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599" name="Google Shape;599;p8"/>
            <p:cNvCxnSpPr/>
            <p:nvPr/>
          </p:nvCxnSpPr>
          <p:spPr>
            <a:xfrm>
              <a:off x="1737352" y="556878"/>
              <a:ext cx="1859298" cy="312487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00" name="Google Shape;600;p8"/>
            <p:cNvCxnSpPr/>
            <p:nvPr/>
          </p:nvCxnSpPr>
          <p:spPr>
            <a:xfrm>
              <a:off x="2255508" y="308226"/>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01" name="Google Shape;601;p8"/>
            <p:cNvCxnSpPr/>
            <p:nvPr/>
          </p:nvCxnSpPr>
          <p:spPr>
            <a:xfrm>
              <a:off x="2696728" y="167110"/>
              <a:ext cx="915270"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02" name="Google Shape;602;p8"/>
            <p:cNvCxnSpPr/>
            <p:nvPr/>
          </p:nvCxnSpPr>
          <p:spPr>
            <a:xfrm>
              <a:off x="3178951" y="69133"/>
              <a:ext cx="474699"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03" name="Google Shape;603;p8"/>
            <p:cNvCxnSpPr/>
            <p:nvPr/>
          </p:nvCxnSpPr>
          <p:spPr>
            <a:xfrm flipH="1">
              <a:off x="3651251" y="-1"/>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04" name="Google Shape;604;p8"/>
            <p:cNvCxnSpPr/>
            <p:nvPr/>
          </p:nvCxnSpPr>
          <p:spPr>
            <a:xfrm flipH="1">
              <a:off x="3692526" y="0"/>
              <a:ext cx="460375"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05" name="Google Shape;605;p8"/>
            <p:cNvCxnSpPr/>
            <p:nvPr/>
          </p:nvCxnSpPr>
          <p:spPr>
            <a:xfrm flipH="1">
              <a:off x="3695701" y="127000"/>
              <a:ext cx="882650"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06" name="Google Shape;606;p8"/>
            <p:cNvCxnSpPr/>
            <p:nvPr/>
          </p:nvCxnSpPr>
          <p:spPr>
            <a:xfrm flipH="1">
              <a:off x="3653332" y="269810"/>
              <a:ext cx="1446814" cy="33592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07" name="Google Shape;607;p8"/>
            <p:cNvCxnSpPr/>
            <p:nvPr/>
          </p:nvCxnSpPr>
          <p:spPr>
            <a:xfrm flipH="1">
              <a:off x="3674943" y="438801"/>
              <a:ext cx="1863964" cy="31800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08" name="Google Shape;608;p8"/>
            <p:cNvCxnSpPr/>
            <p:nvPr/>
          </p:nvCxnSpPr>
          <p:spPr>
            <a:xfrm flipH="1">
              <a:off x="3658216" y="752314"/>
              <a:ext cx="2202217" cy="28895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09" name="Google Shape;609;p8"/>
            <p:cNvCxnSpPr/>
            <p:nvPr/>
          </p:nvCxnSpPr>
          <p:spPr>
            <a:xfrm flipH="1">
              <a:off x="3682358" y="1099600"/>
              <a:ext cx="2595261" cy="25728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10" name="Google Shape;610;p8"/>
            <p:cNvCxnSpPr/>
            <p:nvPr/>
          </p:nvCxnSpPr>
          <p:spPr>
            <a:xfrm flipH="1">
              <a:off x="3655085" y="1435312"/>
              <a:ext cx="2919683" cy="225065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11" name="Google Shape;611;p8"/>
            <p:cNvCxnSpPr/>
            <p:nvPr/>
          </p:nvCxnSpPr>
          <p:spPr>
            <a:xfrm flipH="1">
              <a:off x="3750467" y="1798793"/>
              <a:ext cx="3122616"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12" name="Google Shape;612;p8"/>
            <p:cNvCxnSpPr/>
            <p:nvPr/>
          </p:nvCxnSpPr>
          <p:spPr>
            <a:xfrm flipH="1">
              <a:off x="3778500" y="2293607"/>
              <a:ext cx="3403100" cy="13405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13" name="Google Shape;613;p8"/>
            <p:cNvCxnSpPr/>
            <p:nvPr/>
          </p:nvCxnSpPr>
          <p:spPr>
            <a:xfrm flipH="1">
              <a:off x="3713473" y="2719536"/>
              <a:ext cx="3568079" cy="91410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14" name="Google Shape;614;p8"/>
            <p:cNvCxnSpPr/>
            <p:nvPr/>
          </p:nvCxnSpPr>
          <p:spPr>
            <a:xfrm flipH="1">
              <a:off x="3913947" y="3141436"/>
              <a:ext cx="3602108" cy="4735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15" name="Google Shape;615;p8"/>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16" name="Google Shape;616;p8"/>
            <p:cNvCxnSpPr/>
            <p:nvPr/>
          </p:nvCxnSpPr>
          <p:spPr>
            <a:xfrm>
              <a:off x="184150" y="2755900"/>
              <a:ext cx="3524251"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17" name="Google Shape;617;p8"/>
            <p:cNvCxnSpPr/>
            <p:nvPr/>
          </p:nvCxnSpPr>
          <p:spPr>
            <a:xfrm>
              <a:off x="310956" y="2256957"/>
              <a:ext cx="3356363" cy="144556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18" name="Google Shape;618;p8"/>
            <p:cNvCxnSpPr/>
            <p:nvPr/>
          </p:nvCxnSpPr>
          <p:spPr>
            <a:xfrm>
              <a:off x="458349" y="1834201"/>
              <a:ext cx="3175877" cy="18656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619" name="Google Shape;619;p8"/>
          <p:cNvGrpSpPr/>
          <p:nvPr/>
        </p:nvGrpSpPr>
        <p:grpSpPr>
          <a:xfrm>
            <a:off x="8067676" y="5359399"/>
            <a:ext cx="7519119" cy="3736316"/>
            <a:chOff x="0" y="-1"/>
            <a:chExt cx="7519118" cy="3736314"/>
          </a:xfrm>
        </p:grpSpPr>
        <p:cxnSp>
          <p:nvCxnSpPr>
            <p:cNvPr id="620" name="Google Shape;620;p8"/>
            <p:cNvCxnSpPr/>
            <p:nvPr/>
          </p:nvCxnSpPr>
          <p:spPr>
            <a:xfrm>
              <a:off x="1061497" y="1113780"/>
              <a:ext cx="2572827" cy="259526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21" name="Google Shape;621;p8"/>
            <p:cNvCxnSpPr/>
            <p:nvPr/>
          </p:nvCxnSpPr>
          <p:spPr>
            <a:xfrm>
              <a:off x="1397209" y="816634"/>
              <a:ext cx="2250655" cy="2919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22" name="Google Shape;622;p8"/>
            <p:cNvCxnSpPr/>
            <p:nvPr/>
          </p:nvCxnSpPr>
          <p:spPr>
            <a:xfrm>
              <a:off x="1738468" y="556415"/>
              <a:ext cx="1857064" cy="31226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23" name="Google Shape;623;p8"/>
            <p:cNvCxnSpPr/>
            <p:nvPr/>
          </p:nvCxnSpPr>
          <p:spPr>
            <a:xfrm>
              <a:off x="2256090" y="308114"/>
              <a:ext cx="1339343" cy="340014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24" name="Google Shape;624;p8"/>
            <p:cNvCxnSpPr/>
            <p:nvPr/>
          </p:nvCxnSpPr>
          <p:spPr>
            <a:xfrm>
              <a:off x="2700486" y="166997"/>
              <a:ext cx="914103" cy="35680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25" name="Google Shape;625;p8"/>
            <p:cNvCxnSpPr/>
            <p:nvPr/>
          </p:nvCxnSpPr>
          <p:spPr>
            <a:xfrm>
              <a:off x="3179532" y="69019"/>
              <a:ext cx="473534" cy="360210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26" name="Google Shape;626;p8"/>
            <p:cNvCxnSpPr/>
            <p:nvPr/>
          </p:nvCxnSpPr>
          <p:spPr>
            <a:xfrm flipH="1">
              <a:off x="3651248" y="-1"/>
              <a:ext cx="3176" cy="365442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27" name="Google Shape;627;p8"/>
            <p:cNvCxnSpPr/>
            <p:nvPr/>
          </p:nvCxnSpPr>
          <p:spPr>
            <a:xfrm flipH="1">
              <a:off x="3692523" y="1"/>
              <a:ext cx="460377" cy="36544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28" name="Google Shape;628;p8"/>
            <p:cNvCxnSpPr/>
            <p:nvPr/>
          </p:nvCxnSpPr>
          <p:spPr>
            <a:xfrm flipH="1">
              <a:off x="3698876" y="126999"/>
              <a:ext cx="882649" cy="352425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29" name="Google Shape;629;p8"/>
            <p:cNvCxnSpPr/>
            <p:nvPr/>
          </p:nvCxnSpPr>
          <p:spPr>
            <a:xfrm flipH="1">
              <a:off x="3653331" y="269807"/>
              <a:ext cx="1446813" cy="335928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30" name="Google Shape;630;p8"/>
            <p:cNvCxnSpPr/>
            <p:nvPr/>
          </p:nvCxnSpPr>
          <p:spPr>
            <a:xfrm flipH="1">
              <a:off x="3675699" y="439299"/>
              <a:ext cx="1865627" cy="31758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31" name="Google Shape;631;p8"/>
            <p:cNvCxnSpPr/>
            <p:nvPr/>
          </p:nvCxnSpPr>
          <p:spPr>
            <a:xfrm flipH="1">
              <a:off x="3658845" y="752181"/>
              <a:ext cx="2200962" cy="288666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32" name="Google Shape;632;p8"/>
            <p:cNvCxnSpPr/>
            <p:nvPr/>
          </p:nvCxnSpPr>
          <p:spPr>
            <a:xfrm flipH="1">
              <a:off x="3682818" y="1098478"/>
              <a:ext cx="2597515" cy="25750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33" name="Google Shape;633;p8"/>
            <p:cNvCxnSpPr/>
            <p:nvPr/>
          </p:nvCxnSpPr>
          <p:spPr>
            <a:xfrm flipH="1">
              <a:off x="3659379" y="1432594"/>
              <a:ext cx="2917443" cy="225291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34" name="Google Shape;634;p8"/>
            <p:cNvCxnSpPr/>
            <p:nvPr/>
          </p:nvCxnSpPr>
          <p:spPr>
            <a:xfrm flipH="1">
              <a:off x="3750928" y="1794500"/>
              <a:ext cx="3124869" cy="18593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35" name="Google Shape;635;p8"/>
            <p:cNvCxnSpPr/>
            <p:nvPr/>
          </p:nvCxnSpPr>
          <p:spPr>
            <a:xfrm flipH="1">
              <a:off x="3778612" y="2293024"/>
              <a:ext cx="3406051" cy="134168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36" name="Google Shape;636;p8"/>
            <p:cNvCxnSpPr/>
            <p:nvPr/>
          </p:nvCxnSpPr>
          <p:spPr>
            <a:xfrm flipH="1">
              <a:off x="3713584" y="2715776"/>
              <a:ext cx="3571032" cy="91527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37" name="Google Shape;637;p8"/>
            <p:cNvCxnSpPr/>
            <p:nvPr/>
          </p:nvCxnSpPr>
          <p:spPr>
            <a:xfrm flipH="1">
              <a:off x="3914056" y="3137674"/>
              <a:ext cx="3605062" cy="4747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38" name="Google Shape;638;p8"/>
            <p:cNvCxnSpPr/>
            <p:nvPr/>
          </p:nvCxnSpPr>
          <p:spPr>
            <a:xfrm>
              <a:off x="0" y="3200398"/>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39" name="Google Shape;639;p8"/>
            <p:cNvCxnSpPr/>
            <p:nvPr/>
          </p:nvCxnSpPr>
          <p:spPr>
            <a:xfrm>
              <a:off x="184150" y="2752726"/>
              <a:ext cx="3527425"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40" name="Google Shape;640;p8"/>
            <p:cNvCxnSpPr/>
            <p:nvPr/>
          </p:nvCxnSpPr>
          <p:spPr>
            <a:xfrm>
              <a:off x="311083" y="2253155"/>
              <a:ext cx="3359284" cy="14468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41" name="Google Shape;641;p8"/>
            <p:cNvCxnSpPr/>
            <p:nvPr/>
          </p:nvCxnSpPr>
          <p:spPr>
            <a:xfrm>
              <a:off x="458475" y="1830395"/>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642" name="Google Shape;642;p8"/>
          <p:cNvGrpSpPr/>
          <p:nvPr/>
        </p:nvGrpSpPr>
        <p:grpSpPr>
          <a:xfrm>
            <a:off x="8489950" y="5353050"/>
            <a:ext cx="7519119" cy="3739032"/>
            <a:chOff x="0" y="0"/>
            <a:chExt cx="7519118" cy="3739031"/>
          </a:xfrm>
        </p:grpSpPr>
        <p:cxnSp>
          <p:nvCxnSpPr>
            <p:cNvPr id="643" name="Google Shape;643;p8"/>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44" name="Google Shape;644;p8"/>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45" name="Google Shape;645;p8"/>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46" name="Google Shape;646;p8"/>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47" name="Google Shape;647;p8"/>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48" name="Google Shape;648;p8"/>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49" name="Google Shape;649;p8"/>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50" name="Google Shape;650;p8"/>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51" name="Google Shape;651;p8"/>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52" name="Google Shape;652;p8"/>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53" name="Google Shape;653;p8"/>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54" name="Google Shape;654;p8"/>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55" name="Google Shape;655;p8"/>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56" name="Google Shape;656;p8"/>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57" name="Google Shape;657;p8"/>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58" name="Google Shape;658;p8"/>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59" name="Google Shape;659;p8"/>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60" name="Google Shape;660;p8"/>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61" name="Google Shape;661;p8"/>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62" name="Google Shape;662;p8"/>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63" name="Google Shape;663;p8"/>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64" name="Google Shape;664;p8"/>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665" name="Google Shape;665;p8"/>
          <p:cNvGrpSpPr/>
          <p:nvPr/>
        </p:nvGrpSpPr>
        <p:grpSpPr>
          <a:xfrm>
            <a:off x="6692899" y="5222875"/>
            <a:ext cx="7516057" cy="3739032"/>
            <a:chOff x="0" y="-1"/>
            <a:chExt cx="7516055" cy="3739030"/>
          </a:xfrm>
        </p:grpSpPr>
        <p:cxnSp>
          <p:nvCxnSpPr>
            <p:cNvPr id="666" name="Google Shape;666;p8"/>
            <p:cNvCxnSpPr/>
            <p:nvPr/>
          </p:nvCxnSpPr>
          <p:spPr>
            <a:xfrm>
              <a:off x="1060381" y="1114240"/>
              <a:ext cx="2575065"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67" name="Google Shape;667;p8"/>
            <p:cNvCxnSpPr/>
            <p:nvPr/>
          </p:nvCxnSpPr>
          <p:spPr>
            <a:xfrm>
              <a:off x="1396092" y="817094"/>
              <a:ext cx="2252890" cy="292193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68" name="Google Shape;668;p8"/>
            <p:cNvCxnSpPr/>
            <p:nvPr/>
          </p:nvCxnSpPr>
          <p:spPr>
            <a:xfrm>
              <a:off x="1737353" y="556877"/>
              <a:ext cx="1859298"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69" name="Google Shape;669;p8"/>
            <p:cNvCxnSpPr/>
            <p:nvPr/>
          </p:nvCxnSpPr>
          <p:spPr>
            <a:xfrm>
              <a:off x="2255508" y="308224"/>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70" name="Google Shape;670;p8"/>
            <p:cNvCxnSpPr/>
            <p:nvPr/>
          </p:nvCxnSpPr>
          <p:spPr>
            <a:xfrm>
              <a:off x="2696728" y="167108"/>
              <a:ext cx="915270"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71" name="Google Shape;671;p8"/>
            <p:cNvCxnSpPr/>
            <p:nvPr/>
          </p:nvCxnSpPr>
          <p:spPr>
            <a:xfrm>
              <a:off x="3178954" y="69132"/>
              <a:ext cx="474696" cy="360505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72" name="Google Shape;672;p8"/>
            <p:cNvCxnSpPr/>
            <p:nvPr/>
          </p:nvCxnSpPr>
          <p:spPr>
            <a:xfrm flipH="1">
              <a:off x="3651251" y="-1"/>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73" name="Google Shape;673;p8"/>
            <p:cNvCxnSpPr/>
            <p:nvPr/>
          </p:nvCxnSpPr>
          <p:spPr>
            <a:xfrm flipH="1">
              <a:off x="3692526" y="0"/>
              <a:ext cx="460375"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74" name="Google Shape;674;p8"/>
            <p:cNvCxnSpPr/>
            <p:nvPr/>
          </p:nvCxnSpPr>
          <p:spPr>
            <a:xfrm flipH="1">
              <a:off x="3695701" y="127000"/>
              <a:ext cx="882650"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75" name="Google Shape;675;p8"/>
            <p:cNvCxnSpPr/>
            <p:nvPr/>
          </p:nvCxnSpPr>
          <p:spPr>
            <a:xfrm flipH="1">
              <a:off x="3653332" y="269810"/>
              <a:ext cx="1446814" cy="33592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76" name="Google Shape;676;p8"/>
            <p:cNvCxnSpPr/>
            <p:nvPr/>
          </p:nvCxnSpPr>
          <p:spPr>
            <a:xfrm flipH="1">
              <a:off x="3674943" y="438799"/>
              <a:ext cx="1863964" cy="31800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77" name="Google Shape;677;p8"/>
            <p:cNvCxnSpPr/>
            <p:nvPr/>
          </p:nvCxnSpPr>
          <p:spPr>
            <a:xfrm flipH="1">
              <a:off x="3658216" y="752312"/>
              <a:ext cx="2202217" cy="28895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78" name="Google Shape;678;p8"/>
            <p:cNvCxnSpPr/>
            <p:nvPr/>
          </p:nvCxnSpPr>
          <p:spPr>
            <a:xfrm flipH="1">
              <a:off x="3682357" y="1099600"/>
              <a:ext cx="2595263" cy="25728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79" name="Google Shape;679;p8"/>
            <p:cNvCxnSpPr/>
            <p:nvPr/>
          </p:nvCxnSpPr>
          <p:spPr>
            <a:xfrm flipH="1">
              <a:off x="3655086" y="1435310"/>
              <a:ext cx="2919681" cy="2250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80" name="Google Shape;680;p8"/>
            <p:cNvCxnSpPr/>
            <p:nvPr/>
          </p:nvCxnSpPr>
          <p:spPr>
            <a:xfrm flipH="1">
              <a:off x="3750467" y="1798793"/>
              <a:ext cx="3122616"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81" name="Google Shape;681;p8"/>
            <p:cNvCxnSpPr/>
            <p:nvPr/>
          </p:nvCxnSpPr>
          <p:spPr>
            <a:xfrm flipH="1">
              <a:off x="3778500" y="2293608"/>
              <a:ext cx="3403100" cy="134051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82" name="Google Shape;682;p8"/>
            <p:cNvCxnSpPr/>
            <p:nvPr/>
          </p:nvCxnSpPr>
          <p:spPr>
            <a:xfrm flipH="1">
              <a:off x="3713473" y="2719534"/>
              <a:ext cx="3568079" cy="91410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83" name="Google Shape;683;p8"/>
            <p:cNvCxnSpPr/>
            <p:nvPr/>
          </p:nvCxnSpPr>
          <p:spPr>
            <a:xfrm flipH="1">
              <a:off x="3913947" y="3141434"/>
              <a:ext cx="3602108" cy="4735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84" name="Google Shape;684;p8"/>
            <p:cNvCxnSpPr/>
            <p:nvPr/>
          </p:nvCxnSpPr>
          <p:spPr>
            <a:xfrm>
              <a:off x="0" y="3203573"/>
              <a:ext cx="3657600"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85" name="Google Shape;685;p8"/>
            <p:cNvCxnSpPr/>
            <p:nvPr/>
          </p:nvCxnSpPr>
          <p:spPr>
            <a:xfrm>
              <a:off x="184150" y="2755900"/>
              <a:ext cx="3524251"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86" name="Google Shape;686;p8"/>
            <p:cNvCxnSpPr/>
            <p:nvPr/>
          </p:nvCxnSpPr>
          <p:spPr>
            <a:xfrm>
              <a:off x="310955" y="2256957"/>
              <a:ext cx="3356364" cy="144555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87" name="Google Shape;687;p8"/>
            <p:cNvCxnSpPr/>
            <p:nvPr/>
          </p:nvCxnSpPr>
          <p:spPr>
            <a:xfrm>
              <a:off x="458349" y="1834199"/>
              <a:ext cx="3175877" cy="18656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688" name="Google Shape;688;p8"/>
          <p:cNvGrpSpPr/>
          <p:nvPr/>
        </p:nvGrpSpPr>
        <p:grpSpPr>
          <a:xfrm>
            <a:off x="5194300" y="6378575"/>
            <a:ext cx="6873085" cy="3739032"/>
            <a:chOff x="0" y="-1"/>
            <a:chExt cx="6873084" cy="3739030"/>
          </a:xfrm>
        </p:grpSpPr>
        <p:cxnSp>
          <p:nvCxnSpPr>
            <p:cNvPr id="689" name="Google Shape;689;p8"/>
            <p:cNvCxnSpPr/>
            <p:nvPr/>
          </p:nvCxnSpPr>
          <p:spPr>
            <a:xfrm>
              <a:off x="1060382" y="1114240"/>
              <a:ext cx="2575065"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90" name="Google Shape;690;p8"/>
            <p:cNvCxnSpPr/>
            <p:nvPr/>
          </p:nvCxnSpPr>
          <p:spPr>
            <a:xfrm>
              <a:off x="1396094" y="817094"/>
              <a:ext cx="2252890" cy="292193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91" name="Google Shape;691;p8"/>
            <p:cNvCxnSpPr/>
            <p:nvPr/>
          </p:nvCxnSpPr>
          <p:spPr>
            <a:xfrm>
              <a:off x="1737354" y="556877"/>
              <a:ext cx="1859297"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92" name="Google Shape;692;p8"/>
            <p:cNvCxnSpPr/>
            <p:nvPr/>
          </p:nvCxnSpPr>
          <p:spPr>
            <a:xfrm>
              <a:off x="2255509" y="308224"/>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93" name="Google Shape;693;p8"/>
            <p:cNvCxnSpPr/>
            <p:nvPr/>
          </p:nvCxnSpPr>
          <p:spPr>
            <a:xfrm>
              <a:off x="2696729" y="167108"/>
              <a:ext cx="915269"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94" name="Google Shape;694;p8"/>
            <p:cNvCxnSpPr/>
            <p:nvPr/>
          </p:nvCxnSpPr>
          <p:spPr>
            <a:xfrm>
              <a:off x="3178955" y="69130"/>
              <a:ext cx="474696" cy="360505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95" name="Google Shape;695;p8"/>
            <p:cNvCxnSpPr/>
            <p:nvPr/>
          </p:nvCxnSpPr>
          <p:spPr>
            <a:xfrm flipH="1">
              <a:off x="3651250" y="-1"/>
              <a:ext cx="3177"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96" name="Google Shape;696;p8"/>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97" name="Google Shape;697;p8"/>
            <p:cNvCxnSpPr/>
            <p:nvPr/>
          </p:nvCxnSpPr>
          <p:spPr>
            <a:xfrm flipH="1">
              <a:off x="3695700" y="127001"/>
              <a:ext cx="882651" cy="35242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98" name="Google Shape;698;p8"/>
            <p:cNvCxnSpPr/>
            <p:nvPr/>
          </p:nvCxnSpPr>
          <p:spPr>
            <a:xfrm flipH="1">
              <a:off x="3653332" y="269810"/>
              <a:ext cx="1446815" cy="33592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699" name="Google Shape;699;p8"/>
            <p:cNvCxnSpPr/>
            <p:nvPr/>
          </p:nvCxnSpPr>
          <p:spPr>
            <a:xfrm flipH="1">
              <a:off x="3674947" y="438799"/>
              <a:ext cx="1863962" cy="31800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00" name="Google Shape;700;p8"/>
            <p:cNvCxnSpPr/>
            <p:nvPr/>
          </p:nvCxnSpPr>
          <p:spPr>
            <a:xfrm flipH="1">
              <a:off x="3658217" y="752312"/>
              <a:ext cx="2202217" cy="28895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01" name="Google Shape;701;p8"/>
            <p:cNvCxnSpPr/>
            <p:nvPr/>
          </p:nvCxnSpPr>
          <p:spPr>
            <a:xfrm flipH="1">
              <a:off x="3682356" y="1099599"/>
              <a:ext cx="2595264" cy="257282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02" name="Google Shape;702;p8"/>
            <p:cNvCxnSpPr/>
            <p:nvPr/>
          </p:nvCxnSpPr>
          <p:spPr>
            <a:xfrm flipH="1">
              <a:off x="3655086" y="1435310"/>
              <a:ext cx="2919680"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03" name="Google Shape;703;p8"/>
            <p:cNvCxnSpPr/>
            <p:nvPr/>
          </p:nvCxnSpPr>
          <p:spPr>
            <a:xfrm flipH="1">
              <a:off x="3750470" y="1798793"/>
              <a:ext cx="3122614"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04" name="Google Shape;704;p8"/>
            <p:cNvCxnSpPr/>
            <p:nvPr/>
          </p:nvCxnSpPr>
          <p:spPr>
            <a:xfrm flipH="1">
              <a:off x="3778251" y="3025773"/>
              <a:ext cx="1501775" cy="6096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05" name="Google Shape;705;p8"/>
            <p:cNvCxnSpPr/>
            <p:nvPr/>
          </p:nvCxnSpPr>
          <p:spPr>
            <a:xfrm flipH="1">
              <a:off x="3714751" y="3219448"/>
              <a:ext cx="1466851" cy="41592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06" name="Google Shape;706;p8"/>
            <p:cNvCxnSpPr/>
            <p:nvPr/>
          </p:nvCxnSpPr>
          <p:spPr>
            <a:xfrm flipH="1">
              <a:off x="3914778" y="3470274"/>
              <a:ext cx="1343023" cy="1460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07" name="Google Shape;707;p8"/>
            <p:cNvCxnSpPr/>
            <p:nvPr/>
          </p:nvCxnSpPr>
          <p:spPr>
            <a:xfrm>
              <a:off x="0" y="3203573"/>
              <a:ext cx="3657598"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08" name="Google Shape;708;p8"/>
            <p:cNvCxnSpPr/>
            <p:nvPr/>
          </p:nvCxnSpPr>
          <p:spPr>
            <a:xfrm>
              <a:off x="184149" y="2755899"/>
              <a:ext cx="3524249" cy="8826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09" name="Google Shape;709;p8"/>
            <p:cNvCxnSpPr/>
            <p:nvPr/>
          </p:nvCxnSpPr>
          <p:spPr>
            <a:xfrm>
              <a:off x="310956" y="2256957"/>
              <a:ext cx="3356366" cy="14455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10" name="Google Shape;710;p8"/>
            <p:cNvCxnSpPr/>
            <p:nvPr/>
          </p:nvCxnSpPr>
          <p:spPr>
            <a:xfrm>
              <a:off x="458349" y="1834199"/>
              <a:ext cx="3175879" cy="186562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711" name="Google Shape;711;p8"/>
          <p:cNvGrpSpPr/>
          <p:nvPr/>
        </p:nvGrpSpPr>
        <p:grpSpPr>
          <a:xfrm>
            <a:off x="10375900" y="5454650"/>
            <a:ext cx="7519119" cy="3739032"/>
            <a:chOff x="0" y="0"/>
            <a:chExt cx="7519118" cy="3739031"/>
          </a:xfrm>
        </p:grpSpPr>
        <p:cxnSp>
          <p:nvCxnSpPr>
            <p:cNvPr id="712" name="Google Shape;712;p8"/>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13" name="Google Shape;713;p8"/>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14" name="Google Shape;714;p8"/>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15" name="Google Shape;715;p8"/>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16" name="Google Shape;716;p8"/>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17" name="Google Shape;717;p8"/>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18" name="Google Shape;718;p8"/>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19" name="Google Shape;719;p8"/>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20" name="Google Shape;720;p8"/>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21" name="Google Shape;721;p8"/>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22" name="Google Shape;722;p8"/>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23" name="Google Shape;723;p8"/>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24" name="Google Shape;724;p8"/>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25" name="Google Shape;725;p8"/>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26" name="Google Shape;726;p8"/>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27" name="Google Shape;727;p8"/>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28" name="Google Shape;728;p8"/>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29" name="Google Shape;729;p8"/>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30" name="Google Shape;730;p8"/>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31" name="Google Shape;731;p8"/>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32" name="Google Shape;732;p8"/>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33" name="Google Shape;733;p8"/>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734" name="Google Shape;734;p8"/>
          <p:cNvGrpSpPr/>
          <p:nvPr/>
        </p:nvGrpSpPr>
        <p:grpSpPr>
          <a:xfrm>
            <a:off x="10795000" y="5448300"/>
            <a:ext cx="7519119" cy="3739032"/>
            <a:chOff x="0" y="0"/>
            <a:chExt cx="7519118" cy="3739031"/>
          </a:xfrm>
        </p:grpSpPr>
        <p:cxnSp>
          <p:nvCxnSpPr>
            <p:cNvPr id="735" name="Google Shape;735;p8"/>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36" name="Google Shape;736;p8"/>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37" name="Google Shape;737;p8"/>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38" name="Google Shape;738;p8"/>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39" name="Google Shape;739;p8"/>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40" name="Google Shape;740;p8"/>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41" name="Google Shape;741;p8"/>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42" name="Google Shape;742;p8"/>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43" name="Google Shape;743;p8"/>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44" name="Google Shape;744;p8"/>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45" name="Google Shape;745;p8"/>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46" name="Google Shape;746;p8"/>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47" name="Google Shape;747;p8"/>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48" name="Google Shape;748;p8"/>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49" name="Google Shape;749;p8"/>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50" name="Google Shape;750;p8"/>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51" name="Google Shape;751;p8"/>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52" name="Google Shape;752;p8"/>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53" name="Google Shape;753;p8"/>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54" name="Google Shape;754;p8"/>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55" name="Google Shape;755;p8"/>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56" name="Google Shape;756;p8"/>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757" name="Google Shape;757;p8"/>
          <p:cNvGrpSpPr/>
          <p:nvPr/>
        </p:nvGrpSpPr>
        <p:grpSpPr>
          <a:xfrm>
            <a:off x="13944598" y="1923330"/>
            <a:ext cx="3742208" cy="7525471"/>
            <a:chOff x="-1" y="-1"/>
            <a:chExt cx="3742206" cy="7525469"/>
          </a:xfrm>
        </p:grpSpPr>
        <p:cxnSp>
          <p:nvCxnSpPr>
            <p:cNvPr id="758" name="Google Shape;758;p8"/>
            <p:cNvCxnSpPr/>
            <p:nvPr/>
          </p:nvCxnSpPr>
          <p:spPr>
            <a:xfrm flipH="1" rot="10800000">
              <a:off x="1117417" y="3886850"/>
              <a:ext cx="2597516" cy="257506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59" name="Google Shape;759;p8"/>
            <p:cNvCxnSpPr/>
            <p:nvPr/>
          </p:nvCxnSpPr>
          <p:spPr>
            <a:xfrm flipH="1" rot="10800000">
              <a:off x="820269" y="3873311"/>
              <a:ext cx="2921936" cy="225289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60" name="Google Shape;760;p8"/>
            <p:cNvCxnSpPr/>
            <p:nvPr/>
          </p:nvCxnSpPr>
          <p:spPr>
            <a:xfrm flipH="1" rot="10800000">
              <a:off x="556878" y="3928819"/>
              <a:ext cx="3124868" cy="18592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61" name="Google Shape;761;p8"/>
            <p:cNvCxnSpPr/>
            <p:nvPr/>
          </p:nvCxnSpPr>
          <p:spPr>
            <a:xfrm flipH="1" rot="10800000">
              <a:off x="308226" y="3926276"/>
              <a:ext cx="3403097" cy="134051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62" name="Google Shape;762;p8"/>
            <p:cNvCxnSpPr/>
            <p:nvPr/>
          </p:nvCxnSpPr>
          <p:spPr>
            <a:xfrm flipH="1" rot="10800000">
              <a:off x="167109" y="3907122"/>
              <a:ext cx="3571031" cy="9152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63" name="Google Shape;763;p8"/>
            <p:cNvCxnSpPr/>
            <p:nvPr/>
          </p:nvCxnSpPr>
          <p:spPr>
            <a:xfrm flipH="1" rot="10800000">
              <a:off x="69130" y="3871820"/>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64" name="Google Shape;764;p8"/>
            <p:cNvCxnSpPr/>
            <p:nvPr/>
          </p:nvCxnSpPr>
          <p:spPr>
            <a:xfrm>
              <a:off x="-1" y="3867869"/>
              <a:ext cx="3657600" cy="31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65" name="Google Shape;765;p8"/>
            <p:cNvCxnSpPr/>
            <p:nvPr/>
          </p:nvCxnSpPr>
          <p:spPr>
            <a:xfrm>
              <a:off x="0" y="3366218"/>
              <a:ext cx="3657598"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66" name="Google Shape;766;p8"/>
            <p:cNvCxnSpPr/>
            <p:nvPr/>
          </p:nvCxnSpPr>
          <p:spPr>
            <a:xfrm>
              <a:off x="127000" y="2940769"/>
              <a:ext cx="3524249"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67" name="Google Shape;767;p8"/>
            <p:cNvCxnSpPr/>
            <p:nvPr/>
          </p:nvCxnSpPr>
          <p:spPr>
            <a:xfrm>
              <a:off x="269806" y="2418975"/>
              <a:ext cx="3359283" cy="144681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68" name="Google Shape;768;p8"/>
            <p:cNvCxnSpPr/>
            <p:nvPr/>
          </p:nvCxnSpPr>
          <p:spPr>
            <a:xfrm>
              <a:off x="439428" y="1977166"/>
              <a:ext cx="3178794"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69" name="Google Shape;769;p8"/>
            <p:cNvCxnSpPr/>
            <p:nvPr/>
          </p:nvCxnSpPr>
          <p:spPr>
            <a:xfrm>
              <a:off x="755485" y="1661861"/>
              <a:ext cx="2889576" cy="22022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70" name="Google Shape;770;p8"/>
            <p:cNvCxnSpPr/>
            <p:nvPr/>
          </p:nvCxnSpPr>
          <p:spPr>
            <a:xfrm>
              <a:off x="1101656" y="1241958"/>
              <a:ext cx="2575064" cy="259751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71" name="Google Shape;771;p8"/>
            <p:cNvCxnSpPr/>
            <p:nvPr/>
          </p:nvCxnSpPr>
          <p:spPr>
            <a:xfrm>
              <a:off x="1438485" y="944351"/>
              <a:ext cx="2250656" cy="29196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72" name="Google Shape;772;p8"/>
            <p:cNvCxnSpPr/>
            <p:nvPr/>
          </p:nvCxnSpPr>
          <p:spPr>
            <a:xfrm>
              <a:off x="1800852" y="643321"/>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73" name="Google Shape;773;p8"/>
            <p:cNvCxnSpPr/>
            <p:nvPr/>
          </p:nvCxnSpPr>
          <p:spPr>
            <a:xfrm>
              <a:off x="2296198" y="334456"/>
              <a:ext cx="1341676" cy="340605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74" name="Google Shape;774;p8"/>
            <p:cNvCxnSpPr/>
            <p:nvPr/>
          </p:nvCxnSpPr>
          <p:spPr>
            <a:xfrm>
              <a:off x="2722129" y="237676"/>
              <a:ext cx="915270" cy="357103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75" name="Google Shape;775;p8"/>
            <p:cNvCxnSpPr/>
            <p:nvPr/>
          </p:nvCxnSpPr>
          <p:spPr>
            <a:xfrm>
              <a:off x="3144026" y="-1"/>
              <a:ext cx="474700" cy="36050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76" name="Google Shape;776;p8"/>
            <p:cNvCxnSpPr/>
            <p:nvPr/>
          </p:nvCxnSpPr>
          <p:spPr>
            <a:xfrm flipH="1" rot="10800000">
              <a:off x="3206748" y="3867867"/>
              <a:ext cx="460377" cy="36576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77" name="Google Shape;777;p8"/>
            <p:cNvCxnSpPr/>
            <p:nvPr/>
          </p:nvCxnSpPr>
          <p:spPr>
            <a:xfrm flipH="1" rot="10800000">
              <a:off x="2759075" y="3810717"/>
              <a:ext cx="882649" cy="35274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78" name="Google Shape;778;p8"/>
            <p:cNvCxnSpPr/>
            <p:nvPr/>
          </p:nvCxnSpPr>
          <p:spPr>
            <a:xfrm flipH="1" rot="10800000">
              <a:off x="2259507" y="3855101"/>
              <a:ext cx="1446814" cy="335928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79" name="Google Shape;779;p8"/>
            <p:cNvCxnSpPr/>
            <p:nvPr/>
          </p:nvCxnSpPr>
          <p:spPr>
            <a:xfrm flipH="1" rot="10800000">
              <a:off x="1836747" y="3888197"/>
              <a:ext cx="1866882" cy="317879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780" name="Google Shape;780;p8"/>
          <p:cNvGrpSpPr/>
          <p:nvPr/>
        </p:nvGrpSpPr>
        <p:grpSpPr>
          <a:xfrm>
            <a:off x="14366876" y="1916981"/>
            <a:ext cx="3739492" cy="7525469"/>
            <a:chOff x="0" y="-1"/>
            <a:chExt cx="3739491" cy="7525467"/>
          </a:xfrm>
        </p:grpSpPr>
        <p:cxnSp>
          <p:nvCxnSpPr>
            <p:cNvPr id="781" name="Google Shape;781;p8"/>
            <p:cNvCxnSpPr/>
            <p:nvPr/>
          </p:nvCxnSpPr>
          <p:spPr>
            <a:xfrm flipH="1" rot="10800000">
              <a:off x="1116955" y="3887967"/>
              <a:ext cx="2595264" cy="257282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82" name="Google Shape;782;p8"/>
            <p:cNvCxnSpPr/>
            <p:nvPr/>
          </p:nvCxnSpPr>
          <p:spPr>
            <a:xfrm flipH="1" rot="10800000">
              <a:off x="819809" y="3874428"/>
              <a:ext cx="2919682" cy="225065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83" name="Google Shape;783;p8"/>
            <p:cNvCxnSpPr/>
            <p:nvPr/>
          </p:nvCxnSpPr>
          <p:spPr>
            <a:xfrm flipH="1" rot="10800000">
              <a:off x="556416" y="3929937"/>
              <a:ext cx="3122616"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84" name="Google Shape;784;p8"/>
            <p:cNvCxnSpPr/>
            <p:nvPr/>
          </p:nvCxnSpPr>
          <p:spPr>
            <a:xfrm flipH="1" rot="10800000">
              <a:off x="308114" y="3926858"/>
              <a:ext cx="3400145" cy="133934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85" name="Google Shape;785;p8"/>
            <p:cNvCxnSpPr/>
            <p:nvPr/>
          </p:nvCxnSpPr>
          <p:spPr>
            <a:xfrm flipH="1" rot="10800000">
              <a:off x="166996" y="3907704"/>
              <a:ext cx="3568080" cy="9141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86" name="Google Shape;786;p8"/>
            <p:cNvCxnSpPr/>
            <p:nvPr/>
          </p:nvCxnSpPr>
          <p:spPr>
            <a:xfrm flipH="1" rot="10800000">
              <a:off x="69021" y="3872400"/>
              <a:ext cx="3602107" cy="4735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87" name="Google Shape;787;p8"/>
            <p:cNvCxnSpPr/>
            <p:nvPr/>
          </p:nvCxnSpPr>
          <p:spPr>
            <a:xfrm>
              <a:off x="0" y="3867866"/>
              <a:ext cx="3654423" cy="31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88" name="Google Shape;788;p8"/>
            <p:cNvCxnSpPr/>
            <p:nvPr/>
          </p:nvCxnSpPr>
          <p:spPr>
            <a:xfrm>
              <a:off x="0" y="3366216"/>
              <a:ext cx="3654423"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89" name="Google Shape;789;p8"/>
            <p:cNvCxnSpPr/>
            <p:nvPr/>
          </p:nvCxnSpPr>
          <p:spPr>
            <a:xfrm>
              <a:off x="126998" y="2940767"/>
              <a:ext cx="3524251"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90" name="Google Shape;790;p8"/>
            <p:cNvCxnSpPr/>
            <p:nvPr/>
          </p:nvCxnSpPr>
          <p:spPr>
            <a:xfrm>
              <a:off x="269809" y="2418974"/>
              <a:ext cx="3359283" cy="144681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91" name="Google Shape;791;p8"/>
            <p:cNvCxnSpPr/>
            <p:nvPr/>
          </p:nvCxnSpPr>
          <p:spPr>
            <a:xfrm>
              <a:off x="439298" y="1977791"/>
              <a:ext cx="3175878" cy="186562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92" name="Google Shape;792;p8"/>
            <p:cNvCxnSpPr/>
            <p:nvPr/>
          </p:nvCxnSpPr>
          <p:spPr>
            <a:xfrm>
              <a:off x="755357" y="1662486"/>
              <a:ext cx="2886660" cy="22009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93" name="Google Shape;793;p8"/>
            <p:cNvCxnSpPr/>
            <p:nvPr/>
          </p:nvCxnSpPr>
          <p:spPr>
            <a:xfrm>
              <a:off x="1101654" y="1241956"/>
              <a:ext cx="2575067"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94" name="Google Shape;794;p8"/>
            <p:cNvCxnSpPr/>
            <p:nvPr/>
          </p:nvCxnSpPr>
          <p:spPr>
            <a:xfrm>
              <a:off x="1435770" y="945470"/>
              <a:ext cx="2252910" cy="291744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95" name="Google Shape;795;p8"/>
            <p:cNvCxnSpPr/>
            <p:nvPr/>
          </p:nvCxnSpPr>
          <p:spPr>
            <a:xfrm>
              <a:off x="1797675" y="643319"/>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96" name="Google Shape;796;p8"/>
            <p:cNvCxnSpPr/>
            <p:nvPr/>
          </p:nvCxnSpPr>
          <p:spPr>
            <a:xfrm>
              <a:off x="2296197" y="334454"/>
              <a:ext cx="1341680" cy="340605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97" name="Google Shape;797;p8"/>
            <p:cNvCxnSpPr/>
            <p:nvPr/>
          </p:nvCxnSpPr>
          <p:spPr>
            <a:xfrm>
              <a:off x="2718952" y="237676"/>
              <a:ext cx="915272"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98" name="Google Shape;798;p8"/>
            <p:cNvCxnSpPr/>
            <p:nvPr/>
          </p:nvCxnSpPr>
          <p:spPr>
            <a:xfrm>
              <a:off x="3140849" y="-1"/>
              <a:ext cx="474701" cy="36050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799" name="Google Shape;799;p8"/>
            <p:cNvCxnSpPr/>
            <p:nvPr/>
          </p:nvCxnSpPr>
          <p:spPr>
            <a:xfrm flipH="1" rot="10800000">
              <a:off x="3203574" y="3867865"/>
              <a:ext cx="460375" cy="36576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00" name="Google Shape;800;p8"/>
            <p:cNvCxnSpPr/>
            <p:nvPr/>
          </p:nvCxnSpPr>
          <p:spPr>
            <a:xfrm flipH="1" rot="10800000">
              <a:off x="2755899" y="3810717"/>
              <a:ext cx="882649" cy="35274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01" name="Google Shape;801;p8"/>
            <p:cNvCxnSpPr/>
            <p:nvPr/>
          </p:nvCxnSpPr>
          <p:spPr>
            <a:xfrm flipH="1" rot="10800000">
              <a:off x="2256331" y="3855098"/>
              <a:ext cx="1446812" cy="335928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02" name="Google Shape;802;p8"/>
            <p:cNvCxnSpPr/>
            <p:nvPr/>
          </p:nvCxnSpPr>
          <p:spPr>
            <a:xfrm flipH="1" rot="10800000">
              <a:off x="1833571" y="3888193"/>
              <a:ext cx="1866881" cy="31787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cxnSp>
        <p:nvCxnSpPr>
          <p:cNvPr id="803" name="Google Shape;803;p8"/>
          <p:cNvCxnSpPr/>
          <p:nvPr/>
        </p:nvCxnSpPr>
        <p:spPr>
          <a:xfrm flipH="1" rot="10800000">
            <a:off x="11191875" y="6397625"/>
            <a:ext cx="6473825" cy="1670051"/>
          </a:xfrm>
          <a:prstGeom prst="straightConnector1">
            <a:avLst/>
          </a:prstGeom>
          <a:noFill/>
          <a:ln cap="flat" cmpd="sng" w="50800">
            <a:solidFill>
              <a:srgbClr val="FF6600"/>
            </a:solidFill>
            <a:prstDash val="solid"/>
            <a:round/>
            <a:headEnd len="sm" w="sm" type="none"/>
            <a:tailEnd len="sm" w="sm" type="none"/>
          </a:ln>
          <a:effectLst>
            <a:outerShdw blurRad="76200" rotWithShape="0" dir="5400000" dist="38100">
              <a:srgbClr val="000000">
                <a:alpha val="37647"/>
              </a:srgbClr>
            </a:outerShdw>
          </a:effectLst>
        </p:spPr>
      </p:cxnSp>
      <p:sp>
        <p:nvSpPr>
          <p:cNvPr id="804" name="Google Shape;804;p8"/>
          <p:cNvSpPr txBox="1"/>
          <p:nvPr/>
        </p:nvSpPr>
        <p:spPr>
          <a:xfrm>
            <a:off x="4031615" y="10528300"/>
            <a:ext cx="8511135"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The intensity P can be parameterized as:</a:t>
            </a:r>
            <a:endParaRPr/>
          </a:p>
        </p:txBody>
      </p:sp>
      <p:sp>
        <p:nvSpPr>
          <p:cNvPr id="805" name="Google Shape;805;p8"/>
          <p:cNvSpPr txBox="1"/>
          <p:nvPr/>
        </p:nvSpPr>
        <p:spPr>
          <a:xfrm>
            <a:off x="8848090" y="11395075"/>
            <a:ext cx="590601" cy="88971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P</a:t>
            </a:r>
            <a:endParaRPr/>
          </a:p>
        </p:txBody>
      </p:sp>
      <p:sp>
        <p:nvSpPr>
          <p:cNvPr id="806" name="Google Shape;806;p8"/>
          <p:cNvSpPr txBox="1"/>
          <p:nvPr/>
        </p:nvSpPr>
        <p:spPr>
          <a:xfrm>
            <a:off x="9365615" y="11388725"/>
            <a:ext cx="353468" cy="88971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a:t>
            </a:r>
            <a:endParaRPr/>
          </a:p>
        </p:txBody>
      </p:sp>
      <p:sp>
        <p:nvSpPr>
          <p:cNvPr id="807" name="Google Shape;807;p8"/>
          <p:cNvSpPr txBox="1"/>
          <p:nvPr/>
        </p:nvSpPr>
        <p:spPr>
          <a:xfrm>
            <a:off x="12061206" y="11415225"/>
            <a:ext cx="31080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X, Y, Z</a:t>
            </a:r>
            <a:endParaRPr/>
          </a:p>
        </p:txBody>
      </p:sp>
      <p:sp>
        <p:nvSpPr>
          <p:cNvPr id="808" name="Google Shape;808;p8"/>
          <p:cNvSpPr txBox="1"/>
          <p:nvPr/>
        </p:nvSpPr>
        <p:spPr>
          <a:xfrm>
            <a:off x="9939328" y="1384300"/>
            <a:ext cx="4620362"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Adelson &amp; Bergen, 91</a:t>
            </a:r>
            <a:endParaRPr/>
          </a:p>
        </p:txBody>
      </p:sp>
      <p:pic>
        <p:nvPicPr>
          <p:cNvPr descr="Image" id="809" name="Google Shape;809;p8"/>
          <p:cNvPicPr preferRelativeResize="0"/>
          <p:nvPr/>
        </p:nvPicPr>
        <p:blipFill rotWithShape="1">
          <a:blip r:embed="rId3">
            <a:alphaModFix/>
          </a:blip>
          <a:srcRect b="0" l="0" r="0" t="0"/>
          <a:stretch/>
        </p:blipFill>
        <p:spPr>
          <a:xfrm>
            <a:off x="10623795" y="7877435"/>
            <a:ext cx="1748988" cy="2286001"/>
          </a:xfrm>
          <a:prstGeom prst="rect">
            <a:avLst/>
          </a:prstGeom>
          <a:noFill/>
          <a:ln>
            <a:noFill/>
          </a:ln>
        </p:spPr>
      </p:pic>
      <p:sp>
        <p:nvSpPr>
          <p:cNvPr id="810" name="Google Shape;810;p8"/>
          <p:cNvSpPr/>
          <p:nvPr/>
        </p:nvSpPr>
        <p:spPr>
          <a:xfrm>
            <a:off x="10899775" y="7969250"/>
            <a:ext cx="292101" cy="273053"/>
          </a:xfrm>
          <a:prstGeom prst="ellipse">
            <a:avLst/>
          </a:prstGeom>
          <a:solidFill>
            <a:srgbClr val="FF0000"/>
          </a:solidFill>
          <a:ln>
            <a:noFill/>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Light"/>
              <a:buNone/>
            </a:pPr>
            <a:r>
              <a:t/>
            </a:r>
            <a:endParaRPr b="0" i="0" sz="3600" u="none" cap="none" strike="noStrike">
              <a:solidFill>
                <a:srgbClr val="FFFFFF"/>
              </a:solidFill>
              <a:latin typeface="Helvetica Neue Light"/>
              <a:ea typeface="Helvetica Neue Light"/>
              <a:cs typeface="Helvetica Neue Light"/>
              <a:sym typeface="Helvetica Neue Light"/>
            </a:endParaRPr>
          </a:p>
        </p:txBody>
      </p:sp>
      <p:sp>
        <p:nvSpPr>
          <p:cNvPr id="811" name="Google Shape;811;p8"/>
          <p:cNvSpPr txBox="1"/>
          <p:nvPr/>
        </p:nvSpPr>
        <p:spPr>
          <a:xfrm>
            <a:off x="11550459" y="12277976"/>
            <a:ext cx="3108021" cy="734010"/>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4300"/>
              <a:buFont typeface="Helvetica Neue"/>
              <a:buNone/>
            </a:pPr>
            <a:r>
              <a:rPr b="0" i="0" lang="en-US" sz="4300" u="none" cap="none" strike="noStrike">
                <a:solidFill>
                  <a:srgbClr val="000000"/>
                </a:solidFill>
                <a:latin typeface="Helvetica Neue"/>
                <a:ea typeface="Helvetica Neue"/>
                <a:cs typeface="Helvetica Neue"/>
                <a:sym typeface="Helvetica Neue"/>
              </a:rPr>
              <a:t>Eye position</a:t>
            </a:r>
            <a:endParaRPr/>
          </a:p>
        </p:txBody>
      </p:sp>
      <p:sp>
        <p:nvSpPr>
          <p:cNvPr id="812" name="Google Shape;812;p8"/>
          <p:cNvSpPr txBox="1"/>
          <p:nvPr>
            <p:ph idx="12" type="sldNum"/>
          </p:nvPr>
        </p:nvSpPr>
        <p:spPr>
          <a:xfrm>
            <a:off x="20056551" y="12806655"/>
            <a:ext cx="365049" cy="54234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98989"/>
              </a:buClr>
              <a:buSzPts val="2400"/>
              <a:buFont typeface="Helvetica Neue Light"/>
              <a:buNone/>
            </a:pPr>
            <a:fld id="{00000000-1234-1234-1234-123412341234}" type="slidenum">
              <a:rPr lang="en-US">
                <a:solidFill>
                  <a:srgbClr val="898989"/>
                </a:solidFill>
              </a:rPr>
              <a:t>‹#›</a:t>
            </a:fld>
            <a:endParaRPr/>
          </a:p>
        </p:txBody>
      </p:sp>
      <p:sp>
        <p:nvSpPr>
          <p:cNvPr id="813" name="Google Shape;813;p8"/>
          <p:cNvSpPr txBox="1"/>
          <p:nvPr/>
        </p:nvSpPr>
        <p:spPr>
          <a:xfrm>
            <a:off x="19470192" y="13111189"/>
            <a:ext cx="4696816" cy="49842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600"/>
              <a:buFont typeface="Helvetica Neue Light"/>
              <a:buNone/>
            </a:pPr>
            <a:r>
              <a:rPr b="0" i="0" lang="en-US" sz="26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
        <p:nvSpPr>
          <p:cNvPr id="814" name="Google Shape;814;p8"/>
          <p:cNvSpPr txBox="1"/>
          <p:nvPr/>
        </p:nvSpPr>
        <p:spPr>
          <a:xfrm>
            <a:off x="13960907" y="11455857"/>
            <a:ext cx="272187" cy="808432"/>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a:t>
            </a:r>
            <a:endParaRPr/>
          </a:p>
        </p:txBody>
      </p:sp>
      <p:sp>
        <p:nvSpPr>
          <p:cNvPr id="815" name="Google Shape;815;p8"/>
          <p:cNvSpPr txBox="1"/>
          <p:nvPr/>
        </p:nvSpPr>
        <p:spPr>
          <a:xfrm>
            <a:off x="18826050" y="2860300"/>
            <a:ext cx="56370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200">
                <a:latin typeface="Helvetica Neue"/>
                <a:ea typeface="Helvetica Neue"/>
                <a:cs typeface="Helvetica Neue"/>
                <a:sym typeface="Helvetica Neue"/>
              </a:rPr>
              <a:t>light field</a:t>
            </a:r>
            <a:endParaRPr sz="5200">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9"/>
          <p:cNvSpPr txBox="1"/>
          <p:nvPr>
            <p:ph type="title"/>
          </p:nvPr>
        </p:nvSpPr>
        <p:spPr>
          <a:xfrm>
            <a:off x="3962400" y="-381000"/>
            <a:ext cx="164592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Light"/>
              <a:buNone/>
            </a:pPr>
            <a:r>
              <a:rPr lang="en-US" sz="8800">
                <a:latin typeface="Helvetica Neue Light"/>
                <a:ea typeface="Helvetica Neue Light"/>
                <a:cs typeface="Helvetica Neue Light"/>
                <a:sym typeface="Helvetica Neue Light"/>
              </a:rPr>
              <a:t>The Plenoptic Function</a:t>
            </a:r>
            <a:endParaRPr/>
          </a:p>
        </p:txBody>
      </p:sp>
      <p:grpSp>
        <p:nvGrpSpPr>
          <p:cNvPr id="821" name="Google Shape;821;p9"/>
          <p:cNvGrpSpPr/>
          <p:nvPr/>
        </p:nvGrpSpPr>
        <p:grpSpPr>
          <a:xfrm>
            <a:off x="4610098" y="1631231"/>
            <a:ext cx="3657603" cy="3728169"/>
            <a:chOff x="-1" y="-1"/>
            <a:chExt cx="3657602" cy="3728168"/>
          </a:xfrm>
        </p:grpSpPr>
        <p:grpSp>
          <p:nvGrpSpPr>
            <p:cNvPr id="822" name="Google Shape;822;p9"/>
            <p:cNvGrpSpPr/>
            <p:nvPr/>
          </p:nvGrpSpPr>
          <p:grpSpPr>
            <a:xfrm>
              <a:off x="514283" y="-1"/>
              <a:ext cx="2575067" cy="3630913"/>
              <a:chOff x="0" y="-1"/>
              <a:chExt cx="2575065" cy="3630912"/>
            </a:xfrm>
          </p:grpSpPr>
          <p:cxnSp>
            <p:nvCxnSpPr>
              <p:cNvPr id="823" name="Google Shape;823;p9"/>
              <p:cNvCxnSpPr/>
              <p:nvPr/>
            </p:nvCxnSpPr>
            <p:spPr>
              <a:xfrm>
                <a:off x="0" y="565686"/>
                <a:ext cx="2575065" cy="259751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24" name="Google Shape;824;p9"/>
              <p:cNvCxnSpPr/>
              <p:nvPr/>
            </p:nvCxnSpPr>
            <p:spPr>
              <a:xfrm>
                <a:off x="164919" y="403485"/>
                <a:ext cx="2248402" cy="292191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25" name="Google Shape;825;p9"/>
              <p:cNvCxnSpPr/>
              <p:nvPr/>
            </p:nvCxnSpPr>
            <p:spPr>
              <a:xfrm>
                <a:off x="349943" y="25914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826" name="Google Shape;826;p9"/>
              <p:cNvGrpSpPr/>
              <p:nvPr/>
            </p:nvGrpSpPr>
            <p:grpSpPr>
              <a:xfrm>
                <a:off x="610924" y="-1"/>
                <a:ext cx="1340517" cy="3630912"/>
                <a:chOff x="-1" y="-1"/>
                <a:chExt cx="1340515" cy="3630911"/>
              </a:xfrm>
            </p:grpSpPr>
            <p:cxnSp>
              <p:nvCxnSpPr>
                <p:cNvPr id="827" name="Google Shape;827;p9"/>
                <p:cNvCxnSpPr/>
                <p:nvPr/>
              </p:nvCxnSpPr>
              <p:spPr>
                <a:xfrm>
                  <a:off x="-1" y="143843"/>
                  <a:ext cx="1340515" cy="34030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28" name="Google Shape;828;p9"/>
                <p:cNvCxnSpPr/>
                <p:nvPr/>
              </p:nvCxnSpPr>
              <p:spPr>
                <a:xfrm>
                  <a:off x="209445" y="59878"/>
                  <a:ext cx="915270" cy="357103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29" name="Google Shape;829;p9"/>
                <p:cNvCxnSpPr/>
                <p:nvPr/>
              </p:nvCxnSpPr>
              <p:spPr>
                <a:xfrm>
                  <a:off x="440842" y="-1"/>
                  <a:ext cx="474701" cy="36050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grpSp>
          <p:nvGrpSpPr>
            <p:cNvPr id="830" name="Google Shape;830;p9"/>
            <p:cNvGrpSpPr/>
            <p:nvPr/>
          </p:nvGrpSpPr>
          <p:grpSpPr>
            <a:xfrm>
              <a:off x="5185" y="70566"/>
              <a:ext cx="3627737" cy="3657601"/>
              <a:chOff x="0" y="-1"/>
              <a:chExt cx="3627735" cy="3657600"/>
            </a:xfrm>
          </p:grpSpPr>
          <p:cxnSp>
            <p:nvCxnSpPr>
              <p:cNvPr id="831" name="Google Shape;831;p9"/>
              <p:cNvCxnSpPr/>
              <p:nvPr/>
            </p:nvCxnSpPr>
            <p:spPr>
              <a:xfrm flipH="1">
                <a:off x="1756944" y="-1"/>
                <a:ext cx="3173"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32" name="Google Shape;832;p9"/>
              <p:cNvCxnSpPr/>
              <p:nvPr/>
            </p:nvCxnSpPr>
            <p:spPr>
              <a:xfrm flipH="1">
                <a:off x="1528342" y="0"/>
                <a:ext cx="460374" cy="36575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33" name="Google Shape;833;p9"/>
              <p:cNvCxnSpPr/>
              <p:nvPr/>
            </p:nvCxnSpPr>
            <p:spPr>
              <a:xfrm flipH="1">
                <a:off x="1341017" y="28576"/>
                <a:ext cx="882648" cy="352742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834" name="Google Shape;834;p9"/>
              <p:cNvGrpSpPr/>
              <p:nvPr/>
            </p:nvGrpSpPr>
            <p:grpSpPr>
              <a:xfrm>
                <a:off x="699658" y="133283"/>
                <a:ext cx="2203470" cy="3359287"/>
                <a:chOff x="0" y="-1"/>
                <a:chExt cx="2203469" cy="3359285"/>
              </a:xfrm>
            </p:grpSpPr>
            <p:cxnSp>
              <p:nvCxnSpPr>
                <p:cNvPr id="835" name="Google Shape;835;p9"/>
                <p:cNvCxnSpPr/>
                <p:nvPr/>
              </p:nvCxnSpPr>
              <p:spPr>
                <a:xfrm flipH="1">
                  <a:off x="341816" y="-1"/>
                  <a:ext cx="1446812" cy="335928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36" name="Google Shape;836;p9"/>
                <p:cNvCxnSpPr/>
                <p:nvPr/>
              </p:nvCxnSpPr>
              <p:spPr>
                <a:xfrm flipH="1">
                  <a:off x="128606" y="87067"/>
                  <a:ext cx="1866881" cy="31787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37" name="Google Shape;837;p9"/>
                <p:cNvCxnSpPr/>
                <p:nvPr/>
              </p:nvCxnSpPr>
              <p:spPr>
                <a:xfrm flipH="1">
                  <a:off x="0" y="206406"/>
                  <a:ext cx="2203469" cy="28924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838" name="Google Shape;838;p9"/>
              <p:cNvGrpSpPr/>
              <p:nvPr/>
            </p:nvGrpSpPr>
            <p:grpSpPr>
              <a:xfrm>
                <a:off x="0" y="514279"/>
                <a:ext cx="3627735" cy="2575068"/>
                <a:chOff x="0" y="-1"/>
                <a:chExt cx="3627734" cy="2575066"/>
              </a:xfrm>
            </p:grpSpPr>
            <p:cxnSp>
              <p:nvCxnSpPr>
                <p:cNvPr id="839" name="Google Shape;839;p9"/>
                <p:cNvCxnSpPr/>
                <p:nvPr/>
              </p:nvCxnSpPr>
              <p:spPr>
                <a:xfrm flipH="1">
                  <a:off x="470885" y="-1"/>
                  <a:ext cx="2597514"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40" name="Google Shape;840;p9"/>
                <p:cNvCxnSpPr/>
                <p:nvPr/>
              </p:nvCxnSpPr>
              <p:spPr>
                <a:xfrm flipH="1">
                  <a:off x="308683" y="164920"/>
                  <a:ext cx="2921918" cy="22484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41" name="Google Shape;841;p9"/>
                <p:cNvCxnSpPr/>
                <p:nvPr/>
              </p:nvCxnSpPr>
              <p:spPr>
                <a:xfrm flipH="1">
                  <a:off x="246892" y="349945"/>
                  <a:ext cx="3124871" cy="18592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842" name="Google Shape;842;p9"/>
                <p:cNvGrpSpPr/>
                <p:nvPr/>
              </p:nvGrpSpPr>
              <p:grpSpPr>
                <a:xfrm>
                  <a:off x="0" y="610924"/>
                  <a:ext cx="3627734" cy="1340515"/>
                  <a:chOff x="0" y="-1"/>
                  <a:chExt cx="3627733" cy="1340513"/>
                </a:xfrm>
              </p:grpSpPr>
              <p:cxnSp>
                <p:nvCxnSpPr>
                  <p:cNvPr id="843" name="Google Shape;843;p9"/>
                  <p:cNvCxnSpPr/>
                  <p:nvPr/>
                </p:nvCxnSpPr>
                <p:spPr>
                  <a:xfrm flipH="1">
                    <a:off x="83969" y="-1"/>
                    <a:ext cx="3403097" cy="13405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44" name="Google Shape;844;p9"/>
                  <p:cNvCxnSpPr/>
                  <p:nvPr/>
                </p:nvCxnSpPr>
                <p:spPr>
                  <a:xfrm flipH="1">
                    <a:off x="0" y="209447"/>
                    <a:ext cx="3571031" cy="9152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45" name="Google Shape;845;p9"/>
                  <p:cNvCxnSpPr/>
                  <p:nvPr/>
                </p:nvCxnSpPr>
                <p:spPr>
                  <a:xfrm flipH="1">
                    <a:off x="22674" y="440845"/>
                    <a:ext cx="3605059" cy="47469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grpSp>
        <p:cxnSp>
          <p:nvCxnSpPr>
            <p:cNvPr id="846" name="Google Shape;846;p9"/>
            <p:cNvCxnSpPr/>
            <p:nvPr/>
          </p:nvCxnSpPr>
          <p:spPr>
            <a:xfrm>
              <a:off x="-1" y="1873968"/>
              <a:ext cx="3657602" cy="317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47" name="Google Shape;847;p9"/>
            <p:cNvCxnSpPr/>
            <p:nvPr/>
          </p:nvCxnSpPr>
          <p:spPr>
            <a:xfrm>
              <a:off x="0" y="1645367"/>
              <a:ext cx="3657600"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48" name="Google Shape;848;p9"/>
            <p:cNvCxnSpPr/>
            <p:nvPr/>
          </p:nvCxnSpPr>
          <p:spPr>
            <a:xfrm>
              <a:off x="28575" y="1413594"/>
              <a:ext cx="3527426" cy="8826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49" name="Google Shape;849;p9"/>
            <p:cNvCxnSpPr/>
            <p:nvPr/>
          </p:nvCxnSpPr>
          <p:spPr>
            <a:xfrm>
              <a:off x="133415" y="1145172"/>
              <a:ext cx="3362198" cy="1448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50" name="Google Shape;850;p9"/>
            <p:cNvCxnSpPr/>
            <p:nvPr/>
          </p:nvCxnSpPr>
          <p:spPr>
            <a:xfrm>
              <a:off x="223530" y="935765"/>
              <a:ext cx="3178795" cy="18668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cxnSp>
        <p:nvCxnSpPr>
          <p:cNvPr id="851" name="Google Shape;851;p9"/>
          <p:cNvCxnSpPr/>
          <p:nvPr/>
        </p:nvCxnSpPr>
        <p:spPr>
          <a:xfrm>
            <a:off x="4952999" y="2365376"/>
            <a:ext cx="8737602" cy="665797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sp>
        <p:nvSpPr>
          <p:cNvPr id="852" name="Google Shape;852;p9"/>
          <p:cNvSpPr/>
          <p:nvPr/>
        </p:nvSpPr>
        <p:spPr>
          <a:xfrm>
            <a:off x="5772150" y="2854325"/>
            <a:ext cx="1219200" cy="1219201"/>
          </a:xfrm>
          <a:prstGeom prst="ellipse">
            <a:avLst/>
          </a:prstGeom>
          <a:solidFill>
            <a:srgbClr val="FFFF00"/>
          </a:solidFill>
          <a:ln cap="flat" cmpd="sng" w="12700">
            <a:solidFill>
              <a:srgbClr val="FF6600"/>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Light"/>
              <a:buNone/>
            </a:pPr>
            <a:r>
              <a:t/>
            </a:r>
            <a:endParaRPr b="0" i="0" sz="3600" u="none" cap="none" strike="noStrike">
              <a:solidFill>
                <a:srgbClr val="FFFFFF"/>
              </a:solidFill>
              <a:latin typeface="Helvetica Neue Light"/>
              <a:ea typeface="Helvetica Neue Light"/>
              <a:cs typeface="Helvetica Neue Light"/>
              <a:sym typeface="Helvetica Neue Light"/>
            </a:endParaRPr>
          </a:p>
        </p:txBody>
      </p:sp>
      <p:sp>
        <p:nvSpPr>
          <p:cNvPr id="853" name="Google Shape;853;p9"/>
          <p:cNvSpPr/>
          <p:nvPr/>
        </p:nvSpPr>
        <p:spPr>
          <a:xfrm>
            <a:off x="7261226" y="5022850"/>
            <a:ext cx="14074774" cy="5210177"/>
          </a:xfrm>
          <a:custGeom>
            <a:rect b="b" l="l" r="r" t="t"/>
            <a:pathLst>
              <a:path extrusionOk="0" h="21600" w="21600">
                <a:moveTo>
                  <a:pt x="0" y="21216"/>
                </a:moveTo>
                <a:lnTo>
                  <a:pt x="2984" y="21312"/>
                </a:lnTo>
                <a:cubicBezTo>
                  <a:pt x="3068" y="21317"/>
                  <a:pt x="3149" y="21408"/>
                  <a:pt x="3233" y="21408"/>
                </a:cubicBezTo>
                <a:cubicBezTo>
                  <a:pt x="3529" y="21408"/>
                  <a:pt x="3825" y="21329"/>
                  <a:pt x="4121" y="21312"/>
                </a:cubicBezTo>
                <a:cubicBezTo>
                  <a:pt x="4393" y="21297"/>
                  <a:pt x="4666" y="21312"/>
                  <a:pt x="4938" y="21312"/>
                </a:cubicBezTo>
                <a:lnTo>
                  <a:pt x="4938" y="15936"/>
                </a:lnTo>
                <a:lnTo>
                  <a:pt x="5151" y="16032"/>
                </a:lnTo>
                <a:lnTo>
                  <a:pt x="5151" y="19296"/>
                </a:lnTo>
                <a:lnTo>
                  <a:pt x="6111" y="19296"/>
                </a:lnTo>
                <a:lnTo>
                  <a:pt x="6111" y="21600"/>
                </a:lnTo>
                <a:lnTo>
                  <a:pt x="7851" y="21408"/>
                </a:lnTo>
                <a:lnTo>
                  <a:pt x="7851" y="17472"/>
                </a:lnTo>
                <a:lnTo>
                  <a:pt x="6608" y="17472"/>
                </a:lnTo>
                <a:lnTo>
                  <a:pt x="6608" y="16896"/>
                </a:lnTo>
                <a:lnTo>
                  <a:pt x="12043" y="16896"/>
                </a:lnTo>
                <a:lnTo>
                  <a:pt x="12043" y="17472"/>
                </a:lnTo>
                <a:lnTo>
                  <a:pt x="10764" y="17376"/>
                </a:lnTo>
                <a:lnTo>
                  <a:pt x="10764" y="21312"/>
                </a:lnTo>
                <a:lnTo>
                  <a:pt x="13109" y="21408"/>
                </a:lnTo>
                <a:lnTo>
                  <a:pt x="13109" y="19008"/>
                </a:lnTo>
                <a:lnTo>
                  <a:pt x="14104" y="19008"/>
                </a:lnTo>
                <a:lnTo>
                  <a:pt x="14104" y="15552"/>
                </a:lnTo>
                <a:lnTo>
                  <a:pt x="14317" y="15552"/>
                </a:lnTo>
                <a:lnTo>
                  <a:pt x="14317" y="21408"/>
                </a:lnTo>
                <a:lnTo>
                  <a:pt x="16804" y="21312"/>
                </a:lnTo>
                <a:lnTo>
                  <a:pt x="16591" y="384"/>
                </a:lnTo>
                <a:lnTo>
                  <a:pt x="21600" y="0"/>
                </a:lnTo>
              </a:path>
            </a:pathLst>
          </a:custGeom>
          <a:noFill/>
          <a:ln cap="flat" cmpd="sng" w="50800">
            <a:solidFill>
              <a:srgbClr val="000000"/>
            </a:solidFill>
            <a:prstDash val="solid"/>
            <a:round/>
            <a:headEnd len="sm" w="sm" type="none"/>
            <a:tailEnd len="sm" w="sm" type="none"/>
          </a:ln>
          <a:effectLst>
            <a:outerShdw blurRad="76200" rotWithShape="0" dir="5400000" dist="38100">
              <a:srgbClr val="000000">
                <a:alpha val="3764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Helvetica Neue Light"/>
              <a:buNone/>
            </a:pPr>
            <a:r>
              <a:t/>
            </a:r>
            <a:endParaRPr b="0" i="0" sz="3600" u="none" cap="none" strike="noStrike">
              <a:solidFill>
                <a:srgbClr val="000000"/>
              </a:solidFill>
              <a:latin typeface="Helvetica Neue Light"/>
              <a:ea typeface="Helvetica Neue Light"/>
              <a:cs typeface="Helvetica Neue Light"/>
              <a:sym typeface="Helvetica Neue Light"/>
            </a:endParaRPr>
          </a:p>
        </p:txBody>
      </p:sp>
      <p:grpSp>
        <p:nvGrpSpPr>
          <p:cNvPr id="854" name="Google Shape;854;p9"/>
          <p:cNvGrpSpPr/>
          <p:nvPr/>
        </p:nvGrpSpPr>
        <p:grpSpPr>
          <a:xfrm>
            <a:off x="10071100" y="5400676"/>
            <a:ext cx="7519119" cy="3739032"/>
            <a:chOff x="0" y="0"/>
            <a:chExt cx="7519118" cy="3739030"/>
          </a:xfrm>
        </p:grpSpPr>
        <p:cxnSp>
          <p:nvCxnSpPr>
            <p:cNvPr id="855" name="Google Shape;855;p9"/>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56" name="Google Shape;856;p9"/>
            <p:cNvCxnSpPr/>
            <p:nvPr/>
          </p:nvCxnSpPr>
          <p:spPr>
            <a:xfrm>
              <a:off x="1396092" y="817094"/>
              <a:ext cx="2252891" cy="292193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57" name="Google Shape;857;p9"/>
            <p:cNvCxnSpPr/>
            <p:nvPr/>
          </p:nvCxnSpPr>
          <p:spPr>
            <a:xfrm>
              <a:off x="1737353" y="556876"/>
              <a:ext cx="1859299" cy="31248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58" name="Google Shape;858;p9"/>
            <p:cNvCxnSpPr/>
            <p:nvPr/>
          </p:nvCxnSpPr>
          <p:spPr>
            <a:xfrm>
              <a:off x="2255508" y="308223"/>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59" name="Google Shape;859;p9"/>
            <p:cNvCxnSpPr/>
            <p:nvPr/>
          </p:nvCxnSpPr>
          <p:spPr>
            <a:xfrm>
              <a:off x="2699904" y="167108"/>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60" name="Google Shape;860;p9"/>
            <p:cNvCxnSpPr/>
            <p:nvPr/>
          </p:nvCxnSpPr>
          <p:spPr>
            <a:xfrm>
              <a:off x="3178953" y="69130"/>
              <a:ext cx="474698" cy="360505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61" name="Google Shape;861;p9"/>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62" name="Google Shape;862;p9"/>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63" name="Google Shape;863;p9"/>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64" name="Google Shape;864;p9"/>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65" name="Google Shape;865;p9"/>
            <p:cNvCxnSpPr/>
            <p:nvPr/>
          </p:nvCxnSpPr>
          <p:spPr>
            <a:xfrm flipH="1">
              <a:off x="3675075" y="439426"/>
              <a:ext cx="1866879" cy="31787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66" name="Google Shape;866;p9"/>
            <p:cNvCxnSpPr/>
            <p:nvPr/>
          </p:nvCxnSpPr>
          <p:spPr>
            <a:xfrm flipH="1">
              <a:off x="3658218" y="752310"/>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67" name="Google Shape;867;p9"/>
            <p:cNvCxnSpPr/>
            <p:nvPr/>
          </p:nvCxnSpPr>
          <p:spPr>
            <a:xfrm flipH="1">
              <a:off x="3682818" y="1098481"/>
              <a:ext cx="2597518" cy="257506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68" name="Google Shape;868;p9"/>
            <p:cNvCxnSpPr/>
            <p:nvPr/>
          </p:nvCxnSpPr>
          <p:spPr>
            <a:xfrm flipH="1">
              <a:off x="3658259" y="1435310"/>
              <a:ext cx="2919682" cy="2250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69" name="Google Shape;869;p9"/>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70" name="Google Shape;870;p9"/>
            <p:cNvCxnSpPr/>
            <p:nvPr/>
          </p:nvCxnSpPr>
          <p:spPr>
            <a:xfrm flipH="1">
              <a:off x="3778611" y="2293024"/>
              <a:ext cx="3406054" cy="13416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71" name="Google Shape;871;p9"/>
            <p:cNvCxnSpPr/>
            <p:nvPr/>
          </p:nvCxnSpPr>
          <p:spPr>
            <a:xfrm flipH="1">
              <a:off x="3713584" y="2718951"/>
              <a:ext cx="3571032" cy="91527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72" name="Google Shape;872;p9"/>
            <p:cNvCxnSpPr/>
            <p:nvPr/>
          </p:nvCxnSpPr>
          <p:spPr>
            <a:xfrm flipH="1">
              <a:off x="3914058" y="3140851"/>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73" name="Google Shape;873;p9"/>
            <p:cNvCxnSpPr/>
            <p:nvPr/>
          </p:nvCxnSpPr>
          <p:spPr>
            <a:xfrm>
              <a:off x="0" y="3203573"/>
              <a:ext cx="3657600"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74" name="Google Shape;874;p9"/>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75" name="Google Shape;875;p9"/>
            <p:cNvCxnSpPr/>
            <p:nvPr/>
          </p:nvCxnSpPr>
          <p:spPr>
            <a:xfrm>
              <a:off x="311085" y="2256330"/>
              <a:ext cx="3359284" cy="144681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76" name="Google Shape;876;p9"/>
            <p:cNvCxnSpPr/>
            <p:nvPr/>
          </p:nvCxnSpPr>
          <p:spPr>
            <a:xfrm>
              <a:off x="458477" y="1833572"/>
              <a:ext cx="3178796" cy="18668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877" name="Google Shape;877;p9"/>
          <p:cNvGrpSpPr/>
          <p:nvPr/>
        </p:nvGrpSpPr>
        <p:grpSpPr>
          <a:xfrm>
            <a:off x="10490200" y="5397500"/>
            <a:ext cx="7519119" cy="3739032"/>
            <a:chOff x="0" y="0"/>
            <a:chExt cx="7519118" cy="3739031"/>
          </a:xfrm>
        </p:grpSpPr>
        <p:cxnSp>
          <p:nvCxnSpPr>
            <p:cNvPr id="878" name="Google Shape;878;p9"/>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79" name="Google Shape;879;p9"/>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80" name="Google Shape;880;p9"/>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81" name="Google Shape;881;p9"/>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82" name="Google Shape;882;p9"/>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83" name="Google Shape;883;p9"/>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84" name="Google Shape;884;p9"/>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85" name="Google Shape;885;p9"/>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86" name="Google Shape;886;p9"/>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87" name="Google Shape;887;p9"/>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88" name="Google Shape;888;p9"/>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89" name="Google Shape;889;p9"/>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90" name="Google Shape;890;p9"/>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91" name="Google Shape;891;p9"/>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92" name="Google Shape;892;p9"/>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93" name="Google Shape;893;p9"/>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94" name="Google Shape;894;p9"/>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95" name="Google Shape;895;p9"/>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96" name="Google Shape;896;p9"/>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97" name="Google Shape;897;p9"/>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98" name="Google Shape;898;p9"/>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899" name="Google Shape;899;p9"/>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900" name="Google Shape;900;p9"/>
          <p:cNvGrpSpPr/>
          <p:nvPr/>
        </p:nvGrpSpPr>
        <p:grpSpPr>
          <a:xfrm>
            <a:off x="9134476" y="5416549"/>
            <a:ext cx="7519119" cy="3739031"/>
            <a:chOff x="0" y="-1"/>
            <a:chExt cx="7519118" cy="3739030"/>
          </a:xfrm>
        </p:grpSpPr>
        <p:cxnSp>
          <p:nvCxnSpPr>
            <p:cNvPr id="901" name="Google Shape;901;p9"/>
            <p:cNvCxnSpPr/>
            <p:nvPr/>
          </p:nvCxnSpPr>
          <p:spPr>
            <a:xfrm>
              <a:off x="1060380" y="1114240"/>
              <a:ext cx="2575063" cy="259751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02" name="Google Shape;902;p9"/>
            <p:cNvCxnSpPr/>
            <p:nvPr/>
          </p:nvCxnSpPr>
          <p:spPr>
            <a:xfrm>
              <a:off x="1396091" y="817096"/>
              <a:ext cx="2252891" cy="29219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03" name="Google Shape;903;p9"/>
            <p:cNvCxnSpPr/>
            <p:nvPr/>
          </p:nvCxnSpPr>
          <p:spPr>
            <a:xfrm>
              <a:off x="1737349"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04" name="Google Shape;904;p9"/>
            <p:cNvCxnSpPr/>
            <p:nvPr/>
          </p:nvCxnSpPr>
          <p:spPr>
            <a:xfrm>
              <a:off x="2255506" y="308225"/>
              <a:ext cx="1340511" cy="34030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05" name="Google Shape;905;p9"/>
            <p:cNvCxnSpPr/>
            <p:nvPr/>
          </p:nvCxnSpPr>
          <p:spPr>
            <a:xfrm>
              <a:off x="2699903" y="167110"/>
              <a:ext cx="915269"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06" name="Google Shape;906;p9"/>
            <p:cNvCxnSpPr/>
            <p:nvPr/>
          </p:nvCxnSpPr>
          <p:spPr>
            <a:xfrm>
              <a:off x="3178949"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07" name="Google Shape;907;p9"/>
            <p:cNvCxnSpPr/>
            <p:nvPr/>
          </p:nvCxnSpPr>
          <p:spPr>
            <a:xfrm flipH="1">
              <a:off x="3651250" y="-1"/>
              <a:ext cx="3174"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08" name="Google Shape;908;p9"/>
            <p:cNvCxnSpPr/>
            <p:nvPr/>
          </p:nvCxnSpPr>
          <p:spPr>
            <a:xfrm flipH="1">
              <a:off x="3692523" y="1"/>
              <a:ext cx="460378"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09" name="Google Shape;909;p9"/>
            <p:cNvCxnSpPr/>
            <p:nvPr/>
          </p:nvCxnSpPr>
          <p:spPr>
            <a:xfrm flipH="1">
              <a:off x="3698876"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10" name="Google Shape;910;p9"/>
            <p:cNvCxnSpPr/>
            <p:nvPr/>
          </p:nvCxnSpPr>
          <p:spPr>
            <a:xfrm flipH="1">
              <a:off x="3653332" y="269807"/>
              <a:ext cx="1446813" cy="335928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11" name="Google Shape;911;p9"/>
            <p:cNvCxnSpPr/>
            <p:nvPr/>
          </p:nvCxnSpPr>
          <p:spPr>
            <a:xfrm flipH="1">
              <a:off x="3675072" y="439429"/>
              <a:ext cx="1866881"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12" name="Google Shape;912;p9"/>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13" name="Google Shape;913;p9"/>
            <p:cNvCxnSpPr/>
            <p:nvPr/>
          </p:nvCxnSpPr>
          <p:spPr>
            <a:xfrm flipH="1">
              <a:off x="3682817"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14" name="Google Shape;914;p9"/>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15" name="Google Shape;915;p9"/>
            <p:cNvCxnSpPr/>
            <p:nvPr/>
          </p:nvCxnSpPr>
          <p:spPr>
            <a:xfrm flipH="1">
              <a:off x="3750928" y="1797675"/>
              <a:ext cx="3124869" cy="18593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16" name="Google Shape;916;p9"/>
            <p:cNvCxnSpPr/>
            <p:nvPr/>
          </p:nvCxnSpPr>
          <p:spPr>
            <a:xfrm flipH="1">
              <a:off x="3778612" y="2293025"/>
              <a:ext cx="3406051" cy="13416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17" name="Google Shape;917;p9"/>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18" name="Google Shape;918;p9"/>
            <p:cNvCxnSpPr/>
            <p:nvPr/>
          </p:nvCxnSpPr>
          <p:spPr>
            <a:xfrm flipH="1">
              <a:off x="3914056" y="3140852"/>
              <a:ext cx="3605062" cy="4747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19" name="Google Shape;919;p9"/>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20" name="Google Shape;920;p9"/>
            <p:cNvCxnSpPr/>
            <p:nvPr/>
          </p:nvCxnSpPr>
          <p:spPr>
            <a:xfrm>
              <a:off x="184150" y="2755900"/>
              <a:ext cx="3527425"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21" name="Google Shape;921;p9"/>
            <p:cNvCxnSpPr/>
            <p:nvPr/>
          </p:nvCxnSpPr>
          <p:spPr>
            <a:xfrm>
              <a:off x="311083"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22" name="Google Shape;922;p9"/>
            <p:cNvCxnSpPr/>
            <p:nvPr/>
          </p:nvCxnSpPr>
          <p:spPr>
            <a:xfrm>
              <a:off x="458475"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923" name="Google Shape;923;p9"/>
          <p:cNvGrpSpPr/>
          <p:nvPr/>
        </p:nvGrpSpPr>
        <p:grpSpPr>
          <a:xfrm>
            <a:off x="9556750" y="5410199"/>
            <a:ext cx="7516056" cy="3739033"/>
            <a:chOff x="0" y="-1"/>
            <a:chExt cx="7516055" cy="3739032"/>
          </a:xfrm>
        </p:grpSpPr>
        <p:cxnSp>
          <p:nvCxnSpPr>
            <p:cNvPr id="924" name="Google Shape;924;p9"/>
            <p:cNvCxnSpPr/>
            <p:nvPr/>
          </p:nvCxnSpPr>
          <p:spPr>
            <a:xfrm>
              <a:off x="1060381" y="1114240"/>
              <a:ext cx="2575065"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25" name="Google Shape;925;p9"/>
            <p:cNvCxnSpPr/>
            <p:nvPr/>
          </p:nvCxnSpPr>
          <p:spPr>
            <a:xfrm>
              <a:off x="1396091" y="817096"/>
              <a:ext cx="2252890" cy="292193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26" name="Google Shape;926;p9"/>
            <p:cNvCxnSpPr/>
            <p:nvPr/>
          </p:nvCxnSpPr>
          <p:spPr>
            <a:xfrm>
              <a:off x="1737352" y="556878"/>
              <a:ext cx="1859298" cy="312487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27" name="Google Shape;927;p9"/>
            <p:cNvCxnSpPr/>
            <p:nvPr/>
          </p:nvCxnSpPr>
          <p:spPr>
            <a:xfrm>
              <a:off x="2255508" y="308226"/>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28" name="Google Shape;928;p9"/>
            <p:cNvCxnSpPr/>
            <p:nvPr/>
          </p:nvCxnSpPr>
          <p:spPr>
            <a:xfrm>
              <a:off x="2696728" y="167110"/>
              <a:ext cx="915270"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29" name="Google Shape;929;p9"/>
            <p:cNvCxnSpPr/>
            <p:nvPr/>
          </p:nvCxnSpPr>
          <p:spPr>
            <a:xfrm>
              <a:off x="3178951" y="69133"/>
              <a:ext cx="474699"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30" name="Google Shape;930;p9"/>
            <p:cNvCxnSpPr/>
            <p:nvPr/>
          </p:nvCxnSpPr>
          <p:spPr>
            <a:xfrm flipH="1">
              <a:off x="3651251" y="-1"/>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31" name="Google Shape;931;p9"/>
            <p:cNvCxnSpPr/>
            <p:nvPr/>
          </p:nvCxnSpPr>
          <p:spPr>
            <a:xfrm flipH="1">
              <a:off x="3692526" y="0"/>
              <a:ext cx="460375"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32" name="Google Shape;932;p9"/>
            <p:cNvCxnSpPr/>
            <p:nvPr/>
          </p:nvCxnSpPr>
          <p:spPr>
            <a:xfrm flipH="1">
              <a:off x="3695701" y="127000"/>
              <a:ext cx="882650"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33" name="Google Shape;933;p9"/>
            <p:cNvCxnSpPr/>
            <p:nvPr/>
          </p:nvCxnSpPr>
          <p:spPr>
            <a:xfrm flipH="1">
              <a:off x="3653332" y="269810"/>
              <a:ext cx="1446814" cy="33592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34" name="Google Shape;934;p9"/>
            <p:cNvCxnSpPr/>
            <p:nvPr/>
          </p:nvCxnSpPr>
          <p:spPr>
            <a:xfrm flipH="1">
              <a:off x="3674943" y="438801"/>
              <a:ext cx="1863964" cy="31800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35" name="Google Shape;935;p9"/>
            <p:cNvCxnSpPr/>
            <p:nvPr/>
          </p:nvCxnSpPr>
          <p:spPr>
            <a:xfrm flipH="1">
              <a:off x="3658216" y="752314"/>
              <a:ext cx="2202217" cy="28895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36" name="Google Shape;936;p9"/>
            <p:cNvCxnSpPr/>
            <p:nvPr/>
          </p:nvCxnSpPr>
          <p:spPr>
            <a:xfrm flipH="1">
              <a:off x="3682358" y="1099600"/>
              <a:ext cx="2595261" cy="25728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37" name="Google Shape;937;p9"/>
            <p:cNvCxnSpPr/>
            <p:nvPr/>
          </p:nvCxnSpPr>
          <p:spPr>
            <a:xfrm flipH="1">
              <a:off x="3655085" y="1435312"/>
              <a:ext cx="2919683" cy="225065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38" name="Google Shape;938;p9"/>
            <p:cNvCxnSpPr/>
            <p:nvPr/>
          </p:nvCxnSpPr>
          <p:spPr>
            <a:xfrm flipH="1">
              <a:off x="3750467" y="1798793"/>
              <a:ext cx="3122616"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39" name="Google Shape;939;p9"/>
            <p:cNvCxnSpPr/>
            <p:nvPr/>
          </p:nvCxnSpPr>
          <p:spPr>
            <a:xfrm flipH="1">
              <a:off x="3778500" y="2293607"/>
              <a:ext cx="3403100" cy="13405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40" name="Google Shape;940;p9"/>
            <p:cNvCxnSpPr/>
            <p:nvPr/>
          </p:nvCxnSpPr>
          <p:spPr>
            <a:xfrm flipH="1">
              <a:off x="3713473" y="2719536"/>
              <a:ext cx="3568079" cy="91410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41" name="Google Shape;941;p9"/>
            <p:cNvCxnSpPr/>
            <p:nvPr/>
          </p:nvCxnSpPr>
          <p:spPr>
            <a:xfrm flipH="1">
              <a:off x="3913947" y="3141436"/>
              <a:ext cx="3602108" cy="4735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42" name="Google Shape;942;p9"/>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43" name="Google Shape;943;p9"/>
            <p:cNvCxnSpPr/>
            <p:nvPr/>
          </p:nvCxnSpPr>
          <p:spPr>
            <a:xfrm>
              <a:off x="184150" y="2755900"/>
              <a:ext cx="3524251"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44" name="Google Shape;944;p9"/>
            <p:cNvCxnSpPr/>
            <p:nvPr/>
          </p:nvCxnSpPr>
          <p:spPr>
            <a:xfrm>
              <a:off x="310956" y="2256957"/>
              <a:ext cx="3356363" cy="144556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45" name="Google Shape;945;p9"/>
            <p:cNvCxnSpPr/>
            <p:nvPr/>
          </p:nvCxnSpPr>
          <p:spPr>
            <a:xfrm>
              <a:off x="458349" y="1834201"/>
              <a:ext cx="3175877" cy="18656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946" name="Google Shape;946;p9"/>
          <p:cNvGrpSpPr/>
          <p:nvPr/>
        </p:nvGrpSpPr>
        <p:grpSpPr>
          <a:xfrm>
            <a:off x="8067676" y="5359399"/>
            <a:ext cx="7519119" cy="3736316"/>
            <a:chOff x="0" y="-1"/>
            <a:chExt cx="7519118" cy="3736314"/>
          </a:xfrm>
        </p:grpSpPr>
        <p:cxnSp>
          <p:nvCxnSpPr>
            <p:cNvPr id="947" name="Google Shape;947;p9"/>
            <p:cNvCxnSpPr/>
            <p:nvPr/>
          </p:nvCxnSpPr>
          <p:spPr>
            <a:xfrm>
              <a:off x="1061497" y="1113780"/>
              <a:ext cx="2572827" cy="259526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48" name="Google Shape;948;p9"/>
            <p:cNvCxnSpPr/>
            <p:nvPr/>
          </p:nvCxnSpPr>
          <p:spPr>
            <a:xfrm>
              <a:off x="1397209" y="816634"/>
              <a:ext cx="2250655" cy="2919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49" name="Google Shape;949;p9"/>
            <p:cNvCxnSpPr/>
            <p:nvPr/>
          </p:nvCxnSpPr>
          <p:spPr>
            <a:xfrm>
              <a:off x="1738468" y="556415"/>
              <a:ext cx="1857064" cy="31226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50" name="Google Shape;950;p9"/>
            <p:cNvCxnSpPr/>
            <p:nvPr/>
          </p:nvCxnSpPr>
          <p:spPr>
            <a:xfrm>
              <a:off x="2256090" y="308114"/>
              <a:ext cx="1339343" cy="340014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51" name="Google Shape;951;p9"/>
            <p:cNvCxnSpPr/>
            <p:nvPr/>
          </p:nvCxnSpPr>
          <p:spPr>
            <a:xfrm>
              <a:off x="2700486" y="166997"/>
              <a:ext cx="914103" cy="35680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52" name="Google Shape;952;p9"/>
            <p:cNvCxnSpPr/>
            <p:nvPr/>
          </p:nvCxnSpPr>
          <p:spPr>
            <a:xfrm>
              <a:off x="3179532" y="69019"/>
              <a:ext cx="473534" cy="360210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53" name="Google Shape;953;p9"/>
            <p:cNvCxnSpPr/>
            <p:nvPr/>
          </p:nvCxnSpPr>
          <p:spPr>
            <a:xfrm flipH="1">
              <a:off x="3651248" y="-1"/>
              <a:ext cx="3176" cy="365442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54" name="Google Shape;954;p9"/>
            <p:cNvCxnSpPr/>
            <p:nvPr/>
          </p:nvCxnSpPr>
          <p:spPr>
            <a:xfrm flipH="1">
              <a:off x="3692523" y="1"/>
              <a:ext cx="460377" cy="36544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55" name="Google Shape;955;p9"/>
            <p:cNvCxnSpPr/>
            <p:nvPr/>
          </p:nvCxnSpPr>
          <p:spPr>
            <a:xfrm flipH="1">
              <a:off x="3698876" y="126999"/>
              <a:ext cx="882649" cy="352425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56" name="Google Shape;956;p9"/>
            <p:cNvCxnSpPr/>
            <p:nvPr/>
          </p:nvCxnSpPr>
          <p:spPr>
            <a:xfrm flipH="1">
              <a:off x="3653331" y="269807"/>
              <a:ext cx="1446813" cy="335928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57" name="Google Shape;957;p9"/>
            <p:cNvCxnSpPr/>
            <p:nvPr/>
          </p:nvCxnSpPr>
          <p:spPr>
            <a:xfrm flipH="1">
              <a:off x="3675699" y="439299"/>
              <a:ext cx="1865627" cy="31758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58" name="Google Shape;958;p9"/>
            <p:cNvCxnSpPr/>
            <p:nvPr/>
          </p:nvCxnSpPr>
          <p:spPr>
            <a:xfrm flipH="1">
              <a:off x="3658845" y="752181"/>
              <a:ext cx="2200962" cy="288666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59" name="Google Shape;959;p9"/>
            <p:cNvCxnSpPr/>
            <p:nvPr/>
          </p:nvCxnSpPr>
          <p:spPr>
            <a:xfrm flipH="1">
              <a:off x="3682818" y="1098478"/>
              <a:ext cx="2597515" cy="25750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60" name="Google Shape;960;p9"/>
            <p:cNvCxnSpPr/>
            <p:nvPr/>
          </p:nvCxnSpPr>
          <p:spPr>
            <a:xfrm flipH="1">
              <a:off x="3659379" y="1432594"/>
              <a:ext cx="2917443" cy="225291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61" name="Google Shape;961;p9"/>
            <p:cNvCxnSpPr/>
            <p:nvPr/>
          </p:nvCxnSpPr>
          <p:spPr>
            <a:xfrm flipH="1">
              <a:off x="3750928" y="1794500"/>
              <a:ext cx="3124869" cy="18593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62" name="Google Shape;962;p9"/>
            <p:cNvCxnSpPr/>
            <p:nvPr/>
          </p:nvCxnSpPr>
          <p:spPr>
            <a:xfrm flipH="1">
              <a:off x="3778612" y="2293024"/>
              <a:ext cx="3406051" cy="134168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63" name="Google Shape;963;p9"/>
            <p:cNvCxnSpPr/>
            <p:nvPr/>
          </p:nvCxnSpPr>
          <p:spPr>
            <a:xfrm flipH="1">
              <a:off x="3713584" y="2715776"/>
              <a:ext cx="3571032" cy="91527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64" name="Google Shape;964;p9"/>
            <p:cNvCxnSpPr/>
            <p:nvPr/>
          </p:nvCxnSpPr>
          <p:spPr>
            <a:xfrm flipH="1">
              <a:off x="3914056" y="3137674"/>
              <a:ext cx="3605062" cy="4747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65" name="Google Shape;965;p9"/>
            <p:cNvCxnSpPr/>
            <p:nvPr/>
          </p:nvCxnSpPr>
          <p:spPr>
            <a:xfrm>
              <a:off x="0" y="3200398"/>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66" name="Google Shape;966;p9"/>
            <p:cNvCxnSpPr/>
            <p:nvPr/>
          </p:nvCxnSpPr>
          <p:spPr>
            <a:xfrm>
              <a:off x="184150" y="2752726"/>
              <a:ext cx="3527425"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67" name="Google Shape;967;p9"/>
            <p:cNvCxnSpPr/>
            <p:nvPr/>
          </p:nvCxnSpPr>
          <p:spPr>
            <a:xfrm>
              <a:off x="311083" y="2253155"/>
              <a:ext cx="3359284" cy="14468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68" name="Google Shape;968;p9"/>
            <p:cNvCxnSpPr/>
            <p:nvPr/>
          </p:nvCxnSpPr>
          <p:spPr>
            <a:xfrm>
              <a:off x="458475" y="1830395"/>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969" name="Google Shape;969;p9"/>
          <p:cNvGrpSpPr/>
          <p:nvPr/>
        </p:nvGrpSpPr>
        <p:grpSpPr>
          <a:xfrm>
            <a:off x="8489950" y="5353050"/>
            <a:ext cx="7519119" cy="3739032"/>
            <a:chOff x="0" y="0"/>
            <a:chExt cx="7519118" cy="3739031"/>
          </a:xfrm>
        </p:grpSpPr>
        <p:cxnSp>
          <p:nvCxnSpPr>
            <p:cNvPr id="970" name="Google Shape;970;p9"/>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71" name="Google Shape;971;p9"/>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72" name="Google Shape;972;p9"/>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73" name="Google Shape;973;p9"/>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74" name="Google Shape;974;p9"/>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75" name="Google Shape;975;p9"/>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76" name="Google Shape;976;p9"/>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77" name="Google Shape;977;p9"/>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78" name="Google Shape;978;p9"/>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79" name="Google Shape;979;p9"/>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80" name="Google Shape;980;p9"/>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81" name="Google Shape;981;p9"/>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82" name="Google Shape;982;p9"/>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83" name="Google Shape;983;p9"/>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84" name="Google Shape;984;p9"/>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85" name="Google Shape;985;p9"/>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86" name="Google Shape;986;p9"/>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87" name="Google Shape;987;p9"/>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88" name="Google Shape;988;p9"/>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89" name="Google Shape;989;p9"/>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90" name="Google Shape;990;p9"/>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91" name="Google Shape;991;p9"/>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992" name="Google Shape;992;p9"/>
          <p:cNvGrpSpPr/>
          <p:nvPr/>
        </p:nvGrpSpPr>
        <p:grpSpPr>
          <a:xfrm>
            <a:off x="6692899" y="5222875"/>
            <a:ext cx="7516057" cy="3739032"/>
            <a:chOff x="0" y="-1"/>
            <a:chExt cx="7516055" cy="3739030"/>
          </a:xfrm>
        </p:grpSpPr>
        <p:cxnSp>
          <p:nvCxnSpPr>
            <p:cNvPr id="993" name="Google Shape;993;p9"/>
            <p:cNvCxnSpPr/>
            <p:nvPr/>
          </p:nvCxnSpPr>
          <p:spPr>
            <a:xfrm>
              <a:off x="1060381" y="1114240"/>
              <a:ext cx="2575065"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94" name="Google Shape;994;p9"/>
            <p:cNvCxnSpPr/>
            <p:nvPr/>
          </p:nvCxnSpPr>
          <p:spPr>
            <a:xfrm>
              <a:off x="1396092" y="817094"/>
              <a:ext cx="2252890" cy="292193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95" name="Google Shape;995;p9"/>
            <p:cNvCxnSpPr/>
            <p:nvPr/>
          </p:nvCxnSpPr>
          <p:spPr>
            <a:xfrm>
              <a:off x="1737353" y="556877"/>
              <a:ext cx="1859298"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96" name="Google Shape;996;p9"/>
            <p:cNvCxnSpPr/>
            <p:nvPr/>
          </p:nvCxnSpPr>
          <p:spPr>
            <a:xfrm>
              <a:off x="2255508" y="308224"/>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97" name="Google Shape;997;p9"/>
            <p:cNvCxnSpPr/>
            <p:nvPr/>
          </p:nvCxnSpPr>
          <p:spPr>
            <a:xfrm>
              <a:off x="2696728" y="167108"/>
              <a:ext cx="915270"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98" name="Google Shape;998;p9"/>
            <p:cNvCxnSpPr/>
            <p:nvPr/>
          </p:nvCxnSpPr>
          <p:spPr>
            <a:xfrm>
              <a:off x="3178954" y="69132"/>
              <a:ext cx="474696" cy="360505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999" name="Google Shape;999;p9"/>
            <p:cNvCxnSpPr/>
            <p:nvPr/>
          </p:nvCxnSpPr>
          <p:spPr>
            <a:xfrm flipH="1">
              <a:off x="3651251" y="-1"/>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00" name="Google Shape;1000;p9"/>
            <p:cNvCxnSpPr/>
            <p:nvPr/>
          </p:nvCxnSpPr>
          <p:spPr>
            <a:xfrm flipH="1">
              <a:off x="3692526" y="0"/>
              <a:ext cx="460375"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01" name="Google Shape;1001;p9"/>
            <p:cNvCxnSpPr/>
            <p:nvPr/>
          </p:nvCxnSpPr>
          <p:spPr>
            <a:xfrm flipH="1">
              <a:off x="3695701" y="127000"/>
              <a:ext cx="882650"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02" name="Google Shape;1002;p9"/>
            <p:cNvCxnSpPr/>
            <p:nvPr/>
          </p:nvCxnSpPr>
          <p:spPr>
            <a:xfrm flipH="1">
              <a:off x="3653332" y="269810"/>
              <a:ext cx="1446814" cy="33592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03" name="Google Shape;1003;p9"/>
            <p:cNvCxnSpPr/>
            <p:nvPr/>
          </p:nvCxnSpPr>
          <p:spPr>
            <a:xfrm flipH="1">
              <a:off x="3674943" y="438799"/>
              <a:ext cx="1863964" cy="31800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04" name="Google Shape;1004;p9"/>
            <p:cNvCxnSpPr/>
            <p:nvPr/>
          </p:nvCxnSpPr>
          <p:spPr>
            <a:xfrm flipH="1">
              <a:off x="3658216" y="752312"/>
              <a:ext cx="2202217" cy="28895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05" name="Google Shape;1005;p9"/>
            <p:cNvCxnSpPr/>
            <p:nvPr/>
          </p:nvCxnSpPr>
          <p:spPr>
            <a:xfrm flipH="1">
              <a:off x="3682357" y="1099600"/>
              <a:ext cx="2595263" cy="25728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06" name="Google Shape;1006;p9"/>
            <p:cNvCxnSpPr/>
            <p:nvPr/>
          </p:nvCxnSpPr>
          <p:spPr>
            <a:xfrm flipH="1">
              <a:off x="3655086" y="1435310"/>
              <a:ext cx="2919681" cy="2250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07" name="Google Shape;1007;p9"/>
            <p:cNvCxnSpPr/>
            <p:nvPr/>
          </p:nvCxnSpPr>
          <p:spPr>
            <a:xfrm flipH="1">
              <a:off x="3750467" y="1798793"/>
              <a:ext cx="3122616"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08" name="Google Shape;1008;p9"/>
            <p:cNvCxnSpPr/>
            <p:nvPr/>
          </p:nvCxnSpPr>
          <p:spPr>
            <a:xfrm flipH="1">
              <a:off x="3778500" y="2293608"/>
              <a:ext cx="3403100" cy="134051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09" name="Google Shape;1009;p9"/>
            <p:cNvCxnSpPr/>
            <p:nvPr/>
          </p:nvCxnSpPr>
          <p:spPr>
            <a:xfrm flipH="1">
              <a:off x="3713473" y="2719534"/>
              <a:ext cx="3568079" cy="91410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10" name="Google Shape;1010;p9"/>
            <p:cNvCxnSpPr/>
            <p:nvPr/>
          </p:nvCxnSpPr>
          <p:spPr>
            <a:xfrm flipH="1">
              <a:off x="3913947" y="3141434"/>
              <a:ext cx="3602108" cy="4735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11" name="Google Shape;1011;p9"/>
            <p:cNvCxnSpPr/>
            <p:nvPr/>
          </p:nvCxnSpPr>
          <p:spPr>
            <a:xfrm>
              <a:off x="0" y="3203573"/>
              <a:ext cx="3657600"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12" name="Google Shape;1012;p9"/>
            <p:cNvCxnSpPr/>
            <p:nvPr/>
          </p:nvCxnSpPr>
          <p:spPr>
            <a:xfrm>
              <a:off x="184150" y="2755900"/>
              <a:ext cx="3524251"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13" name="Google Shape;1013;p9"/>
            <p:cNvCxnSpPr/>
            <p:nvPr/>
          </p:nvCxnSpPr>
          <p:spPr>
            <a:xfrm>
              <a:off x="310955" y="2256957"/>
              <a:ext cx="3356364" cy="144555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14" name="Google Shape;1014;p9"/>
            <p:cNvCxnSpPr/>
            <p:nvPr/>
          </p:nvCxnSpPr>
          <p:spPr>
            <a:xfrm>
              <a:off x="458349" y="1834199"/>
              <a:ext cx="3175877" cy="18656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015" name="Google Shape;1015;p9"/>
          <p:cNvGrpSpPr/>
          <p:nvPr/>
        </p:nvGrpSpPr>
        <p:grpSpPr>
          <a:xfrm>
            <a:off x="5194300" y="6378575"/>
            <a:ext cx="6873085" cy="3739032"/>
            <a:chOff x="0" y="-1"/>
            <a:chExt cx="6873084" cy="3739030"/>
          </a:xfrm>
        </p:grpSpPr>
        <p:cxnSp>
          <p:nvCxnSpPr>
            <p:cNvPr id="1016" name="Google Shape;1016;p9"/>
            <p:cNvCxnSpPr/>
            <p:nvPr/>
          </p:nvCxnSpPr>
          <p:spPr>
            <a:xfrm>
              <a:off x="1060382" y="1114240"/>
              <a:ext cx="2575065"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17" name="Google Shape;1017;p9"/>
            <p:cNvCxnSpPr/>
            <p:nvPr/>
          </p:nvCxnSpPr>
          <p:spPr>
            <a:xfrm>
              <a:off x="1396094" y="817094"/>
              <a:ext cx="2252890" cy="292193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18" name="Google Shape;1018;p9"/>
            <p:cNvCxnSpPr/>
            <p:nvPr/>
          </p:nvCxnSpPr>
          <p:spPr>
            <a:xfrm>
              <a:off x="1737354" y="556877"/>
              <a:ext cx="1859297"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19" name="Google Shape;1019;p9"/>
            <p:cNvCxnSpPr/>
            <p:nvPr/>
          </p:nvCxnSpPr>
          <p:spPr>
            <a:xfrm>
              <a:off x="2255509" y="308224"/>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20" name="Google Shape;1020;p9"/>
            <p:cNvCxnSpPr/>
            <p:nvPr/>
          </p:nvCxnSpPr>
          <p:spPr>
            <a:xfrm>
              <a:off x="2696729" y="167108"/>
              <a:ext cx="915269"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21" name="Google Shape;1021;p9"/>
            <p:cNvCxnSpPr/>
            <p:nvPr/>
          </p:nvCxnSpPr>
          <p:spPr>
            <a:xfrm>
              <a:off x="3178955" y="69130"/>
              <a:ext cx="474696" cy="360505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22" name="Google Shape;1022;p9"/>
            <p:cNvCxnSpPr/>
            <p:nvPr/>
          </p:nvCxnSpPr>
          <p:spPr>
            <a:xfrm flipH="1">
              <a:off x="3651250" y="-1"/>
              <a:ext cx="3177"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23" name="Google Shape;1023;p9"/>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24" name="Google Shape;1024;p9"/>
            <p:cNvCxnSpPr/>
            <p:nvPr/>
          </p:nvCxnSpPr>
          <p:spPr>
            <a:xfrm flipH="1">
              <a:off x="3695700" y="127001"/>
              <a:ext cx="882651" cy="35242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25" name="Google Shape;1025;p9"/>
            <p:cNvCxnSpPr/>
            <p:nvPr/>
          </p:nvCxnSpPr>
          <p:spPr>
            <a:xfrm flipH="1">
              <a:off x="3653332" y="269810"/>
              <a:ext cx="1446815" cy="33592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26" name="Google Shape;1026;p9"/>
            <p:cNvCxnSpPr/>
            <p:nvPr/>
          </p:nvCxnSpPr>
          <p:spPr>
            <a:xfrm flipH="1">
              <a:off x="3674947" y="438799"/>
              <a:ext cx="1863962" cy="31800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27" name="Google Shape;1027;p9"/>
            <p:cNvCxnSpPr/>
            <p:nvPr/>
          </p:nvCxnSpPr>
          <p:spPr>
            <a:xfrm flipH="1">
              <a:off x="3658217" y="752312"/>
              <a:ext cx="2202217" cy="28895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28" name="Google Shape;1028;p9"/>
            <p:cNvCxnSpPr/>
            <p:nvPr/>
          </p:nvCxnSpPr>
          <p:spPr>
            <a:xfrm flipH="1">
              <a:off x="3682356" y="1099599"/>
              <a:ext cx="2595264" cy="257282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29" name="Google Shape;1029;p9"/>
            <p:cNvCxnSpPr/>
            <p:nvPr/>
          </p:nvCxnSpPr>
          <p:spPr>
            <a:xfrm flipH="1">
              <a:off x="3655086" y="1435310"/>
              <a:ext cx="2919680"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30" name="Google Shape;1030;p9"/>
            <p:cNvCxnSpPr/>
            <p:nvPr/>
          </p:nvCxnSpPr>
          <p:spPr>
            <a:xfrm flipH="1">
              <a:off x="3750470" y="1798793"/>
              <a:ext cx="3122614"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31" name="Google Shape;1031;p9"/>
            <p:cNvCxnSpPr/>
            <p:nvPr/>
          </p:nvCxnSpPr>
          <p:spPr>
            <a:xfrm flipH="1">
              <a:off x="3778251" y="3025773"/>
              <a:ext cx="1501775" cy="6096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32" name="Google Shape;1032;p9"/>
            <p:cNvCxnSpPr/>
            <p:nvPr/>
          </p:nvCxnSpPr>
          <p:spPr>
            <a:xfrm flipH="1">
              <a:off x="3714751" y="3219448"/>
              <a:ext cx="1466851" cy="41592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33" name="Google Shape;1033;p9"/>
            <p:cNvCxnSpPr/>
            <p:nvPr/>
          </p:nvCxnSpPr>
          <p:spPr>
            <a:xfrm flipH="1">
              <a:off x="3914778" y="3470274"/>
              <a:ext cx="1343023" cy="1460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34" name="Google Shape;1034;p9"/>
            <p:cNvCxnSpPr/>
            <p:nvPr/>
          </p:nvCxnSpPr>
          <p:spPr>
            <a:xfrm>
              <a:off x="0" y="3203573"/>
              <a:ext cx="3657598"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35" name="Google Shape;1035;p9"/>
            <p:cNvCxnSpPr/>
            <p:nvPr/>
          </p:nvCxnSpPr>
          <p:spPr>
            <a:xfrm>
              <a:off x="184149" y="2755899"/>
              <a:ext cx="3524249" cy="8826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36" name="Google Shape;1036;p9"/>
            <p:cNvCxnSpPr/>
            <p:nvPr/>
          </p:nvCxnSpPr>
          <p:spPr>
            <a:xfrm>
              <a:off x="310956" y="2256957"/>
              <a:ext cx="3356366" cy="14455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37" name="Google Shape;1037;p9"/>
            <p:cNvCxnSpPr/>
            <p:nvPr/>
          </p:nvCxnSpPr>
          <p:spPr>
            <a:xfrm>
              <a:off x="458349" y="1834199"/>
              <a:ext cx="3175879" cy="186562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038" name="Google Shape;1038;p9"/>
          <p:cNvGrpSpPr/>
          <p:nvPr/>
        </p:nvGrpSpPr>
        <p:grpSpPr>
          <a:xfrm>
            <a:off x="10375900" y="5454650"/>
            <a:ext cx="7519119" cy="3739032"/>
            <a:chOff x="0" y="0"/>
            <a:chExt cx="7519118" cy="3739031"/>
          </a:xfrm>
        </p:grpSpPr>
        <p:cxnSp>
          <p:nvCxnSpPr>
            <p:cNvPr id="1039" name="Google Shape;1039;p9"/>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40" name="Google Shape;1040;p9"/>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41" name="Google Shape;1041;p9"/>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42" name="Google Shape;1042;p9"/>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43" name="Google Shape;1043;p9"/>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44" name="Google Shape;1044;p9"/>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45" name="Google Shape;1045;p9"/>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46" name="Google Shape;1046;p9"/>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47" name="Google Shape;1047;p9"/>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48" name="Google Shape;1048;p9"/>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49" name="Google Shape;1049;p9"/>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50" name="Google Shape;1050;p9"/>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51" name="Google Shape;1051;p9"/>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52" name="Google Shape;1052;p9"/>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53" name="Google Shape;1053;p9"/>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54" name="Google Shape;1054;p9"/>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55" name="Google Shape;1055;p9"/>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56" name="Google Shape;1056;p9"/>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57" name="Google Shape;1057;p9"/>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58" name="Google Shape;1058;p9"/>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59" name="Google Shape;1059;p9"/>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60" name="Google Shape;1060;p9"/>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061" name="Google Shape;1061;p9"/>
          <p:cNvGrpSpPr/>
          <p:nvPr/>
        </p:nvGrpSpPr>
        <p:grpSpPr>
          <a:xfrm>
            <a:off x="10795000" y="5448300"/>
            <a:ext cx="7519119" cy="3739032"/>
            <a:chOff x="0" y="0"/>
            <a:chExt cx="7519118" cy="3739031"/>
          </a:xfrm>
        </p:grpSpPr>
        <p:cxnSp>
          <p:nvCxnSpPr>
            <p:cNvPr id="1062" name="Google Shape;1062;p9"/>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63" name="Google Shape;1063;p9"/>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64" name="Google Shape;1064;p9"/>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65" name="Google Shape;1065;p9"/>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66" name="Google Shape;1066;p9"/>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67" name="Google Shape;1067;p9"/>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68" name="Google Shape;1068;p9"/>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69" name="Google Shape;1069;p9"/>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70" name="Google Shape;1070;p9"/>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71" name="Google Shape;1071;p9"/>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72" name="Google Shape;1072;p9"/>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73" name="Google Shape;1073;p9"/>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74" name="Google Shape;1074;p9"/>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75" name="Google Shape;1075;p9"/>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76" name="Google Shape;1076;p9"/>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77" name="Google Shape;1077;p9"/>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78" name="Google Shape;1078;p9"/>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79" name="Google Shape;1079;p9"/>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80" name="Google Shape;1080;p9"/>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81" name="Google Shape;1081;p9"/>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82" name="Google Shape;1082;p9"/>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83" name="Google Shape;1083;p9"/>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084" name="Google Shape;1084;p9"/>
          <p:cNvGrpSpPr/>
          <p:nvPr/>
        </p:nvGrpSpPr>
        <p:grpSpPr>
          <a:xfrm>
            <a:off x="13944598" y="1923330"/>
            <a:ext cx="3742208" cy="7525471"/>
            <a:chOff x="-1" y="-1"/>
            <a:chExt cx="3742206" cy="7525469"/>
          </a:xfrm>
        </p:grpSpPr>
        <p:cxnSp>
          <p:nvCxnSpPr>
            <p:cNvPr id="1085" name="Google Shape;1085;p9"/>
            <p:cNvCxnSpPr/>
            <p:nvPr/>
          </p:nvCxnSpPr>
          <p:spPr>
            <a:xfrm flipH="1" rot="10800000">
              <a:off x="1117417" y="3886850"/>
              <a:ext cx="2597516" cy="257506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86" name="Google Shape;1086;p9"/>
            <p:cNvCxnSpPr/>
            <p:nvPr/>
          </p:nvCxnSpPr>
          <p:spPr>
            <a:xfrm flipH="1" rot="10800000">
              <a:off x="820269" y="3873311"/>
              <a:ext cx="2921936" cy="225289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87" name="Google Shape;1087;p9"/>
            <p:cNvCxnSpPr/>
            <p:nvPr/>
          </p:nvCxnSpPr>
          <p:spPr>
            <a:xfrm flipH="1" rot="10800000">
              <a:off x="556878" y="3928819"/>
              <a:ext cx="3124868" cy="18592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88" name="Google Shape;1088;p9"/>
            <p:cNvCxnSpPr/>
            <p:nvPr/>
          </p:nvCxnSpPr>
          <p:spPr>
            <a:xfrm flipH="1" rot="10800000">
              <a:off x="308226" y="3926276"/>
              <a:ext cx="3403097" cy="134051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89" name="Google Shape;1089;p9"/>
            <p:cNvCxnSpPr/>
            <p:nvPr/>
          </p:nvCxnSpPr>
          <p:spPr>
            <a:xfrm flipH="1" rot="10800000">
              <a:off x="167109" y="3907122"/>
              <a:ext cx="3571031" cy="9152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90" name="Google Shape;1090;p9"/>
            <p:cNvCxnSpPr/>
            <p:nvPr/>
          </p:nvCxnSpPr>
          <p:spPr>
            <a:xfrm flipH="1" rot="10800000">
              <a:off x="69130" y="3871820"/>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91" name="Google Shape;1091;p9"/>
            <p:cNvCxnSpPr/>
            <p:nvPr/>
          </p:nvCxnSpPr>
          <p:spPr>
            <a:xfrm>
              <a:off x="-1" y="3867869"/>
              <a:ext cx="3657600" cy="31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92" name="Google Shape;1092;p9"/>
            <p:cNvCxnSpPr/>
            <p:nvPr/>
          </p:nvCxnSpPr>
          <p:spPr>
            <a:xfrm>
              <a:off x="0" y="3366218"/>
              <a:ext cx="3657598"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93" name="Google Shape;1093;p9"/>
            <p:cNvCxnSpPr/>
            <p:nvPr/>
          </p:nvCxnSpPr>
          <p:spPr>
            <a:xfrm>
              <a:off x="127000" y="2940769"/>
              <a:ext cx="3524249"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94" name="Google Shape;1094;p9"/>
            <p:cNvCxnSpPr/>
            <p:nvPr/>
          </p:nvCxnSpPr>
          <p:spPr>
            <a:xfrm>
              <a:off x="269806" y="2418975"/>
              <a:ext cx="3359283" cy="144681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95" name="Google Shape;1095;p9"/>
            <p:cNvCxnSpPr/>
            <p:nvPr/>
          </p:nvCxnSpPr>
          <p:spPr>
            <a:xfrm>
              <a:off x="439428" y="1977166"/>
              <a:ext cx="3178794"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96" name="Google Shape;1096;p9"/>
            <p:cNvCxnSpPr/>
            <p:nvPr/>
          </p:nvCxnSpPr>
          <p:spPr>
            <a:xfrm>
              <a:off x="755485" y="1661861"/>
              <a:ext cx="2889576" cy="22022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97" name="Google Shape;1097;p9"/>
            <p:cNvCxnSpPr/>
            <p:nvPr/>
          </p:nvCxnSpPr>
          <p:spPr>
            <a:xfrm>
              <a:off x="1101656" y="1241958"/>
              <a:ext cx="2575064" cy="259751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98" name="Google Shape;1098;p9"/>
            <p:cNvCxnSpPr/>
            <p:nvPr/>
          </p:nvCxnSpPr>
          <p:spPr>
            <a:xfrm>
              <a:off x="1438485" y="944351"/>
              <a:ext cx="2250656" cy="29196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099" name="Google Shape;1099;p9"/>
            <p:cNvCxnSpPr/>
            <p:nvPr/>
          </p:nvCxnSpPr>
          <p:spPr>
            <a:xfrm>
              <a:off x="1800852" y="643321"/>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00" name="Google Shape;1100;p9"/>
            <p:cNvCxnSpPr/>
            <p:nvPr/>
          </p:nvCxnSpPr>
          <p:spPr>
            <a:xfrm>
              <a:off x="2296198" y="334456"/>
              <a:ext cx="1341676" cy="340605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01" name="Google Shape;1101;p9"/>
            <p:cNvCxnSpPr/>
            <p:nvPr/>
          </p:nvCxnSpPr>
          <p:spPr>
            <a:xfrm>
              <a:off x="2722129" y="237676"/>
              <a:ext cx="915270" cy="357103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02" name="Google Shape;1102;p9"/>
            <p:cNvCxnSpPr/>
            <p:nvPr/>
          </p:nvCxnSpPr>
          <p:spPr>
            <a:xfrm>
              <a:off x="3144026" y="-1"/>
              <a:ext cx="474700" cy="36050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03" name="Google Shape;1103;p9"/>
            <p:cNvCxnSpPr/>
            <p:nvPr/>
          </p:nvCxnSpPr>
          <p:spPr>
            <a:xfrm flipH="1" rot="10800000">
              <a:off x="3206748" y="3867867"/>
              <a:ext cx="460377" cy="36576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04" name="Google Shape;1104;p9"/>
            <p:cNvCxnSpPr/>
            <p:nvPr/>
          </p:nvCxnSpPr>
          <p:spPr>
            <a:xfrm flipH="1" rot="10800000">
              <a:off x="2759075" y="3810717"/>
              <a:ext cx="882649" cy="35274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05" name="Google Shape;1105;p9"/>
            <p:cNvCxnSpPr/>
            <p:nvPr/>
          </p:nvCxnSpPr>
          <p:spPr>
            <a:xfrm flipH="1" rot="10800000">
              <a:off x="2259507" y="3855101"/>
              <a:ext cx="1446814" cy="335928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06" name="Google Shape;1106;p9"/>
            <p:cNvCxnSpPr/>
            <p:nvPr/>
          </p:nvCxnSpPr>
          <p:spPr>
            <a:xfrm flipH="1" rot="10800000">
              <a:off x="1836747" y="3888197"/>
              <a:ext cx="1866882" cy="317879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107" name="Google Shape;1107;p9"/>
          <p:cNvGrpSpPr/>
          <p:nvPr/>
        </p:nvGrpSpPr>
        <p:grpSpPr>
          <a:xfrm>
            <a:off x="14366876" y="1916981"/>
            <a:ext cx="3739492" cy="7525469"/>
            <a:chOff x="0" y="-1"/>
            <a:chExt cx="3739491" cy="7525467"/>
          </a:xfrm>
        </p:grpSpPr>
        <p:cxnSp>
          <p:nvCxnSpPr>
            <p:cNvPr id="1108" name="Google Shape;1108;p9"/>
            <p:cNvCxnSpPr/>
            <p:nvPr/>
          </p:nvCxnSpPr>
          <p:spPr>
            <a:xfrm flipH="1" rot="10800000">
              <a:off x="1116955" y="3887967"/>
              <a:ext cx="2595264" cy="257282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09" name="Google Shape;1109;p9"/>
            <p:cNvCxnSpPr/>
            <p:nvPr/>
          </p:nvCxnSpPr>
          <p:spPr>
            <a:xfrm flipH="1" rot="10800000">
              <a:off x="819809" y="3874428"/>
              <a:ext cx="2919682" cy="225065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10" name="Google Shape;1110;p9"/>
            <p:cNvCxnSpPr/>
            <p:nvPr/>
          </p:nvCxnSpPr>
          <p:spPr>
            <a:xfrm flipH="1" rot="10800000">
              <a:off x="556416" y="3929937"/>
              <a:ext cx="3122616"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11" name="Google Shape;1111;p9"/>
            <p:cNvCxnSpPr/>
            <p:nvPr/>
          </p:nvCxnSpPr>
          <p:spPr>
            <a:xfrm flipH="1" rot="10800000">
              <a:off x="308114" y="3926858"/>
              <a:ext cx="3400145" cy="133934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12" name="Google Shape;1112;p9"/>
            <p:cNvCxnSpPr/>
            <p:nvPr/>
          </p:nvCxnSpPr>
          <p:spPr>
            <a:xfrm flipH="1" rot="10800000">
              <a:off x="166996" y="3907704"/>
              <a:ext cx="3568080" cy="9141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13" name="Google Shape;1113;p9"/>
            <p:cNvCxnSpPr/>
            <p:nvPr/>
          </p:nvCxnSpPr>
          <p:spPr>
            <a:xfrm flipH="1" rot="10800000">
              <a:off x="69021" y="3872400"/>
              <a:ext cx="3602107" cy="4735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14" name="Google Shape;1114;p9"/>
            <p:cNvCxnSpPr/>
            <p:nvPr/>
          </p:nvCxnSpPr>
          <p:spPr>
            <a:xfrm>
              <a:off x="0" y="3867866"/>
              <a:ext cx="3654423" cy="31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15" name="Google Shape;1115;p9"/>
            <p:cNvCxnSpPr/>
            <p:nvPr/>
          </p:nvCxnSpPr>
          <p:spPr>
            <a:xfrm>
              <a:off x="0" y="3366216"/>
              <a:ext cx="3654423"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16" name="Google Shape;1116;p9"/>
            <p:cNvCxnSpPr/>
            <p:nvPr/>
          </p:nvCxnSpPr>
          <p:spPr>
            <a:xfrm>
              <a:off x="126998" y="2940767"/>
              <a:ext cx="3524251"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17" name="Google Shape;1117;p9"/>
            <p:cNvCxnSpPr/>
            <p:nvPr/>
          </p:nvCxnSpPr>
          <p:spPr>
            <a:xfrm>
              <a:off x="269809" y="2418974"/>
              <a:ext cx="3359283" cy="144681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18" name="Google Shape;1118;p9"/>
            <p:cNvCxnSpPr/>
            <p:nvPr/>
          </p:nvCxnSpPr>
          <p:spPr>
            <a:xfrm>
              <a:off x="439298" y="1977791"/>
              <a:ext cx="3175878" cy="186562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19" name="Google Shape;1119;p9"/>
            <p:cNvCxnSpPr/>
            <p:nvPr/>
          </p:nvCxnSpPr>
          <p:spPr>
            <a:xfrm>
              <a:off x="755357" y="1662486"/>
              <a:ext cx="2886660" cy="22009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20" name="Google Shape;1120;p9"/>
            <p:cNvCxnSpPr/>
            <p:nvPr/>
          </p:nvCxnSpPr>
          <p:spPr>
            <a:xfrm>
              <a:off x="1101654" y="1241956"/>
              <a:ext cx="2575067"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21" name="Google Shape;1121;p9"/>
            <p:cNvCxnSpPr/>
            <p:nvPr/>
          </p:nvCxnSpPr>
          <p:spPr>
            <a:xfrm>
              <a:off x="1435770" y="945470"/>
              <a:ext cx="2252910" cy="291744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22" name="Google Shape;1122;p9"/>
            <p:cNvCxnSpPr/>
            <p:nvPr/>
          </p:nvCxnSpPr>
          <p:spPr>
            <a:xfrm>
              <a:off x="1797675" y="643319"/>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23" name="Google Shape;1123;p9"/>
            <p:cNvCxnSpPr/>
            <p:nvPr/>
          </p:nvCxnSpPr>
          <p:spPr>
            <a:xfrm>
              <a:off x="2296197" y="334454"/>
              <a:ext cx="1341680" cy="340605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24" name="Google Shape;1124;p9"/>
            <p:cNvCxnSpPr/>
            <p:nvPr/>
          </p:nvCxnSpPr>
          <p:spPr>
            <a:xfrm>
              <a:off x="2718952" y="237676"/>
              <a:ext cx="915272"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25" name="Google Shape;1125;p9"/>
            <p:cNvCxnSpPr/>
            <p:nvPr/>
          </p:nvCxnSpPr>
          <p:spPr>
            <a:xfrm>
              <a:off x="3140849" y="-1"/>
              <a:ext cx="474701" cy="36050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26" name="Google Shape;1126;p9"/>
            <p:cNvCxnSpPr/>
            <p:nvPr/>
          </p:nvCxnSpPr>
          <p:spPr>
            <a:xfrm flipH="1" rot="10800000">
              <a:off x="3203574" y="3867865"/>
              <a:ext cx="460375" cy="36576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27" name="Google Shape;1127;p9"/>
            <p:cNvCxnSpPr/>
            <p:nvPr/>
          </p:nvCxnSpPr>
          <p:spPr>
            <a:xfrm flipH="1" rot="10800000">
              <a:off x="2755899" y="3810717"/>
              <a:ext cx="882649" cy="35274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28" name="Google Shape;1128;p9"/>
            <p:cNvCxnSpPr/>
            <p:nvPr/>
          </p:nvCxnSpPr>
          <p:spPr>
            <a:xfrm flipH="1" rot="10800000">
              <a:off x="2256331" y="3855098"/>
              <a:ext cx="1446812" cy="335928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29" name="Google Shape;1129;p9"/>
            <p:cNvCxnSpPr/>
            <p:nvPr/>
          </p:nvCxnSpPr>
          <p:spPr>
            <a:xfrm flipH="1" rot="10800000">
              <a:off x="1833571" y="3888193"/>
              <a:ext cx="1866881" cy="31787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cxnSp>
        <p:nvCxnSpPr>
          <p:cNvPr id="1130" name="Google Shape;1130;p9"/>
          <p:cNvCxnSpPr/>
          <p:nvPr/>
        </p:nvCxnSpPr>
        <p:spPr>
          <a:xfrm flipH="1" rot="10800000">
            <a:off x="11191875" y="6397625"/>
            <a:ext cx="6473825" cy="1670051"/>
          </a:xfrm>
          <a:prstGeom prst="straightConnector1">
            <a:avLst/>
          </a:prstGeom>
          <a:noFill/>
          <a:ln cap="flat" cmpd="sng" w="50800">
            <a:solidFill>
              <a:srgbClr val="FF6600"/>
            </a:solidFill>
            <a:prstDash val="solid"/>
            <a:round/>
            <a:headEnd len="sm" w="sm" type="none"/>
            <a:tailEnd len="sm" w="sm" type="none"/>
          </a:ln>
          <a:effectLst>
            <a:outerShdw blurRad="76200" rotWithShape="0" dir="5400000" dist="38100">
              <a:srgbClr val="000000">
                <a:alpha val="37647"/>
              </a:srgbClr>
            </a:outerShdw>
          </a:effectLst>
        </p:spPr>
      </p:cxnSp>
      <p:sp>
        <p:nvSpPr>
          <p:cNvPr id="1131" name="Google Shape;1131;p9"/>
          <p:cNvSpPr txBox="1"/>
          <p:nvPr/>
        </p:nvSpPr>
        <p:spPr>
          <a:xfrm>
            <a:off x="4031615" y="10528300"/>
            <a:ext cx="8511135"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The intensity P can be parameterized as:</a:t>
            </a:r>
            <a:endParaRPr/>
          </a:p>
        </p:txBody>
      </p:sp>
      <p:sp>
        <p:nvSpPr>
          <p:cNvPr id="1132" name="Google Shape;1132;p9"/>
          <p:cNvSpPr txBox="1"/>
          <p:nvPr/>
        </p:nvSpPr>
        <p:spPr>
          <a:xfrm>
            <a:off x="8848090" y="11395075"/>
            <a:ext cx="590601" cy="88971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P</a:t>
            </a:r>
            <a:endParaRPr/>
          </a:p>
        </p:txBody>
      </p:sp>
      <p:sp>
        <p:nvSpPr>
          <p:cNvPr id="1133" name="Google Shape;1133;p9"/>
          <p:cNvSpPr txBox="1"/>
          <p:nvPr/>
        </p:nvSpPr>
        <p:spPr>
          <a:xfrm>
            <a:off x="9365628" y="11388725"/>
            <a:ext cx="17490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a:t>
            </a:r>
            <a:r>
              <a:rPr b="0" i="0" lang="en-US" sz="4800" u="none" cap="none" strike="noStrike">
                <a:solidFill>
                  <a:srgbClr val="000000"/>
                </a:solidFill>
                <a:latin typeface="Noto Sans Symbols"/>
                <a:ea typeface="Noto Sans Symbols"/>
                <a:cs typeface="Noto Sans Symbols"/>
                <a:sym typeface="Noto Sans Symbols"/>
              </a:rPr>
              <a:t>θ, φ,</a:t>
            </a:r>
            <a:endParaRPr/>
          </a:p>
        </p:txBody>
      </p:sp>
      <p:sp>
        <p:nvSpPr>
          <p:cNvPr id="1134" name="Google Shape;1134;p9"/>
          <p:cNvSpPr txBox="1"/>
          <p:nvPr/>
        </p:nvSpPr>
        <p:spPr>
          <a:xfrm>
            <a:off x="12061205" y="11415225"/>
            <a:ext cx="30945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X, Y, Z)</a:t>
            </a:r>
            <a:endParaRPr/>
          </a:p>
        </p:txBody>
      </p:sp>
      <p:sp>
        <p:nvSpPr>
          <p:cNvPr id="1135" name="Google Shape;1135;p9"/>
          <p:cNvSpPr txBox="1"/>
          <p:nvPr/>
        </p:nvSpPr>
        <p:spPr>
          <a:xfrm>
            <a:off x="9939328" y="1384300"/>
            <a:ext cx="4620362"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Adelson &amp; Bergen, 91</a:t>
            </a:r>
            <a:endParaRPr/>
          </a:p>
        </p:txBody>
      </p:sp>
      <p:pic>
        <p:nvPicPr>
          <p:cNvPr descr="Image" id="1136" name="Google Shape;1136;p9"/>
          <p:cNvPicPr preferRelativeResize="0"/>
          <p:nvPr/>
        </p:nvPicPr>
        <p:blipFill rotWithShape="1">
          <a:blip r:embed="rId3">
            <a:alphaModFix/>
          </a:blip>
          <a:srcRect b="0" l="0" r="0" t="0"/>
          <a:stretch/>
        </p:blipFill>
        <p:spPr>
          <a:xfrm>
            <a:off x="10623795" y="7877435"/>
            <a:ext cx="1748988" cy="2286001"/>
          </a:xfrm>
          <a:prstGeom prst="rect">
            <a:avLst/>
          </a:prstGeom>
          <a:noFill/>
          <a:ln>
            <a:noFill/>
          </a:ln>
        </p:spPr>
      </p:pic>
      <p:sp>
        <p:nvSpPr>
          <p:cNvPr id="1137" name="Google Shape;1137;p9"/>
          <p:cNvSpPr/>
          <p:nvPr/>
        </p:nvSpPr>
        <p:spPr>
          <a:xfrm>
            <a:off x="10899775" y="7969250"/>
            <a:ext cx="292101" cy="273053"/>
          </a:xfrm>
          <a:prstGeom prst="ellipse">
            <a:avLst/>
          </a:prstGeom>
          <a:solidFill>
            <a:srgbClr val="FF0000"/>
          </a:solidFill>
          <a:ln>
            <a:noFill/>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Light"/>
              <a:buNone/>
            </a:pPr>
            <a:r>
              <a:t/>
            </a:r>
            <a:endParaRPr b="0" i="0" sz="3600" u="none" cap="none" strike="noStrike">
              <a:solidFill>
                <a:srgbClr val="FFFFFF"/>
              </a:solidFill>
              <a:latin typeface="Helvetica Neue Light"/>
              <a:ea typeface="Helvetica Neue Light"/>
              <a:cs typeface="Helvetica Neue Light"/>
              <a:sym typeface="Helvetica Neue Light"/>
            </a:endParaRPr>
          </a:p>
        </p:txBody>
      </p:sp>
      <p:sp>
        <p:nvSpPr>
          <p:cNvPr id="1138" name="Google Shape;1138;p9"/>
          <p:cNvSpPr txBox="1"/>
          <p:nvPr/>
        </p:nvSpPr>
        <p:spPr>
          <a:xfrm>
            <a:off x="9391459" y="12277976"/>
            <a:ext cx="1499757" cy="734010"/>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4300"/>
              <a:buFont typeface="Helvetica Neue"/>
              <a:buNone/>
            </a:pPr>
            <a:r>
              <a:rPr b="0" i="0" lang="en-US" sz="4300" u="none" cap="none" strike="noStrike">
                <a:solidFill>
                  <a:srgbClr val="000000"/>
                </a:solidFill>
                <a:latin typeface="Helvetica Neue"/>
                <a:ea typeface="Helvetica Neue"/>
                <a:cs typeface="Helvetica Neue"/>
                <a:sym typeface="Helvetica Neue"/>
              </a:rPr>
              <a:t>Angle</a:t>
            </a:r>
            <a:endParaRPr/>
          </a:p>
        </p:txBody>
      </p:sp>
      <p:sp>
        <p:nvSpPr>
          <p:cNvPr id="1139" name="Google Shape;1139;p9"/>
          <p:cNvSpPr txBox="1"/>
          <p:nvPr>
            <p:ph idx="12" type="sldNum"/>
          </p:nvPr>
        </p:nvSpPr>
        <p:spPr>
          <a:xfrm>
            <a:off x="20056551" y="12806655"/>
            <a:ext cx="365049" cy="54234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98989"/>
              </a:buClr>
              <a:buSzPts val="2400"/>
              <a:buFont typeface="Helvetica Neue Light"/>
              <a:buNone/>
            </a:pPr>
            <a:fld id="{00000000-1234-1234-1234-123412341234}" type="slidenum">
              <a:rPr lang="en-US">
                <a:solidFill>
                  <a:srgbClr val="898989"/>
                </a:solidFill>
              </a:rPr>
              <a:t>‹#›</a:t>
            </a:fld>
            <a:endParaRPr/>
          </a:p>
        </p:txBody>
      </p:sp>
      <p:sp>
        <p:nvSpPr>
          <p:cNvPr id="1140" name="Google Shape;1140;p9"/>
          <p:cNvSpPr txBox="1"/>
          <p:nvPr/>
        </p:nvSpPr>
        <p:spPr>
          <a:xfrm>
            <a:off x="19470192" y="13111189"/>
            <a:ext cx="4696816" cy="49842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600"/>
              <a:buFont typeface="Helvetica Neue Light"/>
              <a:buNone/>
            </a:pPr>
            <a:r>
              <a:rPr b="0" i="0" lang="en-US" sz="26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g37da46ea7f4_1_11"/>
          <p:cNvSpPr txBox="1"/>
          <p:nvPr>
            <p:ph type="title"/>
          </p:nvPr>
        </p:nvSpPr>
        <p:spPr>
          <a:xfrm>
            <a:off x="3962400" y="549276"/>
            <a:ext cx="16459200" cy="2286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Ray Parameterization</a:t>
            </a:r>
            <a:endParaRPr/>
          </a:p>
        </p:txBody>
      </p:sp>
      <p:pic>
        <p:nvPicPr>
          <p:cNvPr id="1146" name="Google Shape;1146;g37da46ea7f4_1_11"/>
          <p:cNvPicPr preferRelativeResize="0"/>
          <p:nvPr/>
        </p:nvPicPr>
        <p:blipFill>
          <a:blip r:embed="rId3">
            <a:alphaModFix/>
          </a:blip>
          <a:stretch>
            <a:fillRect/>
          </a:stretch>
        </p:blipFill>
        <p:spPr>
          <a:xfrm>
            <a:off x="7470368" y="4325824"/>
            <a:ext cx="8470275" cy="7908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10"/>
          <p:cNvSpPr txBox="1"/>
          <p:nvPr>
            <p:ph type="title"/>
          </p:nvPr>
        </p:nvSpPr>
        <p:spPr>
          <a:xfrm>
            <a:off x="3962400" y="-381000"/>
            <a:ext cx="164592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Light"/>
              <a:buNone/>
            </a:pPr>
            <a:r>
              <a:rPr lang="en-US" sz="8800">
                <a:latin typeface="Helvetica Neue Light"/>
                <a:ea typeface="Helvetica Neue Light"/>
                <a:cs typeface="Helvetica Neue Light"/>
                <a:sym typeface="Helvetica Neue Light"/>
              </a:rPr>
              <a:t>The Plenoptic Function</a:t>
            </a:r>
            <a:endParaRPr/>
          </a:p>
        </p:txBody>
      </p:sp>
      <p:grpSp>
        <p:nvGrpSpPr>
          <p:cNvPr id="1152" name="Google Shape;1152;p10"/>
          <p:cNvGrpSpPr/>
          <p:nvPr/>
        </p:nvGrpSpPr>
        <p:grpSpPr>
          <a:xfrm>
            <a:off x="4610098" y="1631231"/>
            <a:ext cx="3657603" cy="3728169"/>
            <a:chOff x="-1" y="-1"/>
            <a:chExt cx="3657602" cy="3728168"/>
          </a:xfrm>
        </p:grpSpPr>
        <p:grpSp>
          <p:nvGrpSpPr>
            <p:cNvPr id="1153" name="Google Shape;1153;p10"/>
            <p:cNvGrpSpPr/>
            <p:nvPr/>
          </p:nvGrpSpPr>
          <p:grpSpPr>
            <a:xfrm>
              <a:off x="514283" y="-1"/>
              <a:ext cx="2575067" cy="3630913"/>
              <a:chOff x="0" y="-1"/>
              <a:chExt cx="2575065" cy="3630912"/>
            </a:xfrm>
          </p:grpSpPr>
          <p:cxnSp>
            <p:nvCxnSpPr>
              <p:cNvPr id="1154" name="Google Shape;1154;p10"/>
              <p:cNvCxnSpPr/>
              <p:nvPr/>
            </p:nvCxnSpPr>
            <p:spPr>
              <a:xfrm>
                <a:off x="0" y="565686"/>
                <a:ext cx="2575065" cy="259751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55" name="Google Shape;1155;p10"/>
              <p:cNvCxnSpPr/>
              <p:nvPr/>
            </p:nvCxnSpPr>
            <p:spPr>
              <a:xfrm>
                <a:off x="164919" y="403485"/>
                <a:ext cx="2248402" cy="292191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56" name="Google Shape;1156;p10"/>
              <p:cNvCxnSpPr/>
              <p:nvPr/>
            </p:nvCxnSpPr>
            <p:spPr>
              <a:xfrm>
                <a:off x="349943" y="25914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1157" name="Google Shape;1157;p10"/>
              <p:cNvGrpSpPr/>
              <p:nvPr/>
            </p:nvGrpSpPr>
            <p:grpSpPr>
              <a:xfrm>
                <a:off x="610924" y="-1"/>
                <a:ext cx="1340517" cy="3630912"/>
                <a:chOff x="-1" y="-1"/>
                <a:chExt cx="1340515" cy="3630911"/>
              </a:xfrm>
            </p:grpSpPr>
            <p:cxnSp>
              <p:nvCxnSpPr>
                <p:cNvPr id="1158" name="Google Shape;1158;p10"/>
                <p:cNvCxnSpPr/>
                <p:nvPr/>
              </p:nvCxnSpPr>
              <p:spPr>
                <a:xfrm>
                  <a:off x="-1" y="143843"/>
                  <a:ext cx="1340515" cy="34030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59" name="Google Shape;1159;p10"/>
                <p:cNvCxnSpPr/>
                <p:nvPr/>
              </p:nvCxnSpPr>
              <p:spPr>
                <a:xfrm>
                  <a:off x="209445" y="59878"/>
                  <a:ext cx="915270" cy="357103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60" name="Google Shape;1160;p10"/>
                <p:cNvCxnSpPr/>
                <p:nvPr/>
              </p:nvCxnSpPr>
              <p:spPr>
                <a:xfrm>
                  <a:off x="440842" y="-1"/>
                  <a:ext cx="474701" cy="36050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grpSp>
          <p:nvGrpSpPr>
            <p:cNvPr id="1161" name="Google Shape;1161;p10"/>
            <p:cNvGrpSpPr/>
            <p:nvPr/>
          </p:nvGrpSpPr>
          <p:grpSpPr>
            <a:xfrm>
              <a:off x="5185" y="70566"/>
              <a:ext cx="3627737" cy="3657601"/>
              <a:chOff x="0" y="-1"/>
              <a:chExt cx="3627735" cy="3657600"/>
            </a:xfrm>
          </p:grpSpPr>
          <p:cxnSp>
            <p:nvCxnSpPr>
              <p:cNvPr id="1162" name="Google Shape;1162;p10"/>
              <p:cNvCxnSpPr/>
              <p:nvPr/>
            </p:nvCxnSpPr>
            <p:spPr>
              <a:xfrm flipH="1">
                <a:off x="1756944" y="-1"/>
                <a:ext cx="3173"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63" name="Google Shape;1163;p10"/>
              <p:cNvCxnSpPr/>
              <p:nvPr/>
            </p:nvCxnSpPr>
            <p:spPr>
              <a:xfrm flipH="1">
                <a:off x="1528342" y="0"/>
                <a:ext cx="460374" cy="36575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64" name="Google Shape;1164;p10"/>
              <p:cNvCxnSpPr/>
              <p:nvPr/>
            </p:nvCxnSpPr>
            <p:spPr>
              <a:xfrm flipH="1">
                <a:off x="1341017" y="28576"/>
                <a:ext cx="882648" cy="352742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1165" name="Google Shape;1165;p10"/>
              <p:cNvGrpSpPr/>
              <p:nvPr/>
            </p:nvGrpSpPr>
            <p:grpSpPr>
              <a:xfrm>
                <a:off x="699658" y="133283"/>
                <a:ext cx="2203470" cy="3359287"/>
                <a:chOff x="0" y="-1"/>
                <a:chExt cx="2203469" cy="3359285"/>
              </a:xfrm>
            </p:grpSpPr>
            <p:cxnSp>
              <p:nvCxnSpPr>
                <p:cNvPr id="1166" name="Google Shape;1166;p10"/>
                <p:cNvCxnSpPr/>
                <p:nvPr/>
              </p:nvCxnSpPr>
              <p:spPr>
                <a:xfrm flipH="1">
                  <a:off x="341816" y="-1"/>
                  <a:ext cx="1446812" cy="335928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67" name="Google Shape;1167;p10"/>
                <p:cNvCxnSpPr/>
                <p:nvPr/>
              </p:nvCxnSpPr>
              <p:spPr>
                <a:xfrm flipH="1">
                  <a:off x="128606" y="87067"/>
                  <a:ext cx="1866881" cy="31787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68" name="Google Shape;1168;p10"/>
                <p:cNvCxnSpPr/>
                <p:nvPr/>
              </p:nvCxnSpPr>
              <p:spPr>
                <a:xfrm flipH="1">
                  <a:off x="0" y="206406"/>
                  <a:ext cx="2203469" cy="28924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169" name="Google Shape;1169;p10"/>
              <p:cNvGrpSpPr/>
              <p:nvPr/>
            </p:nvGrpSpPr>
            <p:grpSpPr>
              <a:xfrm>
                <a:off x="0" y="514279"/>
                <a:ext cx="3627735" cy="2575068"/>
                <a:chOff x="0" y="-1"/>
                <a:chExt cx="3627734" cy="2575066"/>
              </a:xfrm>
            </p:grpSpPr>
            <p:cxnSp>
              <p:nvCxnSpPr>
                <p:cNvPr id="1170" name="Google Shape;1170;p10"/>
                <p:cNvCxnSpPr/>
                <p:nvPr/>
              </p:nvCxnSpPr>
              <p:spPr>
                <a:xfrm flipH="1">
                  <a:off x="470885" y="-1"/>
                  <a:ext cx="2597514"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71" name="Google Shape;1171;p10"/>
                <p:cNvCxnSpPr/>
                <p:nvPr/>
              </p:nvCxnSpPr>
              <p:spPr>
                <a:xfrm flipH="1">
                  <a:off x="308683" y="164920"/>
                  <a:ext cx="2921918" cy="22484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72" name="Google Shape;1172;p10"/>
                <p:cNvCxnSpPr/>
                <p:nvPr/>
              </p:nvCxnSpPr>
              <p:spPr>
                <a:xfrm flipH="1">
                  <a:off x="246892" y="349945"/>
                  <a:ext cx="3124871" cy="18592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1173" name="Google Shape;1173;p10"/>
                <p:cNvGrpSpPr/>
                <p:nvPr/>
              </p:nvGrpSpPr>
              <p:grpSpPr>
                <a:xfrm>
                  <a:off x="0" y="610924"/>
                  <a:ext cx="3627734" cy="1340515"/>
                  <a:chOff x="0" y="-1"/>
                  <a:chExt cx="3627733" cy="1340513"/>
                </a:xfrm>
              </p:grpSpPr>
              <p:cxnSp>
                <p:nvCxnSpPr>
                  <p:cNvPr id="1174" name="Google Shape;1174;p10"/>
                  <p:cNvCxnSpPr/>
                  <p:nvPr/>
                </p:nvCxnSpPr>
                <p:spPr>
                  <a:xfrm flipH="1">
                    <a:off x="83969" y="-1"/>
                    <a:ext cx="3403097" cy="13405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75" name="Google Shape;1175;p10"/>
                  <p:cNvCxnSpPr/>
                  <p:nvPr/>
                </p:nvCxnSpPr>
                <p:spPr>
                  <a:xfrm flipH="1">
                    <a:off x="0" y="209447"/>
                    <a:ext cx="3571031" cy="9152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76" name="Google Shape;1176;p10"/>
                  <p:cNvCxnSpPr/>
                  <p:nvPr/>
                </p:nvCxnSpPr>
                <p:spPr>
                  <a:xfrm flipH="1">
                    <a:off x="22674" y="440845"/>
                    <a:ext cx="3605059" cy="47469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grpSp>
        <p:cxnSp>
          <p:nvCxnSpPr>
            <p:cNvPr id="1177" name="Google Shape;1177;p10"/>
            <p:cNvCxnSpPr/>
            <p:nvPr/>
          </p:nvCxnSpPr>
          <p:spPr>
            <a:xfrm>
              <a:off x="-1" y="1873968"/>
              <a:ext cx="3657602" cy="317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78" name="Google Shape;1178;p10"/>
            <p:cNvCxnSpPr/>
            <p:nvPr/>
          </p:nvCxnSpPr>
          <p:spPr>
            <a:xfrm>
              <a:off x="0" y="1645367"/>
              <a:ext cx="3657600"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79" name="Google Shape;1179;p10"/>
            <p:cNvCxnSpPr/>
            <p:nvPr/>
          </p:nvCxnSpPr>
          <p:spPr>
            <a:xfrm>
              <a:off x="28575" y="1413594"/>
              <a:ext cx="3527426" cy="8826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80" name="Google Shape;1180;p10"/>
            <p:cNvCxnSpPr/>
            <p:nvPr/>
          </p:nvCxnSpPr>
          <p:spPr>
            <a:xfrm>
              <a:off x="133415" y="1145172"/>
              <a:ext cx="3362198" cy="1448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81" name="Google Shape;1181;p10"/>
            <p:cNvCxnSpPr/>
            <p:nvPr/>
          </p:nvCxnSpPr>
          <p:spPr>
            <a:xfrm>
              <a:off x="223530" y="935765"/>
              <a:ext cx="3178795" cy="18668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cxnSp>
        <p:nvCxnSpPr>
          <p:cNvPr id="1182" name="Google Shape;1182;p10"/>
          <p:cNvCxnSpPr/>
          <p:nvPr/>
        </p:nvCxnSpPr>
        <p:spPr>
          <a:xfrm>
            <a:off x="4952999" y="2365376"/>
            <a:ext cx="8737602" cy="665797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sp>
        <p:nvSpPr>
          <p:cNvPr id="1183" name="Google Shape;1183;p10"/>
          <p:cNvSpPr/>
          <p:nvPr/>
        </p:nvSpPr>
        <p:spPr>
          <a:xfrm>
            <a:off x="5772150" y="2854325"/>
            <a:ext cx="1219200" cy="1219201"/>
          </a:xfrm>
          <a:prstGeom prst="ellipse">
            <a:avLst/>
          </a:prstGeom>
          <a:solidFill>
            <a:srgbClr val="FFFF00"/>
          </a:solidFill>
          <a:ln cap="flat" cmpd="sng" w="12700">
            <a:solidFill>
              <a:srgbClr val="FF6600"/>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Light"/>
              <a:buNone/>
            </a:pPr>
            <a:r>
              <a:t/>
            </a:r>
            <a:endParaRPr b="0" i="0" sz="3600" u="none" cap="none" strike="noStrike">
              <a:solidFill>
                <a:srgbClr val="FFFFFF"/>
              </a:solidFill>
              <a:latin typeface="Helvetica Neue Light"/>
              <a:ea typeface="Helvetica Neue Light"/>
              <a:cs typeface="Helvetica Neue Light"/>
              <a:sym typeface="Helvetica Neue Light"/>
            </a:endParaRPr>
          </a:p>
        </p:txBody>
      </p:sp>
      <p:sp>
        <p:nvSpPr>
          <p:cNvPr id="1184" name="Google Shape;1184;p10"/>
          <p:cNvSpPr/>
          <p:nvPr/>
        </p:nvSpPr>
        <p:spPr>
          <a:xfrm>
            <a:off x="7261226" y="5022850"/>
            <a:ext cx="14074774" cy="5210177"/>
          </a:xfrm>
          <a:custGeom>
            <a:rect b="b" l="l" r="r" t="t"/>
            <a:pathLst>
              <a:path extrusionOk="0" h="21600" w="21600">
                <a:moveTo>
                  <a:pt x="0" y="21216"/>
                </a:moveTo>
                <a:lnTo>
                  <a:pt x="2984" y="21312"/>
                </a:lnTo>
                <a:cubicBezTo>
                  <a:pt x="3068" y="21317"/>
                  <a:pt x="3149" y="21408"/>
                  <a:pt x="3233" y="21408"/>
                </a:cubicBezTo>
                <a:cubicBezTo>
                  <a:pt x="3529" y="21408"/>
                  <a:pt x="3825" y="21329"/>
                  <a:pt x="4121" y="21312"/>
                </a:cubicBezTo>
                <a:cubicBezTo>
                  <a:pt x="4393" y="21297"/>
                  <a:pt x="4666" y="21312"/>
                  <a:pt x="4938" y="21312"/>
                </a:cubicBezTo>
                <a:lnTo>
                  <a:pt x="4938" y="15936"/>
                </a:lnTo>
                <a:lnTo>
                  <a:pt x="5151" y="16032"/>
                </a:lnTo>
                <a:lnTo>
                  <a:pt x="5151" y="19296"/>
                </a:lnTo>
                <a:lnTo>
                  <a:pt x="6111" y="19296"/>
                </a:lnTo>
                <a:lnTo>
                  <a:pt x="6111" y="21600"/>
                </a:lnTo>
                <a:lnTo>
                  <a:pt x="7851" y="21408"/>
                </a:lnTo>
                <a:lnTo>
                  <a:pt x="7851" y="17472"/>
                </a:lnTo>
                <a:lnTo>
                  <a:pt x="6608" y="17472"/>
                </a:lnTo>
                <a:lnTo>
                  <a:pt x="6608" y="16896"/>
                </a:lnTo>
                <a:lnTo>
                  <a:pt x="12043" y="16896"/>
                </a:lnTo>
                <a:lnTo>
                  <a:pt x="12043" y="17472"/>
                </a:lnTo>
                <a:lnTo>
                  <a:pt x="10764" y="17376"/>
                </a:lnTo>
                <a:lnTo>
                  <a:pt x="10764" y="21312"/>
                </a:lnTo>
                <a:lnTo>
                  <a:pt x="13109" y="21408"/>
                </a:lnTo>
                <a:lnTo>
                  <a:pt x="13109" y="19008"/>
                </a:lnTo>
                <a:lnTo>
                  <a:pt x="14104" y="19008"/>
                </a:lnTo>
                <a:lnTo>
                  <a:pt x="14104" y="15552"/>
                </a:lnTo>
                <a:lnTo>
                  <a:pt x="14317" y="15552"/>
                </a:lnTo>
                <a:lnTo>
                  <a:pt x="14317" y="21408"/>
                </a:lnTo>
                <a:lnTo>
                  <a:pt x="16804" y="21312"/>
                </a:lnTo>
                <a:lnTo>
                  <a:pt x="16591" y="384"/>
                </a:lnTo>
                <a:lnTo>
                  <a:pt x="21600" y="0"/>
                </a:lnTo>
              </a:path>
            </a:pathLst>
          </a:custGeom>
          <a:noFill/>
          <a:ln cap="flat" cmpd="sng" w="50800">
            <a:solidFill>
              <a:srgbClr val="000000"/>
            </a:solidFill>
            <a:prstDash val="solid"/>
            <a:round/>
            <a:headEnd len="sm" w="sm" type="none"/>
            <a:tailEnd len="sm" w="sm" type="none"/>
          </a:ln>
          <a:effectLst>
            <a:outerShdw blurRad="76200" rotWithShape="0" dir="5400000" dist="38100">
              <a:srgbClr val="000000">
                <a:alpha val="3764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Helvetica Neue Light"/>
              <a:buNone/>
            </a:pPr>
            <a:r>
              <a:t/>
            </a:r>
            <a:endParaRPr b="0" i="0" sz="3600" u="none" cap="none" strike="noStrike">
              <a:solidFill>
                <a:srgbClr val="000000"/>
              </a:solidFill>
              <a:latin typeface="Helvetica Neue Light"/>
              <a:ea typeface="Helvetica Neue Light"/>
              <a:cs typeface="Helvetica Neue Light"/>
              <a:sym typeface="Helvetica Neue Light"/>
            </a:endParaRPr>
          </a:p>
        </p:txBody>
      </p:sp>
      <p:grpSp>
        <p:nvGrpSpPr>
          <p:cNvPr id="1185" name="Google Shape;1185;p10"/>
          <p:cNvGrpSpPr/>
          <p:nvPr/>
        </p:nvGrpSpPr>
        <p:grpSpPr>
          <a:xfrm>
            <a:off x="10071100" y="5400676"/>
            <a:ext cx="7519119" cy="3739032"/>
            <a:chOff x="0" y="0"/>
            <a:chExt cx="7519118" cy="3739030"/>
          </a:xfrm>
        </p:grpSpPr>
        <p:cxnSp>
          <p:nvCxnSpPr>
            <p:cNvPr id="1186" name="Google Shape;1186;p10"/>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87" name="Google Shape;1187;p10"/>
            <p:cNvCxnSpPr/>
            <p:nvPr/>
          </p:nvCxnSpPr>
          <p:spPr>
            <a:xfrm>
              <a:off x="1396092" y="817094"/>
              <a:ext cx="2252891" cy="292193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88" name="Google Shape;1188;p10"/>
            <p:cNvCxnSpPr/>
            <p:nvPr/>
          </p:nvCxnSpPr>
          <p:spPr>
            <a:xfrm>
              <a:off x="1737353" y="556876"/>
              <a:ext cx="1859299" cy="31248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89" name="Google Shape;1189;p10"/>
            <p:cNvCxnSpPr/>
            <p:nvPr/>
          </p:nvCxnSpPr>
          <p:spPr>
            <a:xfrm>
              <a:off x="2255508" y="308223"/>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90" name="Google Shape;1190;p10"/>
            <p:cNvCxnSpPr/>
            <p:nvPr/>
          </p:nvCxnSpPr>
          <p:spPr>
            <a:xfrm>
              <a:off x="2699904" y="167108"/>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91" name="Google Shape;1191;p10"/>
            <p:cNvCxnSpPr/>
            <p:nvPr/>
          </p:nvCxnSpPr>
          <p:spPr>
            <a:xfrm>
              <a:off x="3178953" y="69130"/>
              <a:ext cx="474698" cy="360505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92" name="Google Shape;1192;p10"/>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93" name="Google Shape;1193;p10"/>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94" name="Google Shape;1194;p10"/>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95" name="Google Shape;1195;p10"/>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96" name="Google Shape;1196;p10"/>
            <p:cNvCxnSpPr/>
            <p:nvPr/>
          </p:nvCxnSpPr>
          <p:spPr>
            <a:xfrm flipH="1">
              <a:off x="3675075" y="439426"/>
              <a:ext cx="1866879" cy="31787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97" name="Google Shape;1197;p10"/>
            <p:cNvCxnSpPr/>
            <p:nvPr/>
          </p:nvCxnSpPr>
          <p:spPr>
            <a:xfrm flipH="1">
              <a:off x="3658218" y="752310"/>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98" name="Google Shape;1198;p10"/>
            <p:cNvCxnSpPr/>
            <p:nvPr/>
          </p:nvCxnSpPr>
          <p:spPr>
            <a:xfrm flipH="1">
              <a:off x="3682818" y="1098481"/>
              <a:ext cx="2597518" cy="257506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199" name="Google Shape;1199;p10"/>
            <p:cNvCxnSpPr/>
            <p:nvPr/>
          </p:nvCxnSpPr>
          <p:spPr>
            <a:xfrm flipH="1">
              <a:off x="3658259" y="1435310"/>
              <a:ext cx="2919682" cy="2250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00" name="Google Shape;1200;p10"/>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01" name="Google Shape;1201;p10"/>
            <p:cNvCxnSpPr/>
            <p:nvPr/>
          </p:nvCxnSpPr>
          <p:spPr>
            <a:xfrm flipH="1">
              <a:off x="3778611" y="2293024"/>
              <a:ext cx="3406054" cy="13416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02" name="Google Shape;1202;p10"/>
            <p:cNvCxnSpPr/>
            <p:nvPr/>
          </p:nvCxnSpPr>
          <p:spPr>
            <a:xfrm flipH="1">
              <a:off x="3713584" y="2718951"/>
              <a:ext cx="3571032" cy="91527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03" name="Google Shape;1203;p10"/>
            <p:cNvCxnSpPr/>
            <p:nvPr/>
          </p:nvCxnSpPr>
          <p:spPr>
            <a:xfrm flipH="1">
              <a:off x="3914058" y="3140851"/>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04" name="Google Shape;1204;p10"/>
            <p:cNvCxnSpPr/>
            <p:nvPr/>
          </p:nvCxnSpPr>
          <p:spPr>
            <a:xfrm>
              <a:off x="0" y="3203573"/>
              <a:ext cx="3657600"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05" name="Google Shape;1205;p10"/>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06" name="Google Shape;1206;p10"/>
            <p:cNvCxnSpPr/>
            <p:nvPr/>
          </p:nvCxnSpPr>
          <p:spPr>
            <a:xfrm>
              <a:off x="311085" y="2256330"/>
              <a:ext cx="3359284" cy="144681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07" name="Google Shape;1207;p10"/>
            <p:cNvCxnSpPr/>
            <p:nvPr/>
          </p:nvCxnSpPr>
          <p:spPr>
            <a:xfrm>
              <a:off x="458477" y="1833572"/>
              <a:ext cx="3178796" cy="18668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208" name="Google Shape;1208;p10"/>
          <p:cNvGrpSpPr/>
          <p:nvPr/>
        </p:nvGrpSpPr>
        <p:grpSpPr>
          <a:xfrm>
            <a:off x="10490200" y="5397500"/>
            <a:ext cx="7519119" cy="3739032"/>
            <a:chOff x="0" y="0"/>
            <a:chExt cx="7519118" cy="3739031"/>
          </a:xfrm>
        </p:grpSpPr>
        <p:cxnSp>
          <p:nvCxnSpPr>
            <p:cNvPr id="1209" name="Google Shape;1209;p10"/>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10" name="Google Shape;1210;p10"/>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11" name="Google Shape;1211;p10"/>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12" name="Google Shape;1212;p10"/>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13" name="Google Shape;1213;p10"/>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14" name="Google Shape;1214;p10"/>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15" name="Google Shape;1215;p10"/>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16" name="Google Shape;1216;p10"/>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17" name="Google Shape;1217;p10"/>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18" name="Google Shape;1218;p10"/>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19" name="Google Shape;1219;p10"/>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20" name="Google Shape;1220;p10"/>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21" name="Google Shape;1221;p10"/>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22" name="Google Shape;1222;p10"/>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23" name="Google Shape;1223;p10"/>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24" name="Google Shape;1224;p10"/>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25" name="Google Shape;1225;p10"/>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26" name="Google Shape;1226;p10"/>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27" name="Google Shape;1227;p10"/>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28" name="Google Shape;1228;p10"/>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29" name="Google Shape;1229;p10"/>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30" name="Google Shape;1230;p10"/>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231" name="Google Shape;1231;p10"/>
          <p:cNvGrpSpPr/>
          <p:nvPr/>
        </p:nvGrpSpPr>
        <p:grpSpPr>
          <a:xfrm>
            <a:off x="9134476" y="5416549"/>
            <a:ext cx="7519119" cy="3739031"/>
            <a:chOff x="0" y="-1"/>
            <a:chExt cx="7519118" cy="3739030"/>
          </a:xfrm>
        </p:grpSpPr>
        <p:cxnSp>
          <p:nvCxnSpPr>
            <p:cNvPr id="1232" name="Google Shape;1232;p10"/>
            <p:cNvCxnSpPr/>
            <p:nvPr/>
          </p:nvCxnSpPr>
          <p:spPr>
            <a:xfrm>
              <a:off x="1060380" y="1114240"/>
              <a:ext cx="2575063" cy="259751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33" name="Google Shape;1233;p10"/>
            <p:cNvCxnSpPr/>
            <p:nvPr/>
          </p:nvCxnSpPr>
          <p:spPr>
            <a:xfrm>
              <a:off x="1396091" y="817096"/>
              <a:ext cx="2252891" cy="29219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34" name="Google Shape;1234;p10"/>
            <p:cNvCxnSpPr/>
            <p:nvPr/>
          </p:nvCxnSpPr>
          <p:spPr>
            <a:xfrm>
              <a:off x="1737349"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35" name="Google Shape;1235;p10"/>
            <p:cNvCxnSpPr/>
            <p:nvPr/>
          </p:nvCxnSpPr>
          <p:spPr>
            <a:xfrm>
              <a:off x="2255506" y="308225"/>
              <a:ext cx="1340511" cy="34030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36" name="Google Shape;1236;p10"/>
            <p:cNvCxnSpPr/>
            <p:nvPr/>
          </p:nvCxnSpPr>
          <p:spPr>
            <a:xfrm>
              <a:off x="2699903" y="167110"/>
              <a:ext cx="915269"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37" name="Google Shape;1237;p10"/>
            <p:cNvCxnSpPr/>
            <p:nvPr/>
          </p:nvCxnSpPr>
          <p:spPr>
            <a:xfrm>
              <a:off x="3178949"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38" name="Google Shape;1238;p10"/>
            <p:cNvCxnSpPr/>
            <p:nvPr/>
          </p:nvCxnSpPr>
          <p:spPr>
            <a:xfrm flipH="1">
              <a:off x="3651250" y="-1"/>
              <a:ext cx="3174"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39" name="Google Shape;1239;p10"/>
            <p:cNvCxnSpPr/>
            <p:nvPr/>
          </p:nvCxnSpPr>
          <p:spPr>
            <a:xfrm flipH="1">
              <a:off x="3692523" y="1"/>
              <a:ext cx="460378"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40" name="Google Shape;1240;p10"/>
            <p:cNvCxnSpPr/>
            <p:nvPr/>
          </p:nvCxnSpPr>
          <p:spPr>
            <a:xfrm flipH="1">
              <a:off x="3698876"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41" name="Google Shape;1241;p10"/>
            <p:cNvCxnSpPr/>
            <p:nvPr/>
          </p:nvCxnSpPr>
          <p:spPr>
            <a:xfrm flipH="1">
              <a:off x="3653332" y="269807"/>
              <a:ext cx="1446813" cy="335928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42" name="Google Shape;1242;p10"/>
            <p:cNvCxnSpPr/>
            <p:nvPr/>
          </p:nvCxnSpPr>
          <p:spPr>
            <a:xfrm flipH="1">
              <a:off x="3675072" y="439429"/>
              <a:ext cx="1866881"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43" name="Google Shape;1243;p10"/>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44" name="Google Shape;1244;p10"/>
            <p:cNvCxnSpPr/>
            <p:nvPr/>
          </p:nvCxnSpPr>
          <p:spPr>
            <a:xfrm flipH="1">
              <a:off x="3682817"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45" name="Google Shape;1245;p10"/>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46" name="Google Shape;1246;p10"/>
            <p:cNvCxnSpPr/>
            <p:nvPr/>
          </p:nvCxnSpPr>
          <p:spPr>
            <a:xfrm flipH="1">
              <a:off x="3750928" y="1797675"/>
              <a:ext cx="3124869" cy="18593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47" name="Google Shape;1247;p10"/>
            <p:cNvCxnSpPr/>
            <p:nvPr/>
          </p:nvCxnSpPr>
          <p:spPr>
            <a:xfrm flipH="1">
              <a:off x="3778612" y="2293025"/>
              <a:ext cx="3406051" cy="13416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48" name="Google Shape;1248;p10"/>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49" name="Google Shape;1249;p10"/>
            <p:cNvCxnSpPr/>
            <p:nvPr/>
          </p:nvCxnSpPr>
          <p:spPr>
            <a:xfrm flipH="1">
              <a:off x="3914056" y="3140852"/>
              <a:ext cx="3605062" cy="4747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50" name="Google Shape;1250;p10"/>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51" name="Google Shape;1251;p10"/>
            <p:cNvCxnSpPr/>
            <p:nvPr/>
          </p:nvCxnSpPr>
          <p:spPr>
            <a:xfrm>
              <a:off x="184150" y="2755900"/>
              <a:ext cx="3527425"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52" name="Google Shape;1252;p10"/>
            <p:cNvCxnSpPr/>
            <p:nvPr/>
          </p:nvCxnSpPr>
          <p:spPr>
            <a:xfrm>
              <a:off x="311083"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53" name="Google Shape;1253;p10"/>
            <p:cNvCxnSpPr/>
            <p:nvPr/>
          </p:nvCxnSpPr>
          <p:spPr>
            <a:xfrm>
              <a:off x="458475"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254" name="Google Shape;1254;p10"/>
          <p:cNvGrpSpPr/>
          <p:nvPr/>
        </p:nvGrpSpPr>
        <p:grpSpPr>
          <a:xfrm>
            <a:off x="9556750" y="5410199"/>
            <a:ext cx="7516056" cy="3739033"/>
            <a:chOff x="0" y="-1"/>
            <a:chExt cx="7516055" cy="3739032"/>
          </a:xfrm>
        </p:grpSpPr>
        <p:cxnSp>
          <p:nvCxnSpPr>
            <p:cNvPr id="1255" name="Google Shape;1255;p10"/>
            <p:cNvCxnSpPr/>
            <p:nvPr/>
          </p:nvCxnSpPr>
          <p:spPr>
            <a:xfrm>
              <a:off x="1060381" y="1114240"/>
              <a:ext cx="2575065"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56" name="Google Shape;1256;p10"/>
            <p:cNvCxnSpPr/>
            <p:nvPr/>
          </p:nvCxnSpPr>
          <p:spPr>
            <a:xfrm>
              <a:off x="1396091" y="817096"/>
              <a:ext cx="2252890" cy="292193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57" name="Google Shape;1257;p10"/>
            <p:cNvCxnSpPr/>
            <p:nvPr/>
          </p:nvCxnSpPr>
          <p:spPr>
            <a:xfrm>
              <a:off x="1737352" y="556878"/>
              <a:ext cx="1859298" cy="312487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58" name="Google Shape;1258;p10"/>
            <p:cNvCxnSpPr/>
            <p:nvPr/>
          </p:nvCxnSpPr>
          <p:spPr>
            <a:xfrm>
              <a:off x="2255508" y="308226"/>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59" name="Google Shape;1259;p10"/>
            <p:cNvCxnSpPr/>
            <p:nvPr/>
          </p:nvCxnSpPr>
          <p:spPr>
            <a:xfrm>
              <a:off x="2696728" y="167110"/>
              <a:ext cx="915270"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60" name="Google Shape;1260;p10"/>
            <p:cNvCxnSpPr/>
            <p:nvPr/>
          </p:nvCxnSpPr>
          <p:spPr>
            <a:xfrm>
              <a:off x="3178951" y="69133"/>
              <a:ext cx="474699"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61" name="Google Shape;1261;p10"/>
            <p:cNvCxnSpPr/>
            <p:nvPr/>
          </p:nvCxnSpPr>
          <p:spPr>
            <a:xfrm flipH="1">
              <a:off x="3651251" y="-1"/>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62" name="Google Shape;1262;p10"/>
            <p:cNvCxnSpPr/>
            <p:nvPr/>
          </p:nvCxnSpPr>
          <p:spPr>
            <a:xfrm flipH="1">
              <a:off x="3692526" y="0"/>
              <a:ext cx="460375"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63" name="Google Shape;1263;p10"/>
            <p:cNvCxnSpPr/>
            <p:nvPr/>
          </p:nvCxnSpPr>
          <p:spPr>
            <a:xfrm flipH="1">
              <a:off x="3695701" y="127000"/>
              <a:ext cx="882650"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64" name="Google Shape;1264;p10"/>
            <p:cNvCxnSpPr/>
            <p:nvPr/>
          </p:nvCxnSpPr>
          <p:spPr>
            <a:xfrm flipH="1">
              <a:off x="3653332" y="269810"/>
              <a:ext cx="1446814" cy="33592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65" name="Google Shape;1265;p10"/>
            <p:cNvCxnSpPr/>
            <p:nvPr/>
          </p:nvCxnSpPr>
          <p:spPr>
            <a:xfrm flipH="1">
              <a:off x="3674943" y="438801"/>
              <a:ext cx="1863964" cy="31800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66" name="Google Shape;1266;p10"/>
            <p:cNvCxnSpPr/>
            <p:nvPr/>
          </p:nvCxnSpPr>
          <p:spPr>
            <a:xfrm flipH="1">
              <a:off x="3658216" y="752314"/>
              <a:ext cx="2202217" cy="28895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67" name="Google Shape;1267;p10"/>
            <p:cNvCxnSpPr/>
            <p:nvPr/>
          </p:nvCxnSpPr>
          <p:spPr>
            <a:xfrm flipH="1">
              <a:off x="3682358" y="1099600"/>
              <a:ext cx="2595261" cy="25728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68" name="Google Shape;1268;p10"/>
            <p:cNvCxnSpPr/>
            <p:nvPr/>
          </p:nvCxnSpPr>
          <p:spPr>
            <a:xfrm flipH="1">
              <a:off x="3655085" y="1435312"/>
              <a:ext cx="2919683" cy="225065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69" name="Google Shape;1269;p10"/>
            <p:cNvCxnSpPr/>
            <p:nvPr/>
          </p:nvCxnSpPr>
          <p:spPr>
            <a:xfrm flipH="1">
              <a:off x="3750467" y="1798793"/>
              <a:ext cx="3122616"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70" name="Google Shape;1270;p10"/>
            <p:cNvCxnSpPr/>
            <p:nvPr/>
          </p:nvCxnSpPr>
          <p:spPr>
            <a:xfrm flipH="1">
              <a:off x="3778500" y="2293607"/>
              <a:ext cx="3403100" cy="13405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71" name="Google Shape;1271;p10"/>
            <p:cNvCxnSpPr/>
            <p:nvPr/>
          </p:nvCxnSpPr>
          <p:spPr>
            <a:xfrm flipH="1">
              <a:off x="3713473" y="2719536"/>
              <a:ext cx="3568079" cy="91410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72" name="Google Shape;1272;p10"/>
            <p:cNvCxnSpPr/>
            <p:nvPr/>
          </p:nvCxnSpPr>
          <p:spPr>
            <a:xfrm flipH="1">
              <a:off x="3913947" y="3141436"/>
              <a:ext cx="3602108" cy="4735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73" name="Google Shape;1273;p10"/>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74" name="Google Shape;1274;p10"/>
            <p:cNvCxnSpPr/>
            <p:nvPr/>
          </p:nvCxnSpPr>
          <p:spPr>
            <a:xfrm>
              <a:off x="184150" y="2755900"/>
              <a:ext cx="3524251"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75" name="Google Shape;1275;p10"/>
            <p:cNvCxnSpPr/>
            <p:nvPr/>
          </p:nvCxnSpPr>
          <p:spPr>
            <a:xfrm>
              <a:off x="310956" y="2256957"/>
              <a:ext cx="3356363" cy="144556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76" name="Google Shape;1276;p10"/>
            <p:cNvCxnSpPr/>
            <p:nvPr/>
          </p:nvCxnSpPr>
          <p:spPr>
            <a:xfrm>
              <a:off x="458349" y="1834201"/>
              <a:ext cx="3175877" cy="18656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277" name="Google Shape;1277;p10"/>
          <p:cNvGrpSpPr/>
          <p:nvPr/>
        </p:nvGrpSpPr>
        <p:grpSpPr>
          <a:xfrm>
            <a:off x="8067676" y="5359399"/>
            <a:ext cx="7519119" cy="3736316"/>
            <a:chOff x="0" y="-1"/>
            <a:chExt cx="7519118" cy="3736314"/>
          </a:xfrm>
        </p:grpSpPr>
        <p:cxnSp>
          <p:nvCxnSpPr>
            <p:cNvPr id="1278" name="Google Shape;1278;p10"/>
            <p:cNvCxnSpPr/>
            <p:nvPr/>
          </p:nvCxnSpPr>
          <p:spPr>
            <a:xfrm>
              <a:off x="1061497" y="1113780"/>
              <a:ext cx="2572827" cy="259526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79" name="Google Shape;1279;p10"/>
            <p:cNvCxnSpPr/>
            <p:nvPr/>
          </p:nvCxnSpPr>
          <p:spPr>
            <a:xfrm>
              <a:off x="1397209" y="816634"/>
              <a:ext cx="2250655" cy="2919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80" name="Google Shape;1280;p10"/>
            <p:cNvCxnSpPr/>
            <p:nvPr/>
          </p:nvCxnSpPr>
          <p:spPr>
            <a:xfrm>
              <a:off x="1738468" y="556415"/>
              <a:ext cx="1857064" cy="31226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81" name="Google Shape;1281;p10"/>
            <p:cNvCxnSpPr/>
            <p:nvPr/>
          </p:nvCxnSpPr>
          <p:spPr>
            <a:xfrm>
              <a:off x="2256090" y="308114"/>
              <a:ext cx="1339343" cy="340014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82" name="Google Shape;1282;p10"/>
            <p:cNvCxnSpPr/>
            <p:nvPr/>
          </p:nvCxnSpPr>
          <p:spPr>
            <a:xfrm>
              <a:off x="2700486" y="166997"/>
              <a:ext cx="914103" cy="35680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83" name="Google Shape;1283;p10"/>
            <p:cNvCxnSpPr/>
            <p:nvPr/>
          </p:nvCxnSpPr>
          <p:spPr>
            <a:xfrm>
              <a:off x="3179532" y="69019"/>
              <a:ext cx="473534" cy="360210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84" name="Google Shape;1284;p10"/>
            <p:cNvCxnSpPr/>
            <p:nvPr/>
          </p:nvCxnSpPr>
          <p:spPr>
            <a:xfrm flipH="1">
              <a:off x="3651248" y="-1"/>
              <a:ext cx="3176" cy="365442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85" name="Google Shape;1285;p10"/>
            <p:cNvCxnSpPr/>
            <p:nvPr/>
          </p:nvCxnSpPr>
          <p:spPr>
            <a:xfrm flipH="1">
              <a:off x="3692523" y="1"/>
              <a:ext cx="460377" cy="36544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86" name="Google Shape;1286;p10"/>
            <p:cNvCxnSpPr/>
            <p:nvPr/>
          </p:nvCxnSpPr>
          <p:spPr>
            <a:xfrm flipH="1">
              <a:off x="3698876" y="126999"/>
              <a:ext cx="882649" cy="352425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87" name="Google Shape;1287;p10"/>
            <p:cNvCxnSpPr/>
            <p:nvPr/>
          </p:nvCxnSpPr>
          <p:spPr>
            <a:xfrm flipH="1">
              <a:off x="3653331" y="269807"/>
              <a:ext cx="1446813" cy="335928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88" name="Google Shape;1288;p10"/>
            <p:cNvCxnSpPr/>
            <p:nvPr/>
          </p:nvCxnSpPr>
          <p:spPr>
            <a:xfrm flipH="1">
              <a:off x="3675699" y="439299"/>
              <a:ext cx="1865627" cy="31758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89" name="Google Shape;1289;p10"/>
            <p:cNvCxnSpPr/>
            <p:nvPr/>
          </p:nvCxnSpPr>
          <p:spPr>
            <a:xfrm flipH="1">
              <a:off x="3658845" y="752181"/>
              <a:ext cx="2200962" cy="288666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90" name="Google Shape;1290;p10"/>
            <p:cNvCxnSpPr/>
            <p:nvPr/>
          </p:nvCxnSpPr>
          <p:spPr>
            <a:xfrm flipH="1">
              <a:off x="3682818" y="1098478"/>
              <a:ext cx="2597515" cy="25750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91" name="Google Shape;1291;p10"/>
            <p:cNvCxnSpPr/>
            <p:nvPr/>
          </p:nvCxnSpPr>
          <p:spPr>
            <a:xfrm flipH="1">
              <a:off x="3659379" y="1432594"/>
              <a:ext cx="2917443" cy="225291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92" name="Google Shape;1292;p10"/>
            <p:cNvCxnSpPr/>
            <p:nvPr/>
          </p:nvCxnSpPr>
          <p:spPr>
            <a:xfrm flipH="1">
              <a:off x="3750928" y="1794500"/>
              <a:ext cx="3124869" cy="18593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93" name="Google Shape;1293;p10"/>
            <p:cNvCxnSpPr/>
            <p:nvPr/>
          </p:nvCxnSpPr>
          <p:spPr>
            <a:xfrm flipH="1">
              <a:off x="3778612" y="2293024"/>
              <a:ext cx="3406051" cy="134168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94" name="Google Shape;1294;p10"/>
            <p:cNvCxnSpPr/>
            <p:nvPr/>
          </p:nvCxnSpPr>
          <p:spPr>
            <a:xfrm flipH="1">
              <a:off x="3713584" y="2715776"/>
              <a:ext cx="3571032" cy="91527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95" name="Google Shape;1295;p10"/>
            <p:cNvCxnSpPr/>
            <p:nvPr/>
          </p:nvCxnSpPr>
          <p:spPr>
            <a:xfrm flipH="1">
              <a:off x="3914056" y="3137674"/>
              <a:ext cx="3605062" cy="4747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96" name="Google Shape;1296;p10"/>
            <p:cNvCxnSpPr/>
            <p:nvPr/>
          </p:nvCxnSpPr>
          <p:spPr>
            <a:xfrm>
              <a:off x="0" y="3200398"/>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97" name="Google Shape;1297;p10"/>
            <p:cNvCxnSpPr/>
            <p:nvPr/>
          </p:nvCxnSpPr>
          <p:spPr>
            <a:xfrm>
              <a:off x="184150" y="2752726"/>
              <a:ext cx="3527425"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98" name="Google Shape;1298;p10"/>
            <p:cNvCxnSpPr/>
            <p:nvPr/>
          </p:nvCxnSpPr>
          <p:spPr>
            <a:xfrm>
              <a:off x="311083" y="2253155"/>
              <a:ext cx="3359284" cy="14468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299" name="Google Shape;1299;p10"/>
            <p:cNvCxnSpPr/>
            <p:nvPr/>
          </p:nvCxnSpPr>
          <p:spPr>
            <a:xfrm>
              <a:off x="458475" y="1830395"/>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300" name="Google Shape;1300;p10"/>
          <p:cNvGrpSpPr/>
          <p:nvPr/>
        </p:nvGrpSpPr>
        <p:grpSpPr>
          <a:xfrm>
            <a:off x="8489950" y="5353050"/>
            <a:ext cx="7519119" cy="3739032"/>
            <a:chOff x="0" y="0"/>
            <a:chExt cx="7519118" cy="3739031"/>
          </a:xfrm>
        </p:grpSpPr>
        <p:cxnSp>
          <p:nvCxnSpPr>
            <p:cNvPr id="1301" name="Google Shape;1301;p10"/>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02" name="Google Shape;1302;p10"/>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03" name="Google Shape;1303;p10"/>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04" name="Google Shape;1304;p10"/>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05" name="Google Shape;1305;p10"/>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06" name="Google Shape;1306;p10"/>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07" name="Google Shape;1307;p10"/>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08" name="Google Shape;1308;p10"/>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09" name="Google Shape;1309;p10"/>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10" name="Google Shape;1310;p10"/>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11" name="Google Shape;1311;p10"/>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12" name="Google Shape;1312;p10"/>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13" name="Google Shape;1313;p10"/>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14" name="Google Shape;1314;p10"/>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15" name="Google Shape;1315;p10"/>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16" name="Google Shape;1316;p10"/>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17" name="Google Shape;1317;p10"/>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18" name="Google Shape;1318;p10"/>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19" name="Google Shape;1319;p10"/>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20" name="Google Shape;1320;p10"/>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21" name="Google Shape;1321;p10"/>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22" name="Google Shape;1322;p10"/>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323" name="Google Shape;1323;p10"/>
          <p:cNvGrpSpPr/>
          <p:nvPr/>
        </p:nvGrpSpPr>
        <p:grpSpPr>
          <a:xfrm>
            <a:off x="6692899" y="5222875"/>
            <a:ext cx="7516057" cy="3739032"/>
            <a:chOff x="0" y="-1"/>
            <a:chExt cx="7516055" cy="3739030"/>
          </a:xfrm>
        </p:grpSpPr>
        <p:cxnSp>
          <p:nvCxnSpPr>
            <p:cNvPr id="1324" name="Google Shape;1324;p10"/>
            <p:cNvCxnSpPr/>
            <p:nvPr/>
          </p:nvCxnSpPr>
          <p:spPr>
            <a:xfrm>
              <a:off x="1060381" y="1114240"/>
              <a:ext cx="2575065"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25" name="Google Shape;1325;p10"/>
            <p:cNvCxnSpPr/>
            <p:nvPr/>
          </p:nvCxnSpPr>
          <p:spPr>
            <a:xfrm>
              <a:off x="1396092" y="817094"/>
              <a:ext cx="2252890" cy="292193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26" name="Google Shape;1326;p10"/>
            <p:cNvCxnSpPr/>
            <p:nvPr/>
          </p:nvCxnSpPr>
          <p:spPr>
            <a:xfrm>
              <a:off x="1737353" y="556877"/>
              <a:ext cx="1859298"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27" name="Google Shape;1327;p10"/>
            <p:cNvCxnSpPr/>
            <p:nvPr/>
          </p:nvCxnSpPr>
          <p:spPr>
            <a:xfrm>
              <a:off x="2255508" y="308224"/>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28" name="Google Shape;1328;p10"/>
            <p:cNvCxnSpPr/>
            <p:nvPr/>
          </p:nvCxnSpPr>
          <p:spPr>
            <a:xfrm>
              <a:off x="2696728" y="167108"/>
              <a:ext cx="915270"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29" name="Google Shape;1329;p10"/>
            <p:cNvCxnSpPr/>
            <p:nvPr/>
          </p:nvCxnSpPr>
          <p:spPr>
            <a:xfrm>
              <a:off x="3178954" y="69132"/>
              <a:ext cx="474696" cy="360505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30" name="Google Shape;1330;p10"/>
            <p:cNvCxnSpPr/>
            <p:nvPr/>
          </p:nvCxnSpPr>
          <p:spPr>
            <a:xfrm flipH="1">
              <a:off x="3651251" y="-1"/>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31" name="Google Shape;1331;p10"/>
            <p:cNvCxnSpPr/>
            <p:nvPr/>
          </p:nvCxnSpPr>
          <p:spPr>
            <a:xfrm flipH="1">
              <a:off x="3692526" y="0"/>
              <a:ext cx="460375"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32" name="Google Shape;1332;p10"/>
            <p:cNvCxnSpPr/>
            <p:nvPr/>
          </p:nvCxnSpPr>
          <p:spPr>
            <a:xfrm flipH="1">
              <a:off x="3695701" y="127000"/>
              <a:ext cx="882650"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33" name="Google Shape;1333;p10"/>
            <p:cNvCxnSpPr/>
            <p:nvPr/>
          </p:nvCxnSpPr>
          <p:spPr>
            <a:xfrm flipH="1">
              <a:off x="3653332" y="269810"/>
              <a:ext cx="1446814" cy="33592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34" name="Google Shape;1334;p10"/>
            <p:cNvCxnSpPr/>
            <p:nvPr/>
          </p:nvCxnSpPr>
          <p:spPr>
            <a:xfrm flipH="1">
              <a:off x="3674943" y="438799"/>
              <a:ext cx="1863964" cy="31800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35" name="Google Shape;1335;p10"/>
            <p:cNvCxnSpPr/>
            <p:nvPr/>
          </p:nvCxnSpPr>
          <p:spPr>
            <a:xfrm flipH="1">
              <a:off x="3658216" y="752312"/>
              <a:ext cx="2202217" cy="28895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36" name="Google Shape;1336;p10"/>
            <p:cNvCxnSpPr/>
            <p:nvPr/>
          </p:nvCxnSpPr>
          <p:spPr>
            <a:xfrm flipH="1">
              <a:off x="3682357" y="1099600"/>
              <a:ext cx="2595263" cy="25728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37" name="Google Shape;1337;p10"/>
            <p:cNvCxnSpPr/>
            <p:nvPr/>
          </p:nvCxnSpPr>
          <p:spPr>
            <a:xfrm flipH="1">
              <a:off x="3655086" y="1435310"/>
              <a:ext cx="2919681" cy="2250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38" name="Google Shape;1338;p10"/>
            <p:cNvCxnSpPr/>
            <p:nvPr/>
          </p:nvCxnSpPr>
          <p:spPr>
            <a:xfrm flipH="1">
              <a:off x="3750467" y="1798793"/>
              <a:ext cx="3122616"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39" name="Google Shape;1339;p10"/>
            <p:cNvCxnSpPr/>
            <p:nvPr/>
          </p:nvCxnSpPr>
          <p:spPr>
            <a:xfrm flipH="1">
              <a:off x="3778500" y="2293608"/>
              <a:ext cx="3403100" cy="134051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40" name="Google Shape;1340;p10"/>
            <p:cNvCxnSpPr/>
            <p:nvPr/>
          </p:nvCxnSpPr>
          <p:spPr>
            <a:xfrm flipH="1">
              <a:off x="3713473" y="2719534"/>
              <a:ext cx="3568079" cy="91410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41" name="Google Shape;1341;p10"/>
            <p:cNvCxnSpPr/>
            <p:nvPr/>
          </p:nvCxnSpPr>
          <p:spPr>
            <a:xfrm flipH="1">
              <a:off x="3913947" y="3141434"/>
              <a:ext cx="3602108" cy="4735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42" name="Google Shape;1342;p10"/>
            <p:cNvCxnSpPr/>
            <p:nvPr/>
          </p:nvCxnSpPr>
          <p:spPr>
            <a:xfrm>
              <a:off x="0" y="3203573"/>
              <a:ext cx="3657600"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43" name="Google Shape;1343;p10"/>
            <p:cNvCxnSpPr/>
            <p:nvPr/>
          </p:nvCxnSpPr>
          <p:spPr>
            <a:xfrm>
              <a:off x="184150" y="2755900"/>
              <a:ext cx="3524251"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44" name="Google Shape;1344;p10"/>
            <p:cNvCxnSpPr/>
            <p:nvPr/>
          </p:nvCxnSpPr>
          <p:spPr>
            <a:xfrm>
              <a:off x="310955" y="2256957"/>
              <a:ext cx="3356364" cy="144555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45" name="Google Shape;1345;p10"/>
            <p:cNvCxnSpPr/>
            <p:nvPr/>
          </p:nvCxnSpPr>
          <p:spPr>
            <a:xfrm>
              <a:off x="458349" y="1834199"/>
              <a:ext cx="3175877" cy="18656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346" name="Google Shape;1346;p10"/>
          <p:cNvGrpSpPr/>
          <p:nvPr/>
        </p:nvGrpSpPr>
        <p:grpSpPr>
          <a:xfrm>
            <a:off x="5194300" y="6378575"/>
            <a:ext cx="6873085" cy="3739032"/>
            <a:chOff x="0" y="-1"/>
            <a:chExt cx="6873084" cy="3739030"/>
          </a:xfrm>
        </p:grpSpPr>
        <p:cxnSp>
          <p:nvCxnSpPr>
            <p:cNvPr id="1347" name="Google Shape;1347;p10"/>
            <p:cNvCxnSpPr/>
            <p:nvPr/>
          </p:nvCxnSpPr>
          <p:spPr>
            <a:xfrm>
              <a:off x="1060382" y="1114240"/>
              <a:ext cx="2575065"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48" name="Google Shape;1348;p10"/>
            <p:cNvCxnSpPr/>
            <p:nvPr/>
          </p:nvCxnSpPr>
          <p:spPr>
            <a:xfrm>
              <a:off x="1396094" y="817094"/>
              <a:ext cx="2252890" cy="292193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49" name="Google Shape;1349;p10"/>
            <p:cNvCxnSpPr/>
            <p:nvPr/>
          </p:nvCxnSpPr>
          <p:spPr>
            <a:xfrm>
              <a:off x="1737354" y="556877"/>
              <a:ext cx="1859297"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50" name="Google Shape;1350;p10"/>
            <p:cNvCxnSpPr/>
            <p:nvPr/>
          </p:nvCxnSpPr>
          <p:spPr>
            <a:xfrm>
              <a:off x="2255509" y="308224"/>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51" name="Google Shape;1351;p10"/>
            <p:cNvCxnSpPr/>
            <p:nvPr/>
          </p:nvCxnSpPr>
          <p:spPr>
            <a:xfrm>
              <a:off x="2696729" y="167108"/>
              <a:ext cx="915269"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52" name="Google Shape;1352;p10"/>
            <p:cNvCxnSpPr/>
            <p:nvPr/>
          </p:nvCxnSpPr>
          <p:spPr>
            <a:xfrm>
              <a:off x="3178955" y="69130"/>
              <a:ext cx="474696" cy="360505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53" name="Google Shape;1353;p10"/>
            <p:cNvCxnSpPr/>
            <p:nvPr/>
          </p:nvCxnSpPr>
          <p:spPr>
            <a:xfrm flipH="1">
              <a:off x="3651250" y="-1"/>
              <a:ext cx="3177"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54" name="Google Shape;1354;p10"/>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55" name="Google Shape;1355;p10"/>
            <p:cNvCxnSpPr/>
            <p:nvPr/>
          </p:nvCxnSpPr>
          <p:spPr>
            <a:xfrm flipH="1">
              <a:off x="3695700" y="127001"/>
              <a:ext cx="882651" cy="35242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56" name="Google Shape;1356;p10"/>
            <p:cNvCxnSpPr/>
            <p:nvPr/>
          </p:nvCxnSpPr>
          <p:spPr>
            <a:xfrm flipH="1">
              <a:off x="3653332" y="269810"/>
              <a:ext cx="1446815" cy="33592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57" name="Google Shape;1357;p10"/>
            <p:cNvCxnSpPr/>
            <p:nvPr/>
          </p:nvCxnSpPr>
          <p:spPr>
            <a:xfrm flipH="1">
              <a:off x="3674947" y="438799"/>
              <a:ext cx="1863962" cy="31800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58" name="Google Shape;1358;p10"/>
            <p:cNvCxnSpPr/>
            <p:nvPr/>
          </p:nvCxnSpPr>
          <p:spPr>
            <a:xfrm flipH="1">
              <a:off x="3658217" y="752312"/>
              <a:ext cx="2202217" cy="28895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59" name="Google Shape;1359;p10"/>
            <p:cNvCxnSpPr/>
            <p:nvPr/>
          </p:nvCxnSpPr>
          <p:spPr>
            <a:xfrm flipH="1">
              <a:off x="3682356" y="1099599"/>
              <a:ext cx="2595264" cy="257282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60" name="Google Shape;1360;p10"/>
            <p:cNvCxnSpPr/>
            <p:nvPr/>
          </p:nvCxnSpPr>
          <p:spPr>
            <a:xfrm flipH="1">
              <a:off x="3655086" y="1435310"/>
              <a:ext cx="2919680"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61" name="Google Shape;1361;p10"/>
            <p:cNvCxnSpPr/>
            <p:nvPr/>
          </p:nvCxnSpPr>
          <p:spPr>
            <a:xfrm flipH="1">
              <a:off x="3750470" y="1798793"/>
              <a:ext cx="3122614"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62" name="Google Shape;1362;p10"/>
            <p:cNvCxnSpPr/>
            <p:nvPr/>
          </p:nvCxnSpPr>
          <p:spPr>
            <a:xfrm flipH="1">
              <a:off x="3778251" y="3025773"/>
              <a:ext cx="1501775" cy="6096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63" name="Google Shape;1363;p10"/>
            <p:cNvCxnSpPr/>
            <p:nvPr/>
          </p:nvCxnSpPr>
          <p:spPr>
            <a:xfrm flipH="1">
              <a:off x="3714751" y="3219448"/>
              <a:ext cx="1466851" cy="41592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64" name="Google Shape;1364;p10"/>
            <p:cNvCxnSpPr/>
            <p:nvPr/>
          </p:nvCxnSpPr>
          <p:spPr>
            <a:xfrm flipH="1">
              <a:off x="3914778" y="3470274"/>
              <a:ext cx="1343023" cy="1460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65" name="Google Shape;1365;p10"/>
            <p:cNvCxnSpPr/>
            <p:nvPr/>
          </p:nvCxnSpPr>
          <p:spPr>
            <a:xfrm>
              <a:off x="0" y="3203573"/>
              <a:ext cx="3657598"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66" name="Google Shape;1366;p10"/>
            <p:cNvCxnSpPr/>
            <p:nvPr/>
          </p:nvCxnSpPr>
          <p:spPr>
            <a:xfrm>
              <a:off x="184149" y="2755899"/>
              <a:ext cx="3524249" cy="8826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67" name="Google Shape;1367;p10"/>
            <p:cNvCxnSpPr/>
            <p:nvPr/>
          </p:nvCxnSpPr>
          <p:spPr>
            <a:xfrm>
              <a:off x="310956" y="2256957"/>
              <a:ext cx="3356366" cy="14455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68" name="Google Shape;1368;p10"/>
            <p:cNvCxnSpPr/>
            <p:nvPr/>
          </p:nvCxnSpPr>
          <p:spPr>
            <a:xfrm>
              <a:off x="458349" y="1834199"/>
              <a:ext cx="3175879" cy="186562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369" name="Google Shape;1369;p10"/>
          <p:cNvGrpSpPr/>
          <p:nvPr/>
        </p:nvGrpSpPr>
        <p:grpSpPr>
          <a:xfrm>
            <a:off x="10375900" y="5454650"/>
            <a:ext cx="7519119" cy="3739032"/>
            <a:chOff x="0" y="0"/>
            <a:chExt cx="7519118" cy="3739031"/>
          </a:xfrm>
        </p:grpSpPr>
        <p:cxnSp>
          <p:nvCxnSpPr>
            <p:cNvPr id="1370" name="Google Shape;1370;p10"/>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71" name="Google Shape;1371;p10"/>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72" name="Google Shape;1372;p10"/>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73" name="Google Shape;1373;p10"/>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74" name="Google Shape;1374;p10"/>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75" name="Google Shape;1375;p10"/>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76" name="Google Shape;1376;p10"/>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77" name="Google Shape;1377;p10"/>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78" name="Google Shape;1378;p10"/>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79" name="Google Shape;1379;p10"/>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80" name="Google Shape;1380;p10"/>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81" name="Google Shape;1381;p10"/>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82" name="Google Shape;1382;p10"/>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83" name="Google Shape;1383;p10"/>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84" name="Google Shape;1384;p10"/>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85" name="Google Shape;1385;p10"/>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86" name="Google Shape;1386;p10"/>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87" name="Google Shape;1387;p10"/>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88" name="Google Shape;1388;p10"/>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89" name="Google Shape;1389;p10"/>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90" name="Google Shape;1390;p10"/>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91" name="Google Shape;1391;p10"/>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392" name="Google Shape;1392;p10"/>
          <p:cNvGrpSpPr/>
          <p:nvPr/>
        </p:nvGrpSpPr>
        <p:grpSpPr>
          <a:xfrm>
            <a:off x="10795000" y="5448300"/>
            <a:ext cx="7519119" cy="3739032"/>
            <a:chOff x="0" y="0"/>
            <a:chExt cx="7519118" cy="3739031"/>
          </a:xfrm>
        </p:grpSpPr>
        <p:cxnSp>
          <p:nvCxnSpPr>
            <p:cNvPr id="1393" name="Google Shape;1393;p10"/>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94" name="Google Shape;1394;p10"/>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95" name="Google Shape;1395;p10"/>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96" name="Google Shape;1396;p10"/>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97" name="Google Shape;1397;p10"/>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98" name="Google Shape;1398;p10"/>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399" name="Google Shape;1399;p10"/>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00" name="Google Shape;1400;p10"/>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01" name="Google Shape;1401;p10"/>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02" name="Google Shape;1402;p10"/>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03" name="Google Shape;1403;p10"/>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04" name="Google Shape;1404;p10"/>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05" name="Google Shape;1405;p10"/>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06" name="Google Shape;1406;p10"/>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07" name="Google Shape;1407;p10"/>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08" name="Google Shape;1408;p10"/>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09" name="Google Shape;1409;p10"/>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10" name="Google Shape;1410;p10"/>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11" name="Google Shape;1411;p10"/>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12" name="Google Shape;1412;p10"/>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13" name="Google Shape;1413;p10"/>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14" name="Google Shape;1414;p10"/>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415" name="Google Shape;1415;p10"/>
          <p:cNvGrpSpPr/>
          <p:nvPr/>
        </p:nvGrpSpPr>
        <p:grpSpPr>
          <a:xfrm>
            <a:off x="13944598" y="1923330"/>
            <a:ext cx="3742208" cy="7525471"/>
            <a:chOff x="-1" y="-1"/>
            <a:chExt cx="3742206" cy="7525469"/>
          </a:xfrm>
        </p:grpSpPr>
        <p:cxnSp>
          <p:nvCxnSpPr>
            <p:cNvPr id="1416" name="Google Shape;1416;p10"/>
            <p:cNvCxnSpPr/>
            <p:nvPr/>
          </p:nvCxnSpPr>
          <p:spPr>
            <a:xfrm flipH="1" rot="10800000">
              <a:off x="1117417" y="3886850"/>
              <a:ext cx="2597516" cy="257506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17" name="Google Shape;1417;p10"/>
            <p:cNvCxnSpPr/>
            <p:nvPr/>
          </p:nvCxnSpPr>
          <p:spPr>
            <a:xfrm flipH="1" rot="10800000">
              <a:off x="820269" y="3873311"/>
              <a:ext cx="2921936" cy="225289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18" name="Google Shape;1418;p10"/>
            <p:cNvCxnSpPr/>
            <p:nvPr/>
          </p:nvCxnSpPr>
          <p:spPr>
            <a:xfrm flipH="1" rot="10800000">
              <a:off x="556878" y="3928819"/>
              <a:ext cx="3124868" cy="18592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19" name="Google Shape;1419;p10"/>
            <p:cNvCxnSpPr/>
            <p:nvPr/>
          </p:nvCxnSpPr>
          <p:spPr>
            <a:xfrm flipH="1" rot="10800000">
              <a:off x="308226" y="3926276"/>
              <a:ext cx="3403097" cy="134051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20" name="Google Shape;1420;p10"/>
            <p:cNvCxnSpPr/>
            <p:nvPr/>
          </p:nvCxnSpPr>
          <p:spPr>
            <a:xfrm flipH="1" rot="10800000">
              <a:off x="167109" y="3907122"/>
              <a:ext cx="3571031" cy="9152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21" name="Google Shape;1421;p10"/>
            <p:cNvCxnSpPr/>
            <p:nvPr/>
          </p:nvCxnSpPr>
          <p:spPr>
            <a:xfrm flipH="1" rot="10800000">
              <a:off x="69130" y="3871820"/>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22" name="Google Shape;1422;p10"/>
            <p:cNvCxnSpPr/>
            <p:nvPr/>
          </p:nvCxnSpPr>
          <p:spPr>
            <a:xfrm>
              <a:off x="-1" y="3867869"/>
              <a:ext cx="3657600" cy="31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23" name="Google Shape;1423;p10"/>
            <p:cNvCxnSpPr/>
            <p:nvPr/>
          </p:nvCxnSpPr>
          <p:spPr>
            <a:xfrm>
              <a:off x="0" y="3366218"/>
              <a:ext cx="3657598"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24" name="Google Shape;1424;p10"/>
            <p:cNvCxnSpPr/>
            <p:nvPr/>
          </p:nvCxnSpPr>
          <p:spPr>
            <a:xfrm>
              <a:off x="127000" y="2940769"/>
              <a:ext cx="3524249"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25" name="Google Shape;1425;p10"/>
            <p:cNvCxnSpPr/>
            <p:nvPr/>
          </p:nvCxnSpPr>
          <p:spPr>
            <a:xfrm>
              <a:off x="269806" y="2418975"/>
              <a:ext cx="3359283" cy="144681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26" name="Google Shape;1426;p10"/>
            <p:cNvCxnSpPr/>
            <p:nvPr/>
          </p:nvCxnSpPr>
          <p:spPr>
            <a:xfrm>
              <a:off x="439428" y="1977166"/>
              <a:ext cx="3178794"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27" name="Google Shape;1427;p10"/>
            <p:cNvCxnSpPr/>
            <p:nvPr/>
          </p:nvCxnSpPr>
          <p:spPr>
            <a:xfrm>
              <a:off x="755485" y="1661861"/>
              <a:ext cx="2889576" cy="22022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28" name="Google Shape;1428;p10"/>
            <p:cNvCxnSpPr/>
            <p:nvPr/>
          </p:nvCxnSpPr>
          <p:spPr>
            <a:xfrm>
              <a:off x="1101656" y="1241958"/>
              <a:ext cx="2575064" cy="259751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29" name="Google Shape;1429;p10"/>
            <p:cNvCxnSpPr/>
            <p:nvPr/>
          </p:nvCxnSpPr>
          <p:spPr>
            <a:xfrm>
              <a:off x="1438485" y="944351"/>
              <a:ext cx="2250656" cy="29196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30" name="Google Shape;1430;p10"/>
            <p:cNvCxnSpPr/>
            <p:nvPr/>
          </p:nvCxnSpPr>
          <p:spPr>
            <a:xfrm>
              <a:off x="1800852" y="643321"/>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31" name="Google Shape;1431;p10"/>
            <p:cNvCxnSpPr/>
            <p:nvPr/>
          </p:nvCxnSpPr>
          <p:spPr>
            <a:xfrm>
              <a:off x="2296198" y="334456"/>
              <a:ext cx="1341676" cy="340605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32" name="Google Shape;1432;p10"/>
            <p:cNvCxnSpPr/>
            <p:nvPr/>
          </p:nvCxnSpPr>
          <p:spPr>
            <a:xfrm>
              <a:off x="2722129" y="237676"/>
              <a:ext cx="915270" cy="357103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33" name="Google Shape;1433;p10"/>
            <p:cNvCxnSpPr/>
            <p:nvPr/>
          </p:nvCxnSpPr>
          <p:spPr>
            <a:xfrm>
              <a:off x="3144026" y="-1"/>
              <a:ext cx="474700" cy="36050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34" name="Google Shape;1434;p10"/>
            <p:cNvCxnSpPr/>
            <p:nvPr/>
          </p:nvCxnSpPr>
          <p:spPr>
            <a:xfrm flipH="1" rot="10800000">
              <a:off x="3206748" y="3867867"/>
              <a:ext cx="460377" cy="36576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35" name="Google Shape;1435;p10"/>
            <p:cNvCxnSpPr/>
            <p:nvPr/>
          </p:nvCxnSpPr>
          <p:spPr>
            <a:xfrm flipH="1" rot="10800000">
              <a:off x="2759075" y="3810717"/>
              <a:ext cx="882649" cy="35274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36" name="Google Shape;1436;p10"/>
            <p:cNvCxnSpPr/>
            <p:nvPr/>
          </p:nvCxnSpPr>
          <p:spPr>
            <a:xfrm flipH="1" rot="10800000">
              <a:off x="2259507" y="3855101"/>
              <a:ext cx="1446814" cy="335928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37" name="Google Shape;1437;p10"/>
            <p:cNvCxnSpPr/>
            <p:nvPr/>
          </p:nvCxnSpPr>
          <p:spPr>
            <a:xfrm flipH="1" rot="10800000">
              <a:off x="1836747" y="3888197"/>
              <a:ext cx="1866882" cy="317879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438" name="Google Shape;1438;p10"/>
          <p:cNvGrpSpPr/>
          <p:nvPr/>
        </p:nvGrpSpPr>
        <p:grpSpPr>
          <a:xfrm>
            <a:off x="14366876" y="1916981"/>
            <a:ext cx="3739492" cy="7525469"/>
            <a:chOff x="0" y="-1"/>
            <a:chExt cx="3739491" cy="7525467"/>
          </a:xfrm>
        </p:grpSpPr>
        <p:cxnSp>
          <p:nvCxnSpPr>
            <p:cNvPr id="1439" name="Google Shape;1439;p10"/>
            <p:cNvCxnSpPr/>
            <p:nvPr/>
          </p:nvCxnSpPr>
          <p:spPr>
            <a:xfrm flipH="1" rot="10800000">
              <a:off x="1116955" y="3887967"/>
              <a:ext cx="2595264" cy="257282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40" name="Google Shape;1440;p10"/>
            <p:cNvCxnSpPr/>
            <p:nvPr/>
          </p:nvCxnSpPr>
          <p:spPr>
            <a:xfrm flipH="1" rot="10800000">
              <a:off x="819809" y="3874428"/>
              <a:ext cx="2919682" cy="225065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41" name="Google Shape;1441;p10"/>
            <p:cNvCxnSpPr/>
            <p:nvPr/>
          </p:nvCxnSpPr>
          <p:spPr>
            <a:xfrm flipH="1" rot="10800000">
              <a:off x="556416" y="3929937"/>
              <a:ext cx="3122616"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42" name="Google Shape;1442;p10"/>
            <p:cNvCxnSpPr/>
            <p:nvPr/>
          </p:nvCxnSpPr>
          <p:spPr>
            <a:xfrm flipH="1" rot="10800000">
              <a:off x="308114" y="3926858"/>
              <a:ext cx="3400145" cy="133934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43" name="Google Shape;1443;p10"/>
            <p:cNvCxnSpPr/>
            <p:nvPr/>
          </p:nvCxnSpPr>
          <p:spPr>
            <a:xfrm flipH="1" rot="10800000">
              <a:off x="166996" y="3907704"/>
              <a:ext cx="3568080" cy="9141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44" name="Google Shape;1444;p10"/>
            <p:cNvCxnSpPr/>
            <p:nvPr/>
          </p:nvCxnSpPr>
          <p:spPr>
            <a:xfrm flipH="1" rot="10800000">
              <a:off x="69021" y="3872400"/>
              <a:ext cx="3602107" cy="4735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45" name="Google Shape;1445;p10"/>
            <p:cNvCxnSpPr/>
            <p:nvPr/>
          </p:nvCxnSpPr>
          <p:spPr>
            <a:xfrm>
              <a:off x="0" y="3867866"/>
              <a:ext cx="3654423" cy="31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46" name="Google Shape;1446;p10"/>
            <p:cNvCxnSpPr/>
            <p:nvPr/>
          </p:nvCxnSpPr>
          <p:spPr>
            <a:xfrm>
              <a:off x="0" y="3366216"/>
              <a:ext cx="3654423"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47" name="Google Shape;1447;p10"/>
            <p:cNvCxnSpPr/>
            <p:nvPr/>
          </p:nvCxnSpPr>
          <p:spPr>
            <a:xfrm>
              <a:off x="126998" y="2940767"/>
              <a:ext cx="3524251"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48" name="Google Shape;1448;p10"/>
            <p:cNvCxnSpPr/>
            <p:nvPr/>
          </p:nvCxnSpPr>
          <p:spPr>
            <a:xfrm>
              <a:off x="269809" y="2418974"/>
              <a:ext cx="3359283" cy="144681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49" name="Google Shape;1449;p10"/>
            <p:cNvCxnSpPr/>
            <p:nvPr/>
          </p:nvCxnSpPr>
          <p:spPr>
            <a:xfrm>
              <a:off x="439298" y="1977791"/>
              <a:ext cx="3175878" cy="186562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50" name="Google Shape;1450;p10"/>
            <p:cNvCxnSpPr/>
            <p:nvPr/>
          </p:nvCxnSpPr>
          <p:spPr>
            <a:xfrm>
              <a:off x="755357" y="1662486"/>
              <a:ext cx="2886660" cy="22009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51" name="Google Shape;1451;p10"/>
            <p:cNvCxnSpPr/>
            <p:nvPr/>
          </p:nvCxnSpPr>
          <p:spPr>
            <a:xfrm>
              <a:off x="1101654" y="1241956"/>
              <a:ext cx="2575067"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52" name="Google Shape;1452;p10"/>
            <p:cNvCxnSpPr/>
            <p:nvPr/>
          </p:nvCxnSpPr>
          <p:spPr>
            <a:xfrm>
              <a:off x="1435770" y="945470"/>
              <a:ext cx="2252910" cy="291744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53" name="Google Shape;1453;p10"/>
            <p:cNvCxnSpPr/>
            <p:nvPr/>
          </p:nvCxnSpPr>
          <p:spPr>
            <a:xfrm>
              <a:off x="1797675" y="643319"/>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54" name="Google Shape;1454;p10"/>
            <p:cNvCxnSpPr/>
            <p:nvPr/>
          </p:nvCxnSpPr>
          <p:spPr>
            <a:xfrm>
              <a:off x="2296197" y="334454"/>
              <a:ext cx="1341680" cy="340605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55" name="Google Shape;1455;p10"/>
            <p:cNvCxnSpPr/>
            <p:nvPr/>
          </p:nvCxnSpPr>
          <p:spPr>
            <a:xfrm>
              <a:off x="2718952" y="237676"/>
              <a:ext cx="915272"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56" name="Google Shape;1456;p10"/>
            <p:cNvCxnSpPr/>
            <p:nvPr/>
          </p:nvCxnSpPr>
          <p:spPr>
            <a:xfrm>
              <a:off x="3140849" y="-1"/>
              <a:ext cx="474701" cy="36050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57" name="Google Shape;1457;p10"/>
            <p:cNvCxnSpPr/>
            <p:nvPr/>
          </p:nvCxnSpPr>
          <p:spPr>
            <a:xfrm flipH="1" rot="10800000">
              <a:off x="3203574" y="3867865"/>
              <a:ext cx="460375" cy="36576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58" name="Google Shape;1458;p10"/>
            <p:cNvCxnSpPr/>
            <p:nvPr/>
          </p:nvCxnSpPr>
          <p:spPr>
            <a:xfrm flipH="1" rot="10800000">
              <a:off x="2755899" y="3810717"/>
              <a:ext cx="882649" cy="35274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59" name="Google Shape;1459;p10"/>
            <p:cNvCxnSpPr/>
            <p:nvPr/>
          </p:nvCxnSpPr>
          <p:spPr>
            <a:xfrm flipH="1" rot="10800000">
              <a:off x="2256331" y="3855098"/>
              <a:ext cx="1446812" cy="335928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60" name="Google Shape;1460;p10"/>
            <p:cNvCxnSpPr/>
            <p:nvPr/>
          </p:nvCxnSpPr>
          <p:spPr>
            <a:xfrm flipH="1" rot="10800000">
              <a:off x="1833571" y="3888193"/>
              <a:ext cx="1866881" cy="31787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cxnSp>
        <p:nvCxnSpPr>
          <p:cNvPr id="1461" name="Google Shape;1461;p10"/>
          <p:cNvCxnSpPr/>
          <p:nvPr/>
        </p:nvCxnSpPr>
        <p:spPr>
          <a:xfrm flipH="1" rot="10800000">
            <a:off x="11191875" y="6397625"/>
            <a:ext cx="6473825" cy="1670051"/>
          </a:xfrm>
          <a:prstGeom prst="straightConnector1">
            <a:avLst/>
          </a:prstGeom>
          <a:noFill/>
          <a:ln cap="flat" cmpd="sng" w="50800">
            <a:solidFill>
              <a:srgbClr val="FF6600"/>
            </a:solidFill>
            <a:prstDash val="solid"/>
            <a:round/>
            <a:headEnd len="sm" w="sm" type="none"/>
            <a:tailEnd len="sm" w="sm" type="none"/>
          </a:ln>
          <a:effectLst>
            <a:outerShdw blurRad="76200" rotWithShape="0" dir="5400000" dist="38100">
              <a:srgbClr val="000000">
                <a:alpha val="37647"/>
              </a:srgbClr>
            </a:outerShdw>
          </a:effectLst>
        </p:spPr>
      </p:cxnSp>
      <p:sp>
        <p:nvSpPr>
          <p:cNvPr id="1462" name="Google Shape;1462;p10"/>
          <p:cNvSpPr txBox="1"/>
          <p:nvPr/>
        </p:nvSpPr>
        <p:spPr>
          <a:xfrm>
            <a:off x="4031615" y="10528300"/>
            <a:ext cx="8511135"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The intensity P can be parameterized as:</a:t>
            </a:r>
            <a:endParaRPr/>
          </a:p>
        </p:txBody>
      </p:sp>
      <p:sp>
        <p:nvSpPr>
          <p:cNvPr id="1463" name="Google Shape;1463;p10"/>
          <p:cNvSpPr txBox="1"/>
          <p:nvPr/>
        </p:nvSpPr>
        <p:spPr>
          <a:xfrm>
            <a:off x="8848090" y="11395075"/>
            <a:ext cx="590601" cy="88971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P</a:t>
            </a:r>
            <a:endParaRPr/>
          </a:p>
        </p:txBody>
      </p:sp>
      <p:sp>
        <p:nvSpPr>
          <p:cNvPr id="1464" name="Google Shape;1464;p10"/>
          <p:cNvSpPr txBox="1"/>
          <p:nvPr/>
        </p:nvSpPr>
        <p:spPr>
          <a:xfrm>
            <a:off x="9338439" y="11396502"/>
            <a:ext cx="3742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a:t>
            </a:r>
            <a:r>
              <a:rPr b="0" i="0" lang="en-US" sz="4800" u="none" cap="none" strike="noStrike">
                <a:solidFill>
                  <a:srgbClr val="000000"/>
                </a:solidFill>
                <a:latin typeface="Noto Sans Symbols"/>
                <a:ea typeface="Noto Sans Symbols"/>
                <a:cs typeface="Noto Sans Symbols"/>
                <a:sym typeface="Noto Sans Symbols"/>
              </a:rPr>
              <a:t>θ, φ,</a:t>
            </a:r>
            <a:endParaRPr/>
          </a:p>
        </p:txBody>
      </p:sp>
      <p:sp>
        <p:nvSpPr>
          <p:cNvPr id="1465" name="Google Shape;1465;p10"/>
          <p:cNvSpPr txBox="1"/>
          <p:nvPr/>
        </p:nvSpPr>
        <p:spPr>
          <a:xfrm>
            <a:off x="11511915" y="11415217"/>
            <a:ext cx="557074" cy="88971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t,</a:t>
            </a:r>
            <a:endParaRPr/>
          </a:p>
        </p:txBody>
      </p:sp>
      <p:sp>
        <p:nvSpPr>
          <p:cNvPr id="1466" name="Google Shape;1466;p10"/>
          <p:cNvSpPr txBox="1"/>
          <p:nvPr/>
        </p:nvSpPr>
        <p:spPr>
          <a:xfrm>
            <a:off x="10832465" y="11446147"/>
            <a:ext cx="6825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Noto Sans Symbols"/>
              <a:buNone/>
            </a:pPr>
            <a:r>
              <a:rPr b="0" i="0" lang="en-US" sz="4800" u="none" cap="none" strike="noStrike">
                <a:solidFill>
                  <a:srgbClr val="000000"/>
                </a:solidFill>
                <a:latin typeface="Noto Sans Symbols"/>
                <a:ea typeface="Noto Sans Symbols"/>
                <a:cs typeface="Noto Sans Symbols"/>
                <a:sym typeface="Noto Sans Symbols"/>
              </a:rPr>
              <a:t>λ,</a:t>
            </a:r>
            <a:endParaRPr/>
          </a:p>
        </p:txBody>
      </p:sp>
      <p:sp>
        <p:nvSpPr>
          <p:cNvPr id="1467" name="Google Shape;1467;p10"/>
          <p:cNvSpPr txBox="1"/>
          <p:nvPr/>
        </p:nvSpPr>
        <p:spPr>
          <a:xfrm>
            <a:off x="12276076" y="11415225"/>
            <a:ext cx="29154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X, Y, Z)</a:t>
            </a:r>
            <a:endParaRPr/>
          </a:p>
        </p:txBody>
      </p:sp>
      <p:sp>
        <p:nvSpPr>
          <p:cNvPr id="1468" name="Google Shape;1468;p10"/>
          <p:cNvSpPr txBox="1"/>
          <p:nvPr/>
        </p:nvSpPr>
        <p:spPr>
          <a:xfrm>
            <a:off x="9943465" y="1384300"/>
            <a:ext cx="4620363"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Adelson &amp; Bergen, 91</a:t>
            </a:r>
            <a:endParaRPr/>
          </a:p>
        </p:txBody>
      </p:sp>
      <p:pic>
        <p:nvPicPr>
          <p:cNvPr descr="Image" id="1469" name="Google Shape;1469;p10"/>
          <p:cNvPicPr preferRelativeResize="0"/>
          <p:nvPr/>
        </p:nvPicPr>
        <p:blipFill rotWithShape="1">
          <a:blip r:embed="rId3">
            <a:alphaModFix/>
          </a:blip>
          <a:srcRect b="0" l="0" r="0" t="0"/>
          <a:stretch/>
        </p:blipFill>
        <p:spPr>
          <a:xfrm>
            <a:off x="10623795" y="7877435"/>
            <a:ext cx="1748988" cy="2286001"/>
          </a:xfrm>
          <a:prstGeom prst="rect">
            <a:avLst/>
          </a:prstGeom>
          <a:noFill/>
          <a:ln>
            <a:noFill/>
          </a:ln>
        </p:spPr>
      </p:pic>
      <p:sp>
        <p:nvSpPr>
          <p:cNvPr id="1470" name="Google Shape;1470;p10"/>
          <p:cNvSpPr/>
          <p:nvPr/>
        </p:nvSpPr>
        <p:spPr>
          <a:xfrm>
            <a:off x="10899775" y="7969250"/>
            <a:ext cx="292101" cy="273053"/>
          </a:xfrm>
          <a:prstGeom prst="ellipse">
            <a:avLst/>
          </a:prstGeom>
          <a:solidFill>
            <a:srgbClr val="FF0000"/>
          </a:solidFill>
          <a:ln>
            <a:noFill/>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Light"/>
              <a:buNone/>
            </a:pPr>
            <a:r>
              <a:t/>
            </a:r>
            <a:endParaRPr b="0" i="0" sz="3600" u="none" cap="none" strike="noStrike">
              <a:solidFill>
                <a:srgbClr val="FFFFFF"/>
              </a:solidFill>
              <a:latin typeface="Helvetica Neue Light"/>
              <a:ea typeface="Helvetica Neue Light"/>
              <a:cs typeface="Helvetica Neue Light"/>
              <a:sym typeface="Helvetica Neue Light"/>
            </a:endParaRPr>
          </a:p>
        </p:txBody>
      </p:sp>
      <p:sp>
        <p:nvSpPr>
          <p:cNvPr id="1471" name="Google Shape;1471;p10"/>
          <p:cNvSpPr txBox="1"/>
          <p:nvPr/>
        </p:nvSpPr>
        <p:spPr>
          <a:xfrm>
            <a:off x="9337016" y="12271626"/>
            <a:ext cx="4322547" cy="734010"/>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4300"/>
              <a:buFont typeface="Helvetica Neue"/>
              <a:buNone/>
            </a:pPr>
            <a:r>
              <a:rPr b="0" i="0" lang="en-US" sz="4300" u="none" cap="none" strike="noStrike">
                <a:solidFill>
                  <a:srgbClr val="000000"/>
                </a:solidFill>
                <a:latin typeface="Helvetica Neue"/>
                <a:ea typeface="Helvetica Neue"/>
                <a:cs typeface="Helvetica Neue"/>
                <a:sym typeface="Helvetica Neue"/>
              </a:rPr>
              <a:t>Wavelength, time</a:t>
            </a:r>
            <a:endParaRPr/>
          </a:p>
        </p:txBody>
      </p:sp>
      <p:sp>
        <p:nvSpPr>
          <p:cNvPr id="1472" name="Google Shape;1472;p10"/>
          <p:cNvSpPr txBox="1"/>
          <p:nvPr>
            <p:ph idx="12" type="sldNum"/>
          </p:nvPr>
        </p:nvSpPr>
        <p:spPr>
          <a:xfrm>
            <a:off x="20056551" y="12806655"/>
            <a:ext cx="365049" cy="54234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98989"/>
              </a:buClr>
              <a:buSzPts val="2400"/>
              <a:buFont typeface="Helvetica Neue Light"/>
              <a:buNone/>
            </a:pPr>
            <a:fld id="{00000000-1234-1234-1234-123412341234}" type="slidenum">
              <a:rPr lang="en-US">
                <a:solidFill>
                  <a:srgbClr val="898989"/>
                </a:solidFill>
              </a:rPr>
              <a:t>‹#›</a:t>
            </a:fld>
            <a:endParaRPr/>
          </a:p>
        </p:txBody>
      </p:sp>
      <p:sp>
        <p:nvSpPr>
          <p:cNvPr id="1473" name="Google Shape;1473;p10"/>
          <p:cNvSpPr txBox="1"/>
          <p:nvPr/>
        </p:nvSpPr>
        <p:spPr>
          <a:xfrm>
            <a:off x="19470192" y="13111189"/>
            <a:ext cx="4696816" cy="49842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600"/>
              <a:buFont typeface="Helvetica Neue Light"/>
              <a:buNone/>
            </a:pPr>
            <a:r>
              <a:rPr b="0" i="0" lang="en-US" sz="26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7" name="Shape 1477"/>
        <p:cNvGrpSpPr/>
        <p:nvPr/>
      </p:nvGrpSpPr>
      <p:grpSpPr>
        <a:xfrm>
          <a:off x="0" y="0"/>
          <a:ext cx="0" cy="0"/>
          <a:chOff x="0" y="0"/>
          <a:chExt cx="0" cy="0"/>
        </a:xfrm>
      </p:grpSpPr>
      <p:sp>
        <p:nvSpPr>
          <p:cNvPr id="1478" name="Google Shape;1478;p12"/>
          <p:cNvSpPr txBox="1"/>
          <p:nvPr>
            <p:ph type="title"/>
          </p:nvPr>
        </p:nvSpPr>
        <p:spPr>
          <a:xfrm>
            <a:off x="3962400" y="-381000"/>
            <a:ext cx="164592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Light"/>
              <a:buNone/>
            </a:pPr>
            <a:r>
              <a:rPr lang="en-US" sz="8800">
                <a:latin typeface="Helvetica Neue Light"/>
                <a:ea typeface="Helvetica Neue Light"/>
                <a:cs typeface="Helvetica Neue Light"/>
                <a:sym typeface="Helvetica Neue Light"/>
              </a:rPr>
              <a:t>The Plenoptic Function</a:t>
            </a:r>
            <a:endParaRPr/>
          </a:p>
        </p:txBody>
      </p:sp>
      <p:grpSp>
        <p:nvGrpSpPr>
          <p:cNvPr id="1479" name="Google Shape;1479;p12"/>
          <p:cNvGrpSpPr/>
          <p:nvPr/>
        </p:nvGrpSpPr>
        <p:grpSpPr>
          <a:xfrm>
            <a:off x="4610098" y="1631231"/>
            <a:ext cx="3657603" cy="3728169"/>
            <a:chOff x="-1" y="-1"/>
            <a:chExt cx="3657602" cy="3728168"/>
          </a:xfrm>
        </p:grpSpPr>
        <p:grpSp>
          <p:nvGrpSpPr>
            <p:cNvPr id="1480" name="Google Shape;1480;p12"/>
            <p:cNvGrpSpPr/>
            <p:nvPr/>
          </p:nvGrpSpPr>
          <p:grpSpPr>
            <a:xfrm>
              <a:off x="514283" y="-1"/>
              <a:ext cx="2575067" cy="3630913"/>
              <a:chOff x="0" y="-1"/>
              <a:chExt cx="2575065" cy="3630912"/>
            </a:xfrm>
          </p:grpSpPr>
          <p:cxnSp>
            <p:nvCxnSpPr>
              <p:cNvPr id="1481" name="Google Shape;1481;p12"/>
              <p:cNvCxnSpPr/>
              <p:nvPr/>
            </p:nvCxnSpPr>
            <p:spPr>
              <a:xfrm>
                <a:off x="0" y="565686"/>
                <a:ext cx="2575065" cy="259751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82" name="Google Shape;1482;p12"/>
              <p:cNvCxnSpPr/>
              <p:nvPr/>
            </p:nvCxnSpPr>
            <p:spPr>
              <a:xfrm>
                <a:off x="164919" y="403485"/>
                <a:ext cx="2248402" cy="292191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83" name="Google Shape;1483;p12"/>
              <p:cNvCxnSpPr/>
              <p:nvPr/>
            </p:nvCxnSpPr>
            <p:spPr>
              <a:xfrm>
                <a:off x="349943" y="25914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1484" name="Google Shape;1484;p12"/>
              <p:cNvGrpSpPr/>
              <p:nvPr/>
            </p:nvGrpSpPr>
            <p:grpSpPr>
              <a:xfrm>
                <a:off x="610924" y="-1"/>
                <a:ext cx="1340517" cy="3630912"/>
                <a:chOff x="-1" y="-1"/>
                <a:chExt cx="1340515" cy="3630911"/>
              </a:xfrm>
            </p:grpSpPr>
            <p:cxnSp>
              <p:nvCxnSpPr>
                <p:cNvPr id="1485" name="Google Shape;1485;p12"/>
                <p:cNvCxnSpPr/>
                <p:nvPr/>
              </p:nvCxnSpPr>
              <p:spPr>
                <a:xfrm>
                  <a:off x="-1" y="143843"/>
                  <a:ext cx="1340515" cy="34030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86" name="Google Shape;1486;p12"/>
                <p:cNvCxnSpPr/>
                <p:nvPr/>
              </p:nvCxnSpPr>
              <p:spPr>
                <a:xfrm>
                  <a:off x="209445" y="59878"/>
                  <a:ext cx="915270" cy="357103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87" name="Google Shape;1487;p12"/>
                <p:cNvCxnSpPr/>
                <p:nvPr/>
              </p:nvCxnSpPr>
              <p:spPr>
                <a:xfrm>
                  <a:off x="440842" y="-1"/>
                  <a:ext cx="474701" cy="36050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grpSp>
          <p:nvGrpSpPr>
            <p:cNvPr id="1488" name="Google Shape;1488;p12"/>
            <p:cNvGrpSpPr/>
            <p:nvPr/>
          </p:nvGrpSpPr>
          <p:grpSpPr>
            <a:xfrm>
              <a:off x="5185" y="70566"/>
              <a:ext cx="3627737" cy="3657601"/>
              <a:chOff x="0" y="-1"/>
              <a:chExt cx="3627735" cy="3657600"/>
            </a:xfrm>
          </p:grpSpPr>
          <p:cxnSp>
            <p:nvCxnSpPr>
              <p:cNvPr id="1489" name="Google Shape;1489;p12"/>
              <p:cNvCxnSpPr/>
              <p:nvPr/>
            </p:nvCxnSpPr>
            <p:spPr>
              <a:xfrm flipH="1">
                <a:off x="1756944" y="-1"/>
                <a:ext cx="3173"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90" name="Google Shape;1490;p12"/>
              <p:cNvCxnSpPr/>
              <p:nvPr/>
            </p:nvCxnSpPr>
            <p:spPr>
              <a:xfrm flipH="1">
                <a:off x="1528342" y="0"/>
                <a:ext cx="460374" cy="36575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91" name="Google Shape;1491;p12"/>
              <p:cNvCxnSpPr/>
              <p:nvPr/>
            </p:nvCxnSpPr>
            <p:spPr>
              <a:xfrm flipH="1">
                <a:off x="1341017" y="28576"/>
                <a:ext cx="882648" cy="352742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1492" name="Google Shape;1492;p12"/>
              <p:cNvGrpSpPr/>
              <p:nvPr/>
            </p:nvGrpSpPr>
            <p:grpSpPr>
              <a:xfrm>
                <a:off x="699658" y="133283"/>
                <a:ext cx="2203470" cy="3359287"/>
                <a:chOff x="0" y="-1"/>
                <a:chExt cx="2203469" cy="3359285"/>
              </a:xfrm>
            </p:grpSpPr>
            <p:cxnSp>
              <p:nvCxnSpPr>
                <p:cNvPr id="1493" name="Google Shape;1493;p12"/>
                <p:cNvCxnSpPr/>
                <p:nvPr/>
              </p:nvCxnSpPr>
              <p:spPr>
                <a:xfrm flipH="1">
                  <a:off x="341816" y="-1"/>
                  <a:ext cx="1446812" cy="335928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94" name="Google Shape;1494;p12"/>
                <p:cNvCxnSpPr/>
                <p:nvPr/>
              </p:nvCxnSpPr>
              <p:spPr>
                <a:xfrm flipH="1">
                  <a:off x="128606" y="87067"/>
                  <a:ext cx="1866881" cy="31787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95" name="Google Shape;1495;p12"/>
                <p:cNvCxnSpPr/>
                <p:nvPr/>
              </p:nvCxnSpPr>
              <p:spPr>
                <a:xfrm flipH="1">
                  <a:off x="0" y="206406"/>
                  <a:ext cx="2203469" cy="28924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496" name="Google Shape;1496;p12"/>
              <p:cNvGrpSpPr/>
              <p:nvPr/>
            </p:nvGrpSpPr>
            <p:grpSpPr>
              <a:xfrm>
                <a:off x="0" y="514279"/>
                <a:ext cx="3627735" cy="2575068"/>
                <a:chOff x="0" y="-1"/>
                <a:chExt cx="3627734" cy="2575066"/>
              </a:xfrm>
            </p:grpSpPr>
            <p:cxnSp>
              <p:nvCxnSpPr>
                <p:cNvPr id="1497" name="Google Shape;1497;p12"/>
                <p:cNvCxnSpPr/>
                <p:nvPr/>
              </p:nvCxnSpPr>
              <p:spPr>
                <a:xfrm flipH="1">
                  <a:off x="470885" y="-1"/>
                  <a:ext cx="2597514"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98" name="Google Shape;1498;p12"/>
                <p:cNvCxnSpPr/>
                <p:nvPr/>
              </p:nvCxnSpPr>
              <p:spPr>
                <a:xfrm flipH="1">
                  <a:off x="308683" y="164920"/>
                  <a:ext cx="2921918" cy="22484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499" name="Google Shape;1499;p12"/>
                <p:cNvCxnSpPr/>
                <p:nvPr/>
              </p:nvCxnSpPr>
              <p:spPr>
                <a:xfrm flipH="1">
                  <a:off x="246892" y="349945"/>
                  <a:ext cx="3124871" cy="18592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nvGrpSpPr>
                <p:cNvPr id="1500" name="Google Shape;1500;p12"/>
                <p:cNvGrpSpPr/>
                <p:nvPr/>
              </p:nvGrpSpPr>
              <p:grpSpPr>
                <a:xfrm>
                  <a:off x="0" y="610924"/>
                  <a:ext cx="3627734" cy="1340515"/>
                  <a:chOff x="0" y="-1"/>
                  <a:chExt cx="3627733" cy="1340513"/>
                </a:xfrm>
              </p:grpSpPr>
              <p:cxnSp>
                <p:nvCxnSpPr>
                  <p:cNvPr id="1501" name="Google Shape;1501;p12"/>
                  <p:cNvCxnSpPr/>
                  <p:nvPr/>
                </p:nvCxnSpPr>
                <p:spPr>
                  <a:xfrm flipH="1">
                    <a:off x="83969" y="-1"/>
                    <a:ext cx="3403097" cy="13405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02" name="Google Shape;1502;p12"/>
                  <p:cNvCxnSpPr/>
                  <p:nvPr/>
                </p:nvCxnSpPr>
                <p:spPr>
                  <a:xfrm flipH="1">
                    <a:off x="0" y="209447"/>
                    <a:ext cx="3571031" cy="9152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03" name="Google Shape;1503;p12"/>
                  <p:cNvCxnSpPr/>
                  <p:nvPr/>
                </p:nvCxnSpPr>
                <p:spPr>
                  <a:xfrm flipH="1">
                    <a:off x="22674" y="440845"/>
                    <a:ext cx="3605059" cy="47469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grpSp>
        <p:cxnSp>
          <p:nvCxnSpPr>
            <p:cNvPr id="1504" name="Google Shape;1504;p12"/>
            <p:cNvCxnSpPr/>
            <p:nvPr/>
          </p:nvCxnSpPr>
          <p:spPr>
            <a:xfrm>
              <a:off x="-1" y="1873968"/>
              <a:ext cx="3657602" cy="317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05" name="Google Shape;1505;p12"/>
            <p:cNvCxnSpPr/>
            <p:nvPr/>
          </p:nvCxnSpPr>
          <p:spPr>
            <a:xfrm>
              <a:off x="0" y="1645367"/>
              <a:ext cx="3657600"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06" name="Google Shape;1506;p12"/>
            <p:cNvCxnSpPr/>
            <p:nvPr/>
          </p:nvCxnSpPr>
          <p:spPr>
            <a:xfrm>
              <a:off x="28575" y="1413594"/>
              <a:ext cx="3527426" cy="8826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07" name="Google Shape;1507;p12"/>
            <p:cNvCxnSpPr/>
            <p:nvPr/>
          </p:nvCxnSpPr>
          <p:spPr>
            <a:xfrm>
              <a:off x="133415" y="1145172"/>
              <a:ext cx="3362198" cy="1448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08" name="Google Shape;1508;p12"/>
            <p:cNvCxnSpPr/>
            <p:nvPr/>
          </p:nvCxnSpPr>
          <p:spPr>
            <a:xfrm>
              <a:off x="223530" y="935765"/>
              <a:ext cx="3178795" cy="18668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cxnSp>
        <p:nvCxnSpPr>
          <p:cNvPr id="1509" name="Google Shape;1509;p12"/>
          <p:cNvCxnSpPr/>
          <p:nvPr/>
        </p:nvCxnSpPr>
        <p:spPr>
          <a:xfrm>
            <a:off x="4952999" y="2365376"/>
            <a:ext cx="8737602" cy="665797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sp>
        <p:nvSpPr>
          <p:cNvPr id="1510" name="Google Shape;1510;p12"/>
          <p:cNvSpPr/>
          <p:nvPr/>
        </p:nvSpPr>
        <p:spPr>
          <a:xfrm>
            <a:off x="5772150" y="2854325"/>
            <a:ext cx="1219200" cy="1219201"/>
          </a:xfrm>
          <a:prstGeom prst="ellipse">
            <a:avLst/>
          </a:prstGeom>
          <a:solidFill>
            <a:srgbClr val="FFFF00"/>
          </a:solidFill>
          <a:ln cap="flat" cmpd="sng" w="12700">
            <a:solidFill>
              <a:srgbClr val="FF6600"/>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Light"/>
              <a:buNone/>
            </a:pPr>
            <a:r>
              <a:t/>
            </a:r>
            <a:endParaRPr b="0" i="0" sz="3600" u="none" cap="none" strike="noStrike">
              <a:solidFill>
                <a:srgbClr val="FFFFFF"/>
              </a:solidFill>
              <a:latin typeface="Helvetica Neue Light"/>
              <a:ea typeface="Helvetica Neue Light"/>
              <a:cs typeface="Helvetica Neue Light"/>
              <a:sym typeface="Helvetica Neue Light"/>
            </a:endParaRPr>
          </a:p>
        </p:txBody>
      </p:sp>
      <p:sp>
        <p:nvSpPr>
          <p:cNvPr id="1511" name="Google Shape;1511;p12"/>
          <p:cNvSpPr/>
          <p:nvPr/>
        </p:nvSpPr>
        <p:spPr>
          <a:xfrm>
            <a:off x="7261226" y="5022850"/>
            <a:ext cx="14074774" cy="5210177"/>
          </a:xfrm>
          <a:custGeom>
            <a:rect b="b" l="l" r="r" t="t"/>
            <a:pathLst>
              <a:path extrusionOk="0" h="21600" w="21600">
                <a:moveTo>
                  <a:pt x="0" y="21216"/>
                </a:moveTo>
                <a:lnTo>
                  <a:pt x="2984" y="21312"/>
                </a:lnTo>
                <a:cubicBezTo>
                  <a:pt x="3068" y="21317"/>
                  <a:pt x="3149" y="21408"/>
                  <a:pt x="3233" y="21408"/>
                </a:cubicBezTo>
                <a:cubicBezTo>
                  <a:pt x="3529" y="21408"/>
                  <a:pt x="3825" y="21329"/>
                  <a:pt x="4121" y="21312"/>
                </a:cubicBezTo>
                <a:cubicBezTo>
                  <a:pt x="4393" y="21297"/>
                  <a:pt x="4666" y="21312"/>
                  <a:pt x="4938" y="21312"/>
                </a:cubicBezTo>
                <a:lnTo>
                  <a:pt x="4938" y="15936"/>
                </a:lnTo>
                <a:lnTo>
                  <a:pt x="5151" y="16032"/>
                </a:lnTo>
                <a:lnTo>
                  <a:pt x="5151" y="19296"/>
                </a:lnTo>
                <a:lnTo>
                  <a:pt x="6111" y="19296"/>
                </a:lnTo>
                <a:lnTo>
                  <a:pt x="6111" y="21600"/>
                </a:lnTo>
                <a:lnTo>
                  <a:pt x="7851" y="21408"/>
                </a:lnTo>
                <a:lnTo>
                  <a:pt x="7851" y="17472"/>
                </a:lnTo>
                <a:lnTo>
                  <a:pt x="6608" y="17472"/>
                </a:lnTo>
                <a:lnTo>
                  <a:pt x="6608" y="16896"/>
                </a:lnTo>
                <a:lnTo>
                  <a:pt x="12043" y="16896"/>
                </a:lnTo>
                <a:lnTo>
                  <a:pt x="12043" y="17472"/>
                </a:lnTo>
                <a:lnTo>
                  <a:pt x="10764" y="17376"/>
                </a:lnTo>
                <a:lnTo>
                  <a:pt x="10764" y="21312"/>
                </a:lnTo>
                <a:lnTo>
                  <a:pt x="13109" y="21408"/>
                </a:lnTo>
                <a:lnTo>
                  <a:pt x="13109" y="19008"/>
                </a:lnTo>
                <a:lnTo>
                  <a:pt x="14104" y="19008"/>
                </a:lnTo>
                <a:lnTo>
                  <a:pt x="14104" y="15552"/>
                </a:lnTo>
                <a:lnTo>
                  <a:pt x="14317" y="15552"/>
                </a:lnTo>
                <a:lnTo>
                  <a:pt x="14317" y="21408"/>
                </a:lnTo>
                <a:lnTo>
                  <a:pt x="16804" y="21312"/>
                </a:lnTo>
                <a:lnTo>
                  <a:pt x="16591" y="384"/>
                </a:lnTo>
                <a:lnTo>
                  <a:pt x="21600" y="0"/>
                </a:lnTo>
              </a:path>
            </a:pathLst>
          </a:custGeom>
          <a:noFill/>
          <a:ln cap="flat" cmpd="sng" w="50800">
            <a:solidFill>
              <a:srgbClr val="000000"/>
            </a:solidFill>
            <a:prstDash val="solid"/>
            <a:round/>
            <a:headEnd len="sm" w="sm" type="none"/>
            <a:tailEnd len="sm" w="sm" type="none"/>
          </a:ln>
          <a:effectLst>
            <a:outerShdw blurRad="76200" rotWithShape="0" dir="5400000" dist="38100">
              <a:srgbClr val="000000">
                <a:alpha val="3764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Helvetica Neue Light"/>
              <a:buNone/>
            </a:pPr>
            <a:r>
              <a:t/>
            </a:r>
            <a:endParaRPr b="0" i="0" sz="3600" u="none" cap="none" strike="noStrike">
              <a:solidFill>
                <a:srgbClr val="000000"/>
              </a:solidFill>
              <a:latin typeface="Helvetica Neue Light"/>
              <a:ea typeface="Helvetica Neue Light"/>
              <a:cs typeface="Helvetica Neue Light"/>
              <a:sym typeface="Helvetica Neue Light"/>
            </a:endParaRPr>
          </a:p>
        </p:txBody>
      </p:sp>
      <p:grpSp>
        <p:nvGrpSpPr>
          <p:cNvPr id="1512" name="Google Shape;1512;p12"/>
          <p:cNvGrpSpPr/>
          <p:nvPr/>
        </p:nvGrpSpPr>
        <p:grpSpPr>
          <a:xfrm>
            <a:off x="10071100" y="5400676"/>
            <a:ext cx="7519119" cy="3739032"/>
            <a:chOff x="0" y="0"/>
            <a:chExt cx="7519118" cy="3739030"/>
          </a:xfrm>
        </p:grpSpPr>
        <p:cxnSp>
          <p:nvCxnSpPr>
            <p:cNvPr id="1513" name="Google Shape;1513;p12"/>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14" name="Google Shape;1514;p12"/>
            <p:cNvCxnSpPr/>
            <p:nvPr/>
          </p:nvCxnSpPr>
          <p:spPr>
            <a:xfrm>
              <a:off x="1396092" y="817094"/>
              <a:ext cx="2252891" cy="292193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15" name="Google Shape;1515;p12"/>
            <p:cNvCxnSpPr/>
            <p:nvPr/>
          </p:nvCxnSpPr>
          <p:spPr>
            <a:xfrm>
              <a:off x="1737353" y="556876"/>
              <a:ext cx="1859299" cy="31248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16" name="Google Shape;1516;p12"/>
            <p:cNvCxnSpPr/>
            <p:nvPr/>
          </p:nvCxnSpPr>
          <p:spPr>
            <a:xfrm>
              <a:off x="2255508" y="308223"/>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17" name="Google Shape;1517;p12"/>
            <p:cNvCxnSpPr/>
            <p:nvPr/>
          </p:nvCxnSpPr>
          <p:spPr>
            <a:xfrm>
              <a:off x="2699904" y="167108"/>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18" name="Google Shape;1518;p12"/>
            <p:cNvCxnSpPr/>
            <p:nvPr/>
          </p:nvCxnSpPr>
          <p:spPr>
            <a:xfrm>
              <a:off x="3178953" y="69130"/>
              <a:ext cx="474698" cy="360505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19" name="Google Shape;1519;p12"/>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20" name="Google Shape;1520;p12"/>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21" name="Google Shape;1521;p12"/>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22" name="Google Shape;1522;p12"/>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23" name="Google Shape;1523;p12"/>
            <p:cNvCxnSpPr/>
            <p:nvPr/>
          </p:nvCxnSpPr>
          <p:spPr>
            <a:xfrm flipH="1">
              <a:off x="3675075" y="439426"/>
              <a:ext cx="1866879" cy="31787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24" name="Google Shape;1524;p12"/>
            <p:cNvCxnSpPr/>
            <p:nvPr/>
          </p:nvCxnSpPr>
          <p:spPr>
            <a:xfrm flipH="1">
              <a:off x="3658218" y="752310"/>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25" name="Google Shape;1525;p12"/>
            <p:cNvCxnSpPr/>
            <p:nvPr/>
          </p:nvCxnSpPr>
          <p:spPr>
            <a:xfrm flipH="1">
              <a:off x="3682818" y="1098481"/>
              <a:ext cx="2597518" cy="257506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26" name="Google Shape;1526;p12"/>
            <p:cNvCxnSpPr/>
            <p:nvPr/>
          </p:nvCxnSpPr>
          <p:spPr>
            <a:xfrm flipH="1">
              <a:off x="3658259" y="1435310"/>
              <a:ext cx="2919682" cy="2250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27" name="Google Shape;1527;p12"/>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28" name="Google Shape;1528;p12"/>
            <p:cNvCxnSpPr/>
            <p:nvPr/>
          </p:nvCxnSpPr>
          <p:spPr>
            <a:xfrm flipH="1">
              <a:off x="3778611" y="2293024"/>
              <a:ext cx="3406054" cy="13416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29" name="Google Shape;1529;p12"/>
            <p:cNvCxnSpPr/>
            <p:nvPr/>
          </p:nvCxnSpPr>
          <p:spPr>
            <a:xfrm flipH="1">
              <a:off x="3713584" y="2718951"/>
              <a:ext cx="3571032" cy="91527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30" name="Google Shape;1530;p12"/>
            <p:cNvCxnSpPr/>
            <p:nvPr/>
          </p:nvCxnSpPr>
          <p:spPr>
            <a:xfrm flipH="1">
              <a:off x="3914058" y="3140851"/>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31" name="Google Shape;1531;p12"/>
            <p:cNvCxnSpPr/>
            <p:nvPr/>
          </p:nvCxnSpPr>
          <p:spPr>
            <a:xfrm>
              <a:off x="0" y="3203573"/>
              <a:ext cx="3657600"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32" name="Google Shape;1532;p12"/>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33" name="Google Shape;1533;p12"/>
            <p:cNvCxnSpPr/>
            <p:nvPr/>
          </p:nvCxnSpPr>
          <p:spPr>
            <a:xfrm>
              <a:off x="311085" y="2256330"/>
              <a:ext cx="3359284" cy="144681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34" name="Google Shape;1534;p12"/>
            <p:cNvCxnSpPr/>
            <p:nvPr/>
          </p:nvCxnSpPr>
          <p:spPr>
            <a:xfrm>
              <a:off x="458477" y="1833572"/>
              <a:ext cx="3178796" cy="18668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535" name="Google Shape;1535;p12"/>
          <p:cNvGrpSpPr/>
          <p:nvPr/>
        </p:nvGrpSpPr>
        <p:grpSpPr>
          <a:xfrm>
            <a:off x="10490200" y="5397500"/>
            <a:ext cx="7519119" cy="3739032"/>
            <a:chOff x="0" y="0"/>
            <a:chExt cx="7519118" cy="3739031"/>
          </a:xfrm>
        </p:grpSpPr>
        <p:cxnSp>
          <p:nvCxnSpPr>
            <p:cNvPr id="1536" name="Google Shape;1536;p12"/>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37" name="Google Shape;1537;p12"/>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38" name="Google Shape;1538;p12"/>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39" name="Google Shape;1539;p12"/>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40" name="Google Shape;1540;p12"/>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41" name="Google Shape;1541;p12"/>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42" name="Google Shape;1542;p12"/>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43" name="Google Shape;1543;p12"/>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44" name="Google Shape;1544;p12"/>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45" name="Google Shape;1545;p12"/>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46" name="Google Shape;1546;p12"/>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47" name="Google Shape;1547;p12"/>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48" name="Google Shape;1548;p12"/>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49" name="Google Shape;1549;p12"/>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50" name="Google Shape;1550;p12"/>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51" name="Google Shape;1551;p12"/>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52" name="Google Shape;1552;p12"/>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53" name="Google Shape;1553;p12"/>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54" name="Google Shape;1554;p12"/>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55" name="Google Shape;1555;p12"/>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56" name="Google Shape;1556;p12"/>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57" name="Google Shape;1557;p12"/>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558" name="Google Shape;1558;p12"/>
          <p:cNvGrpSpPr/>
          <p:nvPr/>
        </p:nvGrpSpPr>
        <p:grpSpPr>
          <a:xfrm>
            <a:off x="9134476" y="5416549"/>
            <a:ext cx="7519119" cy="3739031"/>
            <a:chOff x="0" y="-1"/>
            <a:chExt cx="7519118" cy="3739030"/>
          </a:xfrm>
        </p:grpSpPr>
        <p:cxnSp>
          <p:nvCxnSpPr>
            <p:cNvPr id="1559" name="Google Shape;1559;p12"/>
            <p:cNvCxnSpPr/>
            <p:nvPr/>
          </p:nvCxnSpPr>
          <p:spPr>
            <a:xfrm>
              <a:off x="1060380" y="1114240"/>
              <a:ext cx="2575063" cy="259751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60" name="Google Shape;1560;p12"/>
            <p:cNvCxnSpPr/>
            <p:nvPr/>
          </p:nvCxnSpPr>
          <p:spPr>
            <a:xfrm>
              <a:off x="1396091" y="817096"/>
              <a:ext cx="2252891" cy="29219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61" name="Google Shape;1561;p12"/>
            <p:cNvCxnSpPr/>
            <p:nvPr/>
          </p:nvCxnSpPr>
          <p:spPr>
            <a:xfrm>
              <a:off x="1737349"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62" name="Google Shape;1562;p12"/>
            <p:cNvCxnSpPr/>
            <p:nvPr/>
          </p:nvCxnSpPr>
          <p:spPr>
            <a:xfrm>
              <a:off x="2255506" y="308225"/>
              <a:ext cx="1340511" cy="34030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63" name="Google Shape;1563;p12"/>
            <p:cNvCxnSpPr/>
            <p:nvPr/>
          </p:nvCxnSpPr>
          <p:spPr>
            <a:xfrm>
              <a:off x="2699903" y="167110"/>
              <a:ext cx="915269"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64" name="Google Shape;1564;p12"/>
            <p:cNvCxnSpPr/>
            <p:nvPr/>
          </p:nvCxnSpPr>
          <p:spPr>
            <a:xfrm>
              <a:off x="3178949"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65" name="Google Shape;1565;p12"/>
            <p:cNvCxnSpPr/>
            <p:nvPr/>
          </p:nvCxnSpPr>
          <p:spPr>
            <a:xfrm flipH="1">
              <a:off x="3651250" y="-1"/>
              <a:ext cx="3174"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66" name="Google Shape;1566;p12"/>
            <p:cNvCxnSpPr/>
            <p:nvPr/>
          </p:nvCxnSpPr>
          <p:spPr>
            <a:xfrm flipH="1">
              <a:off x="3692523" y="1"/>
              <a:ext cx="460378"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67" name="Google Shape;1567;p12"/>
            <p:cNvCxnSpPr/>
            <p:nvPr/>
          </p:nvCxnSpPr>
          <p:spPr>
            <a:xfrm flipH="1">
              <a:off x="3698876"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68" name="Google Shape;1568;p12"/>
            <p:cNvCxnSpPr/>
            <p:nvPr/>
          </p:nvCxnSpPr>
          <p:spPr>
            <a:xfrm flipH="1">
              <a:off x="3653332" y="269807"/>
              <a:ext cx="1446813" cy="335928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69" name="Google Shape;1569;p12"/>
            <p:cNvCxnSpPr/>
            <p:nvPr/>
          </p:nvCxnSpPr>
          <p:spPr>
            <a:xfrm flipH="1">
              <a:off x="3675072" y="439429"/>
              <a:ext cx="1866881"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70" name="Google Shape;1570;p12"/>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71" name="Google Shape;1571;p12"/>
            <p:cNvCxnSpPr/>
            <p:nvPr/>
          </p:nvCxnSpPr>
          <p:spPr>
            <a:xfrm flipH="1">
              <a:off x="3682817"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72" name="Google Shape;1572;p12"/>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73" name="Google Shape;1573;p12"/>
            <p:cNvCxnSpPr/>
            <p:nvPr/>
          </p:nvCxnSpPr>
          <p:spPr>
            <a:xfrm flipH="1">
              <a:off x="3750928" y="1797675"/>
              <a:ext cx="3124869" cy="18593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74" name="Google Shape;1574;p12"/>
            <p:cNvCxnSpPr/>
            <p:nvPr/>
          </p:nvCxnSpPr>
          <p:spPr>
            <a:xfrm flipH="1">
              <a:off x="3778612" y="2293025"/>
              <a:ext cx="3406051" cy="13416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75" name="Google Shape;1575;p12"/>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76" name="Google Shape;1576;p12"/>
            <p:cNvCxnSpPr/>
            <p:nvPr/>
          </p:nvCxnSpPr>
          <p:spPr>
            <a:xfrm flipH="1">
              <a:off x="3914056" y="3140852"/>
              <a:ext cx="3605062" cy="4747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77" name="Google Shape;1577;p12"/>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78" name="Google Shape;1578;p12"/>
            <p:cNvCxnSpPr/>
            <p:nvPr/>
          </p:nvCxnSpPr>
          <p:spPr>
            <a:xfrm>
              <a:off x="184150" y="2755900"/>
              <a:ext cx="3527425"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79" name="Google Shape;1579;p12"/>
            <p:cNvCxnSpPr/>
            <p:nvPr/>
          </p:nvCxnSpPr>
          <p:spPr>
            <a:xfrm>
              <a:off x="311083"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80" name="Google Shape;1580;p12"/>
            <p:cNvCxnSpPr/>
            <p:nvPr/>
          </p:nvCxnSpPr>
          <p:spPr>
            <a:xfrm>
              <a:off x="458475"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581" name="Google Shape;1581;p12"/>
          <p:cNvGrpSpPr/>
          <p:nvPr/>
        </p:nvGrpSpPr>
        <p:grpSpPr>
          <a:xfrm>
            <a:off x="9556750" y="5410199"/>
            <a:ext cx="7516056" cy="3739033"/>
            <a:chOff x="0" y="-1"/>
            <a:chExt cx="7516055" cy="3739032"/>
          </a:xfrm>
        </p:grpSpPr>
        <p:cxnSp>
          <p:nvCxnSpPr>
            <p:cNvPr id="1582" name="Google Shape;1582;p12"/>
            <p:cNvCxnSpPr/>
            <p:nvPr/>
          </p:nvCxnSpPr>
          <p:spPr>
            <a:xfrm>
              <a:off x="1060381" y="1114240"/>
              <a:ext cx="2575065"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83" name="Google Shape;1583;p12"/>
            <p:cNvCxnSpPr/>
            <p:nvPr/>
          </p:nvCxnSpPr>
          <p:spPr>
            <a:xfrm>
              <a:off x="1396091" y="817096"/>
              <a:ext cx="2252890" cy="292193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84" name="Google Shape;1584;p12"/>
            <p:cNvCxnSpPr/>
            <p:nvPr/>
          </p:nvCxnSpPr>
          <p:spPr>
            <a:xfrm>
              <a:off x="1737352" y="556878"/>
              <a:ext cx="1859298" cy="312487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85" name="Google Shape;1585;p12"/>
            <p:cNvCxnSpPr/>
            <p:nvPr/>
          </p:nvCxnSpPr>
          <p:spPr>
            <a:xfrm>
              <a:off x="2255508" y="308226"/>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86" name="Google Shape;1586;p12"/>
            <p:cNvCxnSpPr/>
            <p:nvPr/>
          </p:nvCxnSpPr>
          <p:spPr>
            <a:xfrm>
              <a:off x="2696728" y="167110"/>
              <a:ext cx="915270"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87" name="Google Shape;1587;p12"/>
            <p:cNvCxnSpPr/>
            <p:nvPr/>
          </p:nvCxnSpPr>
          <p:spPr>
            <a:xfrm>
              <a:off x="3178951" y="69133"/>
              <a:ext cx="474699"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88" name="Google Shape;1588;p12"/>
            <p:cNvCxnSpPr/>
            <p:nvPr/>
          </p:nvCxnSpPr>
          <p:spPr>
            <a:xfrm flipH="1">
              <a:off x="3651251" y="-1"/>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89" name="Google Shape;1589;p12"/>
            <p:cNvCxnSpPr/>
            <p:nvPr/>
          </p:nvCxnSpPr>
          <p:spPr>
            <a:xfrm flipH="1">
              <a:off x="3692526" y="0"/>
              <a:ext cx="460375"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90" name="Google Shape;1590;p12"/>
            <p:cNvCxnSpPr/>
            <p:nvPr/>
          </p:nvCxnSpPr>
          <p:spPr>
            <a:xfrm flipH="1">
              <a:off x="3695701" y="127000"/>
              <a:ext cx="882650"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91" name="Google Shape;1591;p12"/>
            <p:cNvCxnSpPr/>
            <p:nvPr/>
          </p:nvCxnSpPr>
          <p:spPr>
            <a:xfrm flipH="1">
              <a:off x="3653332" y="269810"/>
              <a:ext cx="1446814" cy="33592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92" name="Google Shape;1592;p12"/>
            <p:cNvCxnSpPr/>
            <p:nvPr/>
          </p:nvCxnSpPr>
          <p:spPr>
            <a:xfrm flipH="1">
              <a:off x="3674943" y="438801"/>
              <a:ext cx="1863964" cy="31800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93" name="Google Shape;1593;p12"/>
            <p:cNvCxnSpPr/>
            <p:nvPr/>
          </p:nvCxnSpPr>
          <p:spPr>
            <a:xfrm flipH="1">
              <a:off x="3658216" y="752314"/>
              <a:ext cx="2202217" cy="28895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94" name="Google Shape;1594;p12"/>
            <p:cNvCxnSpPr/>
            <p:nvPr/>
          </p:nvCxnSpPr>
          <p:spPr>
            <a:xfrm flipH="1">
              <a:off x="3682358" y="1099600"/>
              <a:ext cx="2595261" cy="25728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95" name="Google Shape;1595;p12"/>
            <p:cNvCxnSpPr/>
            <p:nvPr/>
          </p:nvCxnSpPr>
          <p:spPr>
            <a:xfrm flipH="1">
              <a:off x="3655085" y="1435312"/>
              <a:ext cx="2919683" cy="225065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96" name="Google Shape;1596;p12"/>
            <p:cNvCxnSpPr/>
            <p:nvPr/>
          </p:nvCxnSpPr>
          <p:spPr>
            <a:xfrm flipH="1">
              <a:off x="3750467" y="1798793"/>
              <a:ext cx="3122616"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97" name="Google Shape;1597;p12"/>
            <p:cNvCxnSpPr/>
            <p:nvPr/>
          </p:nvCxnSpPr>
          <p:spPr>
            <a:xfrm flipH="1">
              <a:off x="3778500" y="2293607"/>
              <a:ext cx="3403100" cy="13405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98" name="Google Shape;1598;p12"/>
            <p:cNvCxnSpPr/>
            <p:nvPr/>
          </p:nvCxnSpPr>
          <p:spPr>
            <a:xfrm flipH="1">
              <a:off x="3713473" y="2719536"/>
              <a:ext cx="3568079" cy="91410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599" name="Google Shape;1599;p12"/>
            <p:cNvCxnSpPr/>
            <p:nvPr/>
          </p:nvCxnSpPr>
          <p:spPr>
            <a:xfrm flipH="1">
              <a:off x="3913947" y="3141436"/>
              <a:ext cx="3602108" cy="4735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00" name="Google Shape;1600;p12"/>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01" name="Google Shape;1601;p12"/>
            <p:cNvCxnSpPr/>
            <p:nvPr/>
          </p:nvCxnSpPr>
          <p:spPr>
            <a:xfrm>
              <a:off x="184150" y="2755900"/>
              <a:ext cx="3524251"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02" name="Google Shape;1602;p12"/>
            <p:cNvCxnSpPr/>
            <p:nvPr/>
          </p:nvCxnSpPr>
          <p:spPr>
            <a:xfrm>
              <a:off x="310956" y="2256957"/>
              <a:ext cx="3356363" cy="144556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03" name="Google Shape;1603;p12"/>
            <p:cNvCxnSpPr/>
            <p:nvPr/>
          </p:nvCxnSpPr>
          <p:spPr>
            <a:xfrm>
              <a:off x="458349" y="1834201"/>
              <a:ext cx="3175877" cy="18656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604" name="Google Shape;1604;p12"/>
          <p:cNvGrpSpPr/>
          <p:nvPr/>
        </p:nvGrpSpPr>
        <p:grpSpPr>
          <a:xfrm>
            <a:off x="8067676" y="5359399"/>
            <a:ext cx="7519119" cy="3736316"/>
            <a:chOff x="0" y="-1"/>
            <a:chExt cx="7519118" cy="3736314"/>
          </a:xfrm>
        </p:grpSpPr>
        <p:cxnSp>
          <p:nvCxnSpPr>
            <p:cNvPr id="1605" name="Google Shape;1605;p12"/>
            <p:cNvCxnSpPr/>
            <p:nvPr/>
          </p:nvCxnSpPr>
          <p:spPr>
            <a:xfrm>
              <a:off x="1061497" y="1113780"/>
              <a:ext cx="2572827" cy="259526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06" name="Google Shape;1606;p12"/>
            <p:cNvCxnSpPr/>
            <p:nvPr/>
          </p:nvCxnSpPr>
          <p:spPr>
            <a:xfrm>
              <a:off x="1397209" y="816634"/>
              <a:ext cx="2250655" cy="2919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07" name="Google Shape;1607;p12"/>
            <p:cNvCxnSpPr/>
            <p:nvPr/>
          </p:nvCxnSpPr>
          <p:spPr>
            <a:xfrm>
              <a:off x="1738468" y="556415"/>
              <a:ext cx="1857064" cy="31226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08" name="Google Shape;1608;p12"/>
            <p:cNvCxnSpPr/>
            <p:nvPr/>
          </p:nvCxnSpPr>
          <p:spPr>
            <a:xfrm>
              <a:off x="2256090" y="308114"/>
              <a:ext cx="1339343" cy="340014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09" name="Google Shape;1609;p12"/>
            <p:cNvCxnSpPr/>
            <p:nvPr/>
          </p:nvCxnSpPr>
          <p:spPr>
            <a:xfrm>
              <a:off x="2700486" y="166997"/>
              <a:ext cx="914103" cy="35680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10" name="Google Shape;1610;p12"/>
            <p:cNvCxnSpPr/>
            <p:nvPr/>
          </p:nvCxnSpPr>
          <p:spPr>
            <a:xfrm>
              <a:off x="3179532" y="69019"/>
              <a:ext cx="473534" cy="360210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11" name="Google Shape;1611;p12"/>
            <p:cNvCxnSpPr/>
            <p:nvPr/>
          </p:nvCxnSpPr>
          <p:spPr>
            <a:xfrm flipH="1">
              <a:off x="3651248" y="-1"/>
              <a:ext cx="3176" cy="365442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12" name="Google Shape;1612;p12"/>
            <p:cNvCxnSpPr/>
            <p:nvPr/>
          </p:nvCxnSpPr>
          <p:spPr>
            <a:xfrm flipH="1">
              <a:off x="3692523" y="1"/>
              <a:ext cx="460377" cy="36544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13" name="Google Shape;1613;p12"/>
            <p:cNvCxnSpPr/>
            <p:nvPr/>
          </p:nvCxnSpPr>
          <p:spPr>
            <a:xfrm flipH="1">
              <a:off x="3698876" y="126999"/>
              <a:ext cx="882649" cy="352425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14" name="Google Shape;1614;p12"/>
            <p:cNvCxnSpPr/>
            <p:nvPr/>
          </p:nvCxnSpPr>
          <p:spPr>
            <a:xfrm flipH="1">
              <a:off x="3653331" y="269807"/>
              <a:ext cx="1446813" cy="335928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15" name="Google Shape;1615;p12"/>
            <p:cNvCxnSpPr/>
            <p:nvPr/>
          </p:nvCxnSpPr>
          <p:spPr>
            <a:xfrm flipH="1">
              <a:off x="3675699" y="439299"/>
              <a:ext cx="1865627" cy="31758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16" name="Google Shape;1616;p12"/>
            <p:cNvCxnSpPr/>
            <p:nvPr/>
          </p:nvCxnSpPr>
          <p:spPr>
            <a:xfrm flipH="1">
              <a:off x="3658845" y="752181"/>
              <a:ext cx="2200962" cy="288666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17" name="Google Shape;1617;p12"/>
            <p:cNvCxnSpPr/>
            <p:nvPr/>
          </p:nvCxnSpPr>
          <p:spPr>
            <a:xfrm flipH="1">
              <a:off x="3682818" y="1098478"/>
              <a:ext cx="2597515" cy="25750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18" name="Google Shape;1618;p12"/>
            <p:cNvCxnSpPr/>
            <p:nvPr/>
          </p:nvCxnSpPr>
          <p:spPr>
            <a:xfrm flipH="1">
              <a:off x="3659379" y="1432594"/>
              <a:ext cx="2917443" cy="225291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19" name="Google Shape;1619;p12"/>
            <p:cNvCxnSpPr/>
            <p:nvPr/>
          </p:nvCxnSpPr>
          <p:spPr>
            <a:xfrm flipH="1">
              <a:off x="3750928" y="1794500"/>
              <a:ext cx="3124869" cy="18593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20" name="Google Shape;1620;p12"/>
            <p:cNvCxnSpPr/>
            <p:nvPr/>
          </p:nvCxnSpPr>
          <p:spPr>
            <a:xfrm flipH="1">
              <a:off x="3778612" y="2293024"/>
              <a:ext cx="3406051" cy="134168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21" name="Google Shape;1621;p12"/>
            <p:cNvCxnSpPr/>
            <p:nvPr/>
          </p:nvCxnSpPr>
          <p:spPr>
            <a:xfrm flipH="1">
              <a:off x="3713584" y="2715776"/>
              <a:ext cx="3571032" cy="91527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22" name="Google Shape;1622;p12"/>
            <p:cNvCxnSpPr/>
            <p:nvPr/>
          </p:nvCxnSpPr>
          <p:spPr>
            <a:xfrm flipH="1">
              <a:off x="3914056" y="3137674"/>
              <a:ext cx="3605062" cy="4747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23" name="Google Shape;1623;p12"/>
            <p:cNvCxnSpPr/>
            <p:nvPr/>
          </p:nvCxnSpPr>
          <p:spPr>
            <a:xfrm>
              <a:off x="0" y="3200398"/>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24" name="Google Shape;1624;p12"/>
            <p:cNvCxnSpPr/>
            <p:nvPr/>
          </p:nvCxnSpPr>
          <p:spPr>
            <a:xfrm>
              <a:off x="184150" y="2752726"/>
              <a:ext cx="3527425"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25" name="Google Shape;1625;p12"/>
            <p:cNvCxnSpPr/>
            <p:nvPr/>
          </p:nvCxnSpPr>
          <p:spPr>
            <a:xfrm>
              <a:off x="311083" y="2253155"/>
              <a:ext cx="3359284" cy="14468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26" name="Google Shape;1626;p12"/>
            <p:cNvCxnSpPr/>
            <p:nvPr/>
          </p:nvCxnSpPr>
          <p:spPr>
            <a:xfrm>
              <a:off x="458475" y="1830395"/>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627" name="Google Shape;1627;p12"/>
          <p:cNvGrpSpPr/>
          <p:nvPr/>
        </p:nvGrpSpPr>
        <p:grpSpPr>
          <a:xfrm>
            <a:off x="8489950" y="5353050"/>
            <a:ext cx="7519119" cy="3739032"/>
            <a:chOff x="0" y="0"/>
            <a:chExt cx="7519118" cy="3739031"/>
          </a:xfrm>
        </p:grpSpPr>
        <p:cxnSp>
          <p:nvCxnSpPr>
            <p:cNvPr id="1628" name="Google Shape;1628;p12"/>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29" name="Google Shape;1629;p12"/>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30" name="Google Shape;1630;p12"/>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31" name="Google Shape;1631;p12"/>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32" name="Google Shape;1632;p12"/>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33" name="Google Shape;1633;p12"/>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34" name="Google Shape;1634;p12"/>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35" name="Google Shape;1635;p12"/>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36" name="Google Shape;1636;p12"/>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37" name="Google Shape;1637;p12"/>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38" name="Google Shape;1638;p12"/>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39" name="Google Shape;1639;p12"/>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40" name="Google Shape;1640;p12"/>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41" name="Google Shape;1641;p12"/>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42" name="Google Shape;1642;p12"/>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43" name="Google Shape;1643;p12"/>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44" name="Google Shape;1644;p12"/>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45" name="Google Shape;1645;p12"/>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46" name="Google Shape;1646;p12"/>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47" name="Google Shape;1647;p12"/>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48" name="Google Shape;1648;p12"/>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49" name="Google Shape;1649;p12"/>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650" name="Google Shape;1650;p12"/>
          <p:cNvGrpSpPr/>
          <p:nvPr/>
        </p:nvGrpSpPr>
        <p:grpSpPr>
          <a:xfrm>
            <a:off x="6692899" y="5222875"/>
            <a:ext cx="7516057" cy="3739032"/>
            <a:chOff x="0" y="-1"/>
            <a:chExt cx="7516055" cy="3739030"/>
          </a:xfrm>
        </p:grpSpPr>
        <p:cxnSp>
          <p:nvCxnSpPr>
            <p:cNvPr id="1651" name="Google Shape;1651;p12"/>
            <p:cNvCxnSpPr/>
            <p:nvPr/>
          </p:nvCxnSpPr>
          <p:spPr>
            <a:xfrm>
              <a:off x="1060381" y="1114240"/>
              <a:ext cx="2575065"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52" name="Google Shape;1652;p12"/>
            <p:cNvCxnSpPr/>
            <p:nvPr/>
          </p:nvCxnSpPr>
          <p:spPr>
            <a:xfrm>
              <a:off x="1396092" y="817094"/>
              <a:ext cx="2252890" cy="292193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53" name="Google Shape;1653;p12"/>
            <p:cNvCxnSpPr/>
            <p:nvPr/>
          </p:nvCxnSpPr>
          <p:spPr>
            <a:xfrm>
              <a:off x="1737353" y="556877"/>
              <a:ext cx="1859298"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54" name="Google Shape;1654;p12"/>
            <p:cNvCxnSpPr/>
            <p:nvPr/>
          </p:nvCxnSpPr>
          <p:spPr>
            <a:xfrm>
              <a:off x="2255508" y="308224"/>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55" name="Google Shape;1655;p12"/>
            <p:cNvCxnSpPr/>
            <p:nvPr/>
          </p:nvCxnSpPr>
          <p:spPr>
            <a:xfrm>
              <a:off x="2696728" y="167108"/>
              <a:ext cx="915270"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56" name="Google Shape;1656;p12"/>
            <p:cNvCxnSpPr/>
            <p:nvPr/>
          </p:nvCxnSpPr>
          <p:spPr>
            <a:xfrm>
              <a:off x="3178954" y="69132"/>
              <a:ext cx="474696" cy="360505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57" name="Google Shape;1657;p12"/>
            <p:cNvCxnSpPr/>
            <p:nvPr/>
          </p:nvCxnSpPr>
          <p:spPr>
            <a:xfrm flipH="1">
              <a:off x="3651251" y="-1"/>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58" name="Google Shape;1658;p12"/>
            <p:cNvCxnSpPr/>
            <p:nvPr/>
          </p:nvCxnSpPr>
          <p:spPr>
            <a:xfrm flipH="1">
              <a:off x="3692526" y="0"/>
              <a:ext cx="460375"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59" name="Google Shape;1659;p12"/>
            <p:cNvCxnSpPr/>
            <p:nvPr/>
          </p:nvCxnSpPr>
          <p:spPr>
            <a:xfrm flipH="1">
              <a:off x="3695701" y="127000"/>
              <a:ext cx="882650"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60" name="Google Shape;1660;p12"/>
            <p:cNvCxnSpPr/>
            <p:nvPr/>
          </p:nvCxnSpPr>
          <p:spPr>
            <a:xfrm flipH="1">
              <a:off x="3653332" y="269810"/>
              <a:ext cx="1446814" cy="33592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61" name="Google Shape;1661;p12"/>
            <p:cNvCxnSpPr/>
            <p:nvPr/>
          </p:nvCxnSpPr>
          <p:spPr>
            <a:xfrm flipH="1">
              <a:off x="3674943" y="438799"/>
              <a:ext cx="1863964" cy="31800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62" name="Google Shape;1662;p12"/>
            <p:cNvCxnSpPr/>
            <p:nvPr/>
          </p:nvCxnSpPr>
          <p:spPr>
            <a:xfrm flipH="1">
              <a:off x="3658216" y="752312"/>
              <a:ext cx="2202217" cy="28895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63" name="Google Shape;1663;p12"/>
            <p:cNvCxnSpPr/>
            <p:nvPr/>
          </p:nvCxnSpPr>
          <p:spPr>
            <a:xfrm flipH="1">
              <a:off x="3682357" y="1099600"/>
              <a:ext cx="2595263" cy="25728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64" name="Google Shape;1664;p12"/>
            <p:cNvCxnSpPr/>
            <p:nvPr/>
          </p:nvCxnSpPr>
          <p:spPr>
            <a:xfrm flipH="1">
              <a:off x="3655086" y="1435310"/>
              <a:ext cx="2919681" cy="225065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65" name="Google Shape;1665;p12"/>
            <p:cNvCxnSpPr/>
            <p:nvPr/>
          </p:nvCxnSpPr>
          <p:spPr>
            <a:xfrm flipH="1">
              <a:off x="3750467" y="1798793"/>
              <a:ext cx="3122616"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66" name="Google Shape;1666;p12"/>
            <p:cNvCxnSpPr/>
            <p:nvPr/>
          </p:nvCxnSpPr>
          <p:spPr>
            <a:xfrm flipH="1">
              <a:off x="3778500" y="2293608"/>
              <a:ext cx="3403100" cy="134051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67" name="Google Shape;1667;p12"/>
            <p:cNvCxnSpPr/>
            <p:nvPr/>
          </p:nvCxnSpPr>
          <p:spPr>
            <a:xfrm flipH="1">
              <a:off x="3713473" y="2719534"/>
              <a:ext cx="3568079" cy="91410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68" name="Google Shape;1668;p12"/>
            <p:cNvCxnSpPr/>
            <p:nvPr/>
          </p:nvCxnSpPr>
          <p:spPr>
            <a:xfrm flipH="1">
              <a:off x="3913947" y="3141434"/>
              <a:ext cx="3602108" cy="4735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69" name="Google Shape;1669;p12"/>
            <p:cNvCxnSpPr/>
            <p:nvPr/>
          </p:nvCxnSpPr>
          <p:spPr>
            <a:xfrm>
              <a:off x="0" y="3203573"/>
              <a:ext cx="3657600"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70" name="Google Shape;1670;p12"/>
            <p:cNvCxnSpPr/>
            <p:nvPr/>
          </p:nvCxnSpPr>
          <p:spPr>
            <a:xfrm>
              <a:off x="184150" y="2755900"/>
              <a:ext cx="3524251"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71" name="Google Shape;1671;p12"/>
            <p:cNvCxnSpPr/>
            <p:nvPr/>
          </p:nvCxnSpPr>
          <p:spPr>
            <a:xfrm>
              <a:off x="310955" y="2256957"/>
              <a:ext cx="3356364" cy="144555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72" name="Google Shape;1672;p12"/>
            <p:cNvCxnSpPr/>
            <p:nvPr/>
          </p:nvCxnSpPr>
          <p:spPr>
            <a:xfrm>
              <a:off x="458349" y="1834199"/>
              <a:ext cx="3175877" cy="18656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673" name="Google Shape;1673;p12"/>
          <p:cNvGrpSpPr/>
          <p:nvPr/>
        </p:nvGrpSpPr>
        <p:grpSpPr>
          <a:xfrm>
            <a:off x="5194300" y="6378575"/>
            <a:ext cx="6873085" cy="3739032"/>
            <a:chOff x="0" y="-1"/>
            <a:chExt cx="6873084" cy="3739030"/>
          </a:xfrm>
        </p:grpSpPr>
        <p:cxnSp>
          <p:nvCxnSpPr>
            <p:cNvPr id="1674" name="Google Shape;1674;p12"/>
            <p:cNvCxnSpPr/>
            <p:nvPr/>
          </p:nvCxnSpPr>
          <p:spPr>
            <a:xfrm>
              <a:off x="1060382" y="1114240"/>
              <a:ext cx="2575065"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75" name="Google Shape;1675;p12"/>
            <p:cNvCxnSpPr/>
            <p:nvPr/>
          </p:nvCxnSpPr>
          <p:spPr>
            <a:xfrm>
              <a:off x="1396094" y="817094"/>
              <a:ext cx="2252890" cy="292193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76" name="Google Shape;1676;p12"/>
            <p:cNvCxnSpPr/>
            <p:nvPr/>
          </p:nvCxnSpPr>
          <p:spPr>
            <a:xfrm>
              <a:off x="1737354" y="556877"/>
              <a:ext cx="1859297"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77" name="Google Shape;1677;p12"/>
            <p:cNvCxnSpPr/>
            <p:nvPr/>
          </p:nvCxnSpPr>
          <p:spPr>
            <a:xfrm>
              <a:off x="2255509" y="308224"/>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78" name="Google Shape;1678;p12"/>
            <p:cNvCxnSpPr/>
            <p:nvPr/>
          </p:nvCxnSpPr>
          <p:spPr>
            <a:xfrm>
              <a:off x="2696729" y="167108"/>
              <a:ext cx="915269" cy="357103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79" name="Google Shape;1679;p12"/>
            <p:cNvCxnSpPr/>
            <p:nvPr/>
          </p:nvCxnSpPr>
          <p:spPr>
            <a:xfrm>
              <a:off x="3178955" y="69130"/>
              <a:ext cx="474696" cy="360505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80" name="Google Shape;1680;p12"/>
            <p:cNvCxnSpPr/>
            <p:nvPr/>
          </p:nvCxnSpPr>
          <p:spPr>
            <a:xfrm flipH="1">
              <a:off x="3651250" y="-1"/>
              <a:ext cx="3177"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81" name="Google Shape;1681;p12"/>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82" name="Google Shape;1682;p12"/>
            <p:cNvCxnSpPr/>
            <p:nvPr/>
          </p:nvCxnSpPr>
          <p:spPr>
            <a:xfrm flipH="1">
              <a:off x="3695700" y="127001"/>
              <a:ext cx="882651" cy="35242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83" name="Google Shape;1683;p12"/>
            <p:cNvCxnSpPr/>
            <p:nvPr/>
          </p:nvCxnSpPr>
          <p:spPr>
            <a:xfrm flipH="1">
              <a:off x="3653332" y="269810"/>
              <a:ext cx="1446815" cy="33592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84" name="Google Shape;1684;p12"/>
            <p:cNvCxnSpPr/>
            <p:nvPr/>
          </p:nvCxnSpPr>
          <p:spPr>
            <a:xfrm flipH="1">
              <a:off x="3674947" y="438799"/>
              <a:ext cx="1863962" cy="31800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85" name="Google Shape;1685;p12"/>
            <p:cNvCxnSpPr/>
            <p:nvPr/>
          </p:nvCxnSpPr>
          <p:spPr>
            <a:xfrm flipH="1">
              <a:off x="3658217" y="752312"/>
              <a:ext cx="2202217" cy="28895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86" name="Google Shape;1686;p12"/>
            <p:cNvCxnSpPr/>
            <p:nvPr/>
          </p:nvCxnSpPr>
          <p:spPr>
            <a:xfrm flipH="1">
              <a:off x="3682356" y="1099599"/>
              <a:ext cx="2595264" cy="257282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87" name="Google Shape;1687;p12"/>
            <p:cNvCxnSpPr/>
            <p:nvPr/>
          </p:nvCxnSpPr>
          <p:spPr>
            <a:xfrm flipH="1">
              <a:off x="3655086" y="1435310"/>
              <a:ext cx="2919680"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88" name="Google Shape;1688;p12"/>
            <p:cNvCxnSpPr/>
            <p:nvPr/>
          </p:nvCxnSpPr>
          <p:spPr>
            <a:xfrm flipH="1">
              <a:off x="3750470" y="1798793"/>
              <a:ext cx="3122614"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89" name="Google Shape;1689;p12"/>
            <p:cNvCxnSpPr/>
            <p:nvPr/>
          </p:nvCxnSpPr>
          <p:spPr>
            <a:xfrm flipH="1">
              <a:off x="3778251" y="3025773"/>
              <a:ext cx="1501775" cy="6096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90" name="Google Shape;1690;p12"/>
            <p:cNvCxnSpPr/>
            <p:nvPr/>
          </p:nvCxnSpPr>
          <p:spPr>
            <a:xfrm flipH="1">
              <a:off x="3714751" y="3219448"/>
              <a:ext cx="1466851" cy="41592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91" name="Google Shape;1691;p12"/>
            <p:cNvCxnSpPr/>
            <p:nvPr/>
          </p:nvCxnSpPr>
          <p:spPr>
            <a:xfrm flipH="1">
              <a:off x="3914778" y="3470274"/>
              <a:ext cx="1343023" cy="1460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92" name="Google Shape;1692;p12"/>
            <p:cNvCxnSpPr/>
            <p:nvPr/>
          </p:nvCxnSpPr>
          <p:spPr>
            <a:xfrm>
              <a:off x="0" y="3203573"/>
              <a:ext cx="3657598"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93" name="Google Shape;1693;p12"/>
            <p:cNvCxnSpPr/>
            <p:nvPr/>
          </p:nvCxnSpPr>
          <p:spPr>
            <a:xfrm>
              <a:off x="184149" y="2755899"/>
              <a:ext cx="3524249" cy="8826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94" name="Google Shape;1694;p12"/>
            <p:cNvCxnSpPr/>
            <p:nvPr/>
          </p:nvCxnSpPr>
          <p:spPr>
            <a:xfrm>
              <a:off x="310956" y="2256957"/>
              <a:ext cx="3356366" cy="14455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95" name="Google Shape;1695;p12"/>
            <p:cNvCxnSpPr/>
            <p:nvPr/>
          </p:nvCxnSpPr>
          <p:spPr>
            <a:xfrm>
              <a:off x="458349" y="1834199"/>
              <a:ext cx="3175879" cy="186562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696" name="Google Shape;1696;p12"/>
          <p:cNvGrpSpPr/>
          <p:nvPr/>
        </p:nvGrpSpPr>
        <p:grpSpPr>
          <a:xfrm>
            <a:off x="10375900" y="5454650"/>
            <a:ext cx="7519119" cy="3739032"/>
            <a:chOff x="0" y="0"/>
            <a:chExt cx="7519118" cy="3739031"/>
          </a:xfrm>
        </p:grpSpPr>
        <p:cxnSp>
          <p:nvCxnSpPr>
            <p:cNvPr id="1697" name="Google Shape;1697;p12"/>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98" name="Google Shape;1698;p12"/>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699" name="Google Shape;1699;p12"/>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00" name="Google Shape;1700;p12"/>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01" name="Google Shape;1701;p12"/>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02" name="Google Shape;1702;p12"/>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03" name="Google Shape;1703;p12"/>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04" name="Google Shape;1704;p12"/>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05" name="Google Shape;1705;p12"/>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06" name="Google Shape;1706;p12"/>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07" name="Google Shape;1707;p12"/>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08" name="Google Shape;1708;p12"/>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09" name="Google Shape;1709;p12"/>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10" name="Google Shape;1710;p12"/>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11" name="Google Shape;1711;p12"/>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12" name="Google Shape;1712;p12"/>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13" name="Google Shape;1713;p12"/>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14" name="Google Shape;1714;p12"/>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15" name="Google Shape;1715;p12"/>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16" name="Google Shape;1716;p12"/>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17" name="Google Shape;1717;p12"/>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18" name="Google Shape;1718;p12"/>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719" name="Google Shape;1719;p12"/>
          <p:cNvGrpSpPr/>
          <p:nvPr/>
        </p:nvGrpSpPr>
        <p:grpSpPr>
          <a:xfrm>
            <a:off x="10795000" y="5448300"/>
            <a:ext cx="7519119" cy="3739032"/>
            <a:chOff x="0" y="0"/>
            <a:chExt cx="7519118" cy="3739031"/>
          </a:xfrm>
        </p:grpSpPr>
        <p:cxnSp>
          <p:nvCxnSpPr>
            <p:cNvPr id="1720" name="Google Shape;1720;p12"/>
            <p:cNvCxnSpPr/>
            <p:nvPr/>
          </p:nvCxnSpPr>
          <p:spPr>
            <a:xfrm>
              <a:off x="1060381" y="1114240"/>
              <a:ext cx="2575065" cy="25975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21" name="Google Shape;1721;p12"/>
            <p:cNvCxnSpPr/>
            <p:nvPr/>
          </p:nvCxnSpPr>
          <p:spPr>
            <a:xfrm>
              <a:off x="1396092" y="817097"/>
              <a:ext cx="2252889" cy="29219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22" name="Google Shape;1722;p12"/>
            <p:cNvCxnSpPr/>
            <p:nvPr/>
          </p:nvCxnSpPr>
          <p:spPr>
            <a:xfrm>
              <a:off x="1737351" y="556877"/>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23" name="Google Shape;1723;p12"/>
            <p:cNvCxnSpPr/>
            <p:nvPr/>
          </p:nvCxnSpPr>
          <p:spPr>
            <a:xfrm>
              <a:off x="2255508" y="308225"/>
              <a:ext cx="1340512" cy="340309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24" name="Google Shape;1724;p12"/>
            <p:cNvCxnSpPr/>
            <p:nvPr/>
          </p:nvCxnSpPr>
          <p:spPr>
            <a:xfrm>
              <a:off x="2699904" y="167110"/>
              <a:ext cx="915268"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25" name="Google Shape;1725;p12"/>
            <p:cNvCxnSpPr/>
            <p:nvPr/>
          </p:nvCxnSpPr>
          <p:spPr>
            <a:xfrm>
              <a:off x="3178951" y="69131"/>
              <a:ext cx="474700" cy="360506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26" name="Google Shape;1726;p12"/>
            <p:cNvCxnSpPr/>
            <p:nvPr/>
          </p:nvCxnSpPr>
          <p:spPr>
            <a:xfrm flipH="1">
              <a:off x="3651249" y="0"/>
              <a:ext cx="3176" cy="365760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27" name="Google Shape;1727;p12"/>
            <p:cNvCxnSpPr/>
            <p:nvPr/>
          </p:nvCxnSpPr>
          <p:spPr>
            <a:xfrm flipH="1">
              <a:off x="3692526" y="0"/>
              <a:ext cx="460376" cy="36575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28" name="Google Shape;1728;p12"/>
            <p:cNvCxnSpPr/>
            <p:nvPr/>
          </p:nvCxnSpPr>
          <p:spPr>
            <a:xfrm flipH="1">
              <a:off x="3698878" y="127000"/>
              <a:ext cx="882649" cy="352425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29" name="Google Shape;1729;p12"/>
            <p:cNvCxnSpPr/>
            <p:nvPr/>
          </p:nvCxnSpPr>
          <p:spPr>
            <a:xfrm flipH="1">
              <a:off x="3653331" y="269809"/>
              <a:ext cx="1446815" cy="33592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30" name="Google Shape;1730;p12"/>
            <p:cNvCxnSpPr/>
            <p:nvPr/>
          </p:nvCxnSpPr>
          <p:spPr>
            <a:xfrm flipH="1">
              <a:off x="3675075" y="439428"/>
              <a:ext cx="1866879" cy="317879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31" name="Google Shape;1731;p12"/>
            <p:cNvCxnSpPr/>
            <p:nvPr/>
          </p:nvCxnSpPr>
          <p:spPr>
            <a:xfrm flipH="1">
              <a:off x="3658218" y="752312"/>
              <a:ext cx="2202215" cy="28895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32" name="Google Shape;1732;p12"/>
            <p:cNvCxnSpPr/>
            <p:nvPr/>
          </p:nvCxnSpPr>
          <p:spPr>
            <a:xfrm flipH="1">
              <a:off x="3682819" y="1098481"/>
              <a:ext cx="2597516" cy="257506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33" name="Google Shape;1733;p12"/>
            <p:cNvCxnSpPr/>
            <p:nvPr/>
          </p:nvCxnSpPr>
          <p:spPr>
            <a:xfrm flipH="1">
              <a:off x="3658258" y="1435311"/>
              <a:ext cx="2919683" cy="225065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34" name="Google Shape;1734;p12"/>
            <p:cNvCxnSpPr/>
            <p:nvPr/>
          </p:nvCxnSpPr>
          <p:spPr>
            <a:xfrm flipH="1">
              <a:off x="3750929" y="1797674"/>
              <a:ext cx="3124869" cy="18593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35" name="Google Shape;1735;p12"/>
            <p:cNvCxnSpPr/>
            <p:nvPr/>
          </p:nvCxnSpPr>
          <p:spPr>
            <a:xfrm flipH="1">
              <a:off x="3778612" y="2293024"/>
              <a:ext cx="3406053" cy="134167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36" name="Google Shape;1736;p12"/>
            <p:cNvCxnSpPr/>
            <p:nvPr/>
          </p:nvCxnSpPr>
          <p:spPr>
            <a:xfrm flipH="1">
              <a:off x="3713583" y="2718953"/>
              <a:ext cx="3571033" cy="91526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37" name="Google Shape;1737;p12"/>
            <p:cNvCxnSpPr/>
            <p:nvPr/>
          </p:nvCxnSpPr>
          <p:spPr>
            <a:xfrm flipH="1">
              <a:off x="3914058" y="3140853"/>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38" name="Google Shape;1738;p12"/>
            <p:cNvCxnSpPr/>
            <p:nvPr/>
          </p:nvCxnSpPr>
          <p:spPr>
            <a:xfrm>
              <a:off x="0" y="3203575"/>
              <a:ext cx="3657601" cy="4603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39" name="Google Shape;1739;p12"/>
            <p:cNvCxnSpPr/>
            <p:nvPr/>
          </p:nvCxnSpPr>
          <p:spPr>
            <a:xfrm>
              <a:off x="184150" y="2755900"/>
              <a:ext cx="3527427"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40" name="Google Shape;1740;p12"/>
            <p:cNvCxnSpPr/>
            <p:nvPr/>
          </p:nvCxnSpPr>
          <p:spPr>
            <a:xfrm>
              <a:off x="311085" y="2256330"/>
              <a:ext cx="3359283" cy="1446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41" name="Google Shape;1741;p12"/>
            <p:cNvCxnSpPr/>
            <p:nvPr/>
          </p:nvCxnSpPr>
          <p:spPr>
            <a:xfrm>
              <a:off x="458477" y="1833573"/>
              <a:ext cx="3178797"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742" name="Google Shape;1742;p12"/>
          <p:cNvGrpSpPr/>
          <p:nvPr/>
        </p:nvGrpSpPr>
        <p:grpSpPr>
          <a:xfrm>
            <a:off x="13944598" y="1923330"/>
            <a:ext cx="3742208" cy="7525471"/>
            <a:chOff x="-1" y="-1"/>
            <a:chExt cx="3742206" cy="7525469"/>
          </a:xfrm>
        </p:grpSpPr>
        <p:cxnSp>
          <p:nvCxnSpPr>
            <p:cNvPr id="1743" name="Google Shape;1743;p12"/>
            <p:cNvCxnSpPr/>
            <p:nvPr/>
          </p:nvCxnSpPr>
          <p:spPr>
            <a:xfrm flipH="1" rot="10800000">
              <a:off x="1117417" y="3886850"/>
              <a:ext cx="2597516" cy="257506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44" name="Google Shape;1744;p12"/>
            <p:cNvCxnSpPr/>
            <p:nvPr/>
          </p:nvCxnSpPr>
          <p:spPr>
            <a:xfrm flipH="1" rot="10800000">
              <a:off x="820269" y="3873311"/>
              <a:ext cx="2921936" cy="225289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45" name="Google Shape;1745;p12"/>
            <p:cNvCxnSpPr/>
            <p:nvPr/>
          </p:nvCxnSpPr>
          <p:spPr>
            <a:xfrm flipH="1" rot="10800000">
              <a:off x="556878" y="3928819"/>
              <a:ext cx="3124868" cy="18592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46" name="Google Shape;1746;p12"/>
            <p:cNvCxnSpPr/>
            <p:nvPr/>
          </p:nvCxnSpPr>
          <p:spPr>
            <a:xfrm flipH="1" rot="10800000">
              <a:off x="308226" y="3926276"/>
              <a:ext cx="3403097" cy="134051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47" name="Google Shape;1747;p12"/>
            <p:cNvCxnSpPr/>
            <p:nvPr/>
          </p:nvCxnSpPr>
          <p:spPr>
            <a:xfrm flipH="1" rot="10800000">
              <a:off x="167109" y="3907122"/>
              <a:ext cx="3571031" cy="9152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48" name="Google Shape;1748;p12"/>
            <p:cNvCxnSpPr/>
            <p:nvPr/>
          </p:nvCxnSpPr>
          <p:spPr>
            <a:xfrm flipH="1" rot="10800000">
              <a:off x="69130" y="3871820"/>
              <a:ext cx="3605060" cy="4746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49" name="Google Shape;1749;p12"/>
            <p:cNvCxnSpPr/>
            <p:nvPr/>
          </p:nvCxnSpPr>
          <p:spPr>
            <a:xfrm>
              <a:off x="-1" y="3867869"/>
              <a:ext cx="3657600" cy="317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50" name="Google Shape;1750;p12"/>
            <p:cNvCxnSpPr/>
            <p:nvPr/>
          </p:nvCxnSpPr>
          <p:spPr>
            <a:xfrm>
              <a:off x="0" y="3366218"/>
              <a:ext cx="3657598"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51" name="Google Shape;1751;p12"/>
            <p:cNvCxnSpPr/>
            <p:nvPr/>
          </p:nvCxnSpPr>
          <p:spPr>
            <a:xfrm>
              <a:off x="127000" y="2940769"/>
              <a:ext cx="3524249" cy="88264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52" name="Google Shape;1752;p12"/>
            <p:cNvCxnSpPr/>
            <p:nvPr/>
          </p:nvCxnSpPr>
          <p:spPr>
            <a:xfrm>
              <a:off x="269806" y="2418975"/>
              <a:ext cx="3359283" cy="144681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53" name="Google Shape;1753;p12"/>
            <p:cNvCxnSpPr/>
            <p:nvPr/>
          </p:nvCxnSpPr>
          <p:spPr>
            <a:xfrm>
              <a:off x="439428" y="1977166"/>
              <a:ext cx="3178794" cy="186688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54" name="Google Shape;1754;p12"/>
            <p:cNvCxnSpPr/>
            <p:nvPr/>
          </p:nvCxnSpPr>
          <p:spPr>
            <a:xfrm>
              <a:off x="755485" y="1661861"/>
              <a:ext cx="2889576" cy="22022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55" name="Google Shape;1755;p12"/>
            <p:cNvCxnSpPr/>
            <p:nvPr/>
          </p:nvCxnSpPr>
          <p:spPr>
            <a:xfrm>
              <a:off x="1101656" y="1241958"/>
              <a:ext cx="2575064" cy="259751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56" name="Google Shape;1756;p12"/>
            <p:cNvCxnSpPr/>
            <p:nvPr/>
          </p:nvCxnSpPr>
          <p:spPr>
            <a:xfrm>
              <a:off x="1438485" y="944351"/>
              <a:ext cx="2250656" cy="291968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57" name="Google Shape;1757;p12"/>
            <p:cNvCxnSpPr/>
            <p:nvPr/>
          </p:nvCxnSpPr>
          <p:spPr>
            <a:xfrm>
              <a:off x="1800852" y="643321"/>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58" name="Google Shape;1758;p12"/>
            <p:cNvCxnSpPr/>
            <p:nvPr/>
          </p:nvCxnSpPr>
          <p:spPr>
            <a:xfrm>
              <a:off x="2296198" y="334456"/>
              <a:ext cx="1341676" cy="340605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59" name="Google Shape;1759;p12"/>
            <p:cNvCxnSpPr/>
            <p:nvPr/>
          </p:nvCxnSpPr>
          <p:spPr>
            <a:xfrm>
              <a:off x="2722129" y="237676"/>
              <a:ext cx="915270" cy="357103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60" name="Google Shape;1760;p12"/>
            <p:cNvCxnSpPr/>
            <p:nvPr/>
          </p:nvCxnSpPr>
          <p:spPr>
            <a:xfrm>
              <a:off x="3144026" y="-1"/>
              <a:ext cx="474700" cy="36050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61" name="Google Shape;1761;p12"/>
            <p:cNvCxnSpPr/>
            <p:nvPr/>
          </p:nvCxnSpPr>
          <p:spPr>
            <a:xfrm flipH="1" rot="10800000">
              <a:off x="3206748" y="3867867"/>
              <a:ext cx="460377" cy="36576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62" name="Google Shape;1762;p12"/>
            <p:cNvCxnSpPr/>
            <p:nvPr/>
          </p:nvCxnSpPr>
          <p:spPr>
            <a:xfrm flipH="1" rot="10800000">
              <a:off x="2759075" y="3810717"/>
              <a:ext cx="882649" cy="35274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63" name="Google Shape;1763;p12"/>
            <p:cNvCxnSpPr/>
            <p:nvPr/>
          </p:nvCxnSpPr>
          <p:spPr>
            <a:xfrm flipH="1" rot="10800000">
              <a:off x="2259507" y="3855101"/>
              <a:ext cx="1446814" cy="335928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64" name="Google Shape;1764;p12"/>
            <p:cNvCxnSpPr/>
            <p:nvPr/>
          </p:nvCxnSpPr>
          <p:spPr>
            <a:xfrm flipH="1" rot="10800000">
              <a:off x="1836747" y="3888197"/>
              <a:ext cx="1866882" cy="317879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1765" name="Google Shape;1765;p12"/>
          <p:cNvGrpSpPr/>
          <p:nvPr/>
        </p:nvGrpSpPr>
        <p:grpSpPr>
          <a:xfrm>
            <a:off x="14366876" y="1916981"/>
            <a:ext cx="3739492" cy="7525469"/>
            <a:chOff x="0" y="-1"/>
            <a:chExt cx="3739491" cy="7525467"/>
          </a:xfrm>
        </p:grpSpPr>
        <p:cxnSp>
          <p:nvCxnSpPr>
            <p:cNvPr id="1766" name="Google Shape;1766;p12"/>
            <p:cNvCxnSpPr/>
            <p:nvPr/>
          </p:nvCxnSpPr>
          <p:spPr>
            <a:xfrm flipH="1" rot="10800000">
              <a:off x="1116955" y="3887967"/>
              <a:ext cx="2595264" cy="257282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67" name="Google Shape;1767;p12"/>
            <p:cNvCxnSpPr/>
            <p:nvPr/>
          </p:nvCxnSpPr>
          <p:spPr>
            <a:xfrm flipH="1" rot="10800000">
              <a:off x="819809" y="3874428"/>
              <a:ext cx="2919682" cy="225065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68" name="Google Shape;1768;p12"/>
            <p:cNvCxnSpPr/>
            <p:nvPr/>
          </p:nvCxnSpPr>
          <p:spPr>
            <a:xfrm flipH="1" rot="10800000">
              <a:off x="556416" y="3929937"/>
              <a:ext cx="3122616" cy="18570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69" name="Google Shape;1769;p12"/>
            <p:cNvCxnSpPr/>
            <p:nvPr/>
          </p:nvCxnSpPr>
          <p:spPr>
            <a:xfrm flipH="1" rot="10800000">
              <a:off x="308114" y="3926858"/>
              <a:ext cx="3400145" cy="133934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70" name="Google Shape;1770;p12"/>
            <p:cNvCxnSpPr/>
            <p:nvPr/>
          </p:nvCxnSpPr>
          <p:spPr>
            <a:xfrm flipH="1" rot="10800000">
              <a:off x="166996" y="3907704"/>
              <a:ext cx="3568080" cy="91410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71" name="Google Shape;1771;p12"/>
            <p:cNvCxnSpPr/>
            <p:nvPr/>
          </p:nvCxnSpPr>
          <p:spPr>
            <a:xfrm flipH="1" rot="10800000">
              <a:off x="69021" y="3872400"/>
              <a:ext cx="3602107" cy="4735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72" name="Google Shape;1772;p12"/>
            <p:cNvCxnSpPr/>
            <p:nvPr/>
          </p:nvCxnSpPr>
          <p:spPr>
            <a:xfrm>
              <a:off x="0" y="3867866"/>
              <a:ext cx="3654423" cy="317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73" name="Google Shape;1773;p12"/>
            <p:cNvCxnSpPr/>
            <p:nvPr/>
          </p:nvCxnSpPr>
          <p:spPr>
            <a:xfrm>
              <a:off x="0" y="3366216"/>
              <a:ext cx="3654423" cy="46037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74" name="Google Shape;1774;p12"/>
            <p:cNvCxnSpPr/>
            <p:nvPr/>
          </p:nvCxnSpPr>
          <p:spPr>
            <a:xfrm>
              <a:off x="126998" y="2940767"/>
              <a:ext cx="3524251" cy="88264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75" name="Google Shape;1775;p12"/>
            <p:cNvCxnSpPr/>
            <p:nvPr/>
          </p:nvCxnSpPr>
          <p:spPr>
            <a:xfrm>
              <a:off x="269809" y="2418974"/>
              <a:ext cx="3359283" cy="144681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76" name="Google Shape;1776;p12"/>
            <p:cNvCxnSpPr/>
            <p:nvPr/>
          </p:nvCxnSpPr>
          <p:spPr>
            <a:xfrm>
              <a:off x="439298" y="1977791"/>
              <a:ext cx="3175878" cy="186562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77" name="Google Shape;1777;p12"/>
            <p:cNvCxnSpPr/>
            <p:nvPr/>
          </p:nvCxnSpPr>
          <p:spPr>
            <a:xfrm>
              <a:off x="755357" y="1662486"/>
              <a:ext cx="2886660" cy="220096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78" name="Google Shape;1778;p12"/>
            <p:cNvCxnSpPr/>
            <p:nvPr/>
          </p:nvCxnSpPr>
          <p:spPr>
            <a:xfrm>
              <a:off x="1101654" y="1241956"/>
              <a:ext cx="2575067" cy="25975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79" name="Google Shape;1779;p12"/>
            <p:cNvCxnSpPr/>
            <p:nvPr/>
          </p:nvCxnSpPr>
          <p:spPr>
            <a:xfrm>
              <a:off x="1435770" y="945470"/>
              <a:ext cx="2252910" cy="291744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80" name="Google Shape;1780;p12"/>
            <p:cNvCxnSpPr/>
            <p:nvPr/>
          </p:nvCxnSpPr>
          <p:spPr>
            <a:xfrm>
              <a:off x="1797675" y="643319"/>
              <a:ext cx="1859300" cy="31248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81" name="Google Shape;1781;p12"/>
            <p:cNvCxnSpPr/>
            <p:nvPr/>
          </p:nvCxnSpPr>
          <p:spPr>
            <a:xfrm>
              <a:off x="2296197" y="334454"/>
              <a:ext cx="1341680" cy="340605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82" name="Google Shape;1782;p12"/>
            <p:cNvCxnSpPr/>
            <p:nvPr/>
          </p:nvCxnSpPr>
          <p:spPr>
            <a:xfrm>
              <a:off x="2718952" y="237676"/>
              <a:ext cx="915272" cy="357103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83" name="Google Shape;1783;p12"/>
            <p:cNvCxnSpPr/>
            <p:nvPr/>
          </p:nvCxnSpPr>
          <p:spPr>
            <a:xfrm>
              <a:off x="3140849" y="-1"/>
              <a:ext cx="474701" cy="3605062"/>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84" name="Google Shape;1784;p12"/>
            <p:cNvCxnSpPr/>
            <p:nvPr/>
          </p:nvCxnSpPr>
          <p:spPr>
            <a:xfrm flipH="1" rot="10800000">
              <a:off x="3203574" y="3867865"/>
              <a:ext cx="460375" cy="3657601"/>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85" name="Google Shape;1785;p12"/>
            <p:cNvCxnSpPr/>
            <p:nvPr/>
          </p:nvCxnSpPr>
          <p:spPr>
            <a:xfrm flipH="1" rot="10800000">
              <a:off x="2755899" y="3810717"/>
              <a:ext cx="882649" cy="352742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86" name="Google Shape;1786;p12"/>
            <p:cNvCxnSpPr/>
            <p:nvPr/>
          </p:nvCxnSpPr>
          <p:spPr>
            <a:xfrm flipH="1" rot="10800000">
              <a:off x="2256331" y="3855098"/>
              <a:ext cx="1446812" cy="335928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1787" name="Google Shape;1787;p12"/>
            <p:cNvCxnSpPr/>
            <p:nvPr/>
          </p:nvCxnSpPr>
          <p:spPr>
            <a:xfrm flipH="1" rot="10800000">
              <a:off x="1833571" y="3888193"/>
              <a:ext cx="1866881" cy="317879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cxnSp>
        <p:nvCxnSpPr>
          <p:cNvPr id="1788" name="Google Shape;1788;p12"/>
          <p:cNvCxnSpPr/>
          <p:nvPr/>
        </p:nvCxnSpPr>
        <p:spPr>
          <a:xfrm flipH="1" rot="10800000">
            <a:off x="11191875" y="6397625"/>
            <a:ext cx="6473825" cy="1670051"/>
          </a:xfrm>
          <a:prstGeom prst="straightConnector1">
            <a:avLst/>
          </a:prstGeom>
          <a:noFill/>
          <a:ln cap="flat" cmpd="sng" w="50800">
            <a:solidFill>
              <a:srgbClr val="FF6600"/>
            </a:solidFill>
            <a:prstDash val="solid"/>
            <a:round/>
            <a:headEnd len="sm" w="sm" type="none"/>
            <a:tailEnd len="sm" w="sm" type="none"/>
          </a:ln>
          <a:effectLst>
            <a:outerShdw blurRad="76200" rotWithShape="0" dir="5400000" dist="38100">
              <a:srgbClr val="000000">
                <a:alpha val="37647"/>
              </a:srgbClr>
            </a:outerShdw>
          </a:effectLst>
        </p:spPr>
      </p:cxnSp>
      <p:sp>
        <p:nvSpPr>
          <p:cNvPr id="1789" name="Google Shape;1789;p12"/>
          <p:cNvSpPr txBox="1"/>
          <p:nvPr/>
        </p:nvSpPr>
        <p:spPr>
          <a:xfrm>
            <a:off x="4031615" y="10528300"/>
            <a:ext cx="8511135"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The intensity P can be parameterized as:</a:t>
            </a:r>
            <a:endParaRPr/>
          </a:p>
        </p:txBody>
      </p:sp>
      <p:sp>
        <p:nvSpPr>
          <p:cNvPr id="1790" name="Google Shape;1790;p12"/>
          <p:cNvSpPr txBox="1"/>
          <p:nvPr/>
        </p:nvSpPr>
        <p:spPr>
          <a:xfrm>
            <a:off x="9943465" y="1384300"/>
            <a:ext cx="4620363" cy="7161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Helvetica Neue"/>
              <a:buNone/>
            </a:pPr>
            <a:r>
              <a:rPr b="0" i="0" lang="en-US" sz="3600" u="none" cap="none" strike="noStrike">
                <a:solidFill>
                  <a:srgbClr val="000000"/>
                </a:solidFill>
                <a:latin typeface="Helvetica Neue"/>
                <a:ea typeface="Helvetica Neue"/>
                <a:cs typeface="Helvetica Neue"/>
                <a:sym typeface="Helvetica Neue"/>
              </a:rPr>
              <a:t>Adelson &amp; Bergen, 91</a:t>
            </a:r>
            <a:endParaRPr/>
          </a:p>
        </p:txBody>
      </p:sp>
      <p:pic>
        <p:nvPicPr>
          <p:cNvPr descr="Image" id="1791" name="Google Shape;1791;p12"/>
          <p:cNvPicPr preferRelativeResize="0"/>
          <p:nvPr/>
        </p:nvPicPr>
        <p:blipFill rotWithShape="1">
          <a:blip r:embed="rId3">
            <a:alphaModFix/>
          </a:blip>
          <a:srcRect b="0" l="0" r="0" t="0"/>
          <a:stretch/>
        </p:blipFill>
        <p:spPr>
          <a:xfrm>
            <a:off x="10623795" y="7877435"/>
            <a:ext cx="1748988" cy="2286001"/>
          </a:xfrm>
          <a:prstGeom prst="rect">
            <a:avLst/>
          </a:prstGeom>
          <a:noFill/>
          <a:ln>
            <a:noFill/>
          </a:ln>
        </p:spPr>
      </p:pic>
      <p:sp>
        <p:nvSpPr>
          <p:cNvPr id="1792" name="Google Shape;1792;p12"/>
          <p:cNvSpPr/>
          <p:nvPr/>
        </p:nvSpPr>
        <p:spPr>
          <a:xfrm>
            <a:off x="10899775" y="7969250"/>
            <a:ext cx="292101" cy="273053"/>
          </a:xfrm>
          <a:prstGeom prst="ellipse">
            <a:avLst/>
          </a:prstGeom>
          <a:solidFill>
            <a:srgbClr val="FF0000"/>
          </a:solidFill>
          <a:ln>
            <a:noFill/>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Helvetica Neue Light"/>
              <a:buNone/>
            </a:pPr>
            <a:r>
              <a:t/>
            </a:r>
            <a:endParaRPr b="0" i="0" sz="3600" u="none" cap="none" strike="noStrike">
              <a:solidFill>
                <a:srgbClr val="FFFFFF"/>
              </a:solidFill>
              <a:latin typeface="Helvetica Neue Light"/>
              <a:ea typeface="Helvetica Neue Light"/>
              <a:cs typeface="Helvetica Neue Light"/>
              <a:sym typeface="Helvetica Neue Light"/>
            </a:endParaRPr>
          </a:p>
        </p:txBody>
      </p:sp>
      <p:sp>
        <p:nvSpPr>
          <p:cNvPr id="1793" name="Google Shape;1793;p12"/>
          <p:cNvSpPr txBox="1"/>
          <p:nvPr>
            <p:ph idx="12" type="sldNum"/>
          </p:nvPr>
        </p:nvSpPr>
        <p:spPr>
          <a:xfrm>
            <a:off x="20056551" y="12806655"/>
            <a:ext cx="365049" cy="54234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98989"/>
              </a:buClr>
              <a:buSzPts val="2400"/>
              <a:buFont typeface="Helvetica Neue Light"/>
              <a:buNone/>
            </a:pPr>
            <a:fld id="{00000000-1234-1234-1234-123412341234}" type="slidenum">
              <a:rPr lang="en-US">
                <a:solidFill>
                  <a:srgbClr val="898989"/>
                </a:solidFill>
              </a:rPr>
              <a:t>‹#›</a:t>
            </a:fld>
            <a:endParaRPr/>
          </a:p>
        </p:txBody>
      </p:sp>
      <p:sp>
        <p:nvSpPr>
          <p:cNvPr id="1794" name="Google Shape;1794;p12"/>
          <p:cNvSpPr txBox="1"/>
          <p:nvPr/>
        </p:nvSpPr>
        <p:spPr>
          <a:xfrm>
            <a:off x="19470192" y="13111189"/>
            <a:ext cx="4696816" cy="49842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600"/>
              <a:buFont typeface="Helvetica Neue Light"/>
              <a:buNone/>
            </a:pPr>
            <a:r>
              <a:rPr b="0" i="0" lang="en-US" sz="26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
        <p:nvSpPr>
          <p:cNvPr id="1795" name="Google Shape;1795;p12"/>
          <p:cNvSpPr txBox="1"/>
          <p:nvPr/>
        </p:nvSpPr>
        <p:spPr>
          <a:xfrm>
            <a:off x="8740401" y="12271626"/>
            <a:ext cx="5515776" cy="734010"/>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4300"/>
              <a:buFont typeface="Helvetica Neue"/>
              <a:buNone/>
            </a:pPr>
            <a:r>
              <a:rPr b="0" i="0" lang="en-US" sz="4300" u="none" cap="none" strike="noStrike">
                <a:solidFill>
                  <a:srgbClr val="000000"/>
                </a:solidFill>
                <a:latin typeface="Helvetica Neue"/>
                <a:ea typeface="Helvetica Neue"/>
                <a:cs typeface="Helvetica Neue"/>
                <a:sym typeface="Helvetica Neue"/>
              </a:rPr>
              <a:t>Full plenoptic function</a:t>
            </a:r>
            <a:endParaRPr/>
          </a:p>
        </p:txBody>
      </p:sp>
      <p:sp>
        <p:nvSpPr>
          <p:cNvPr id="1796" name="Google Shape;1796;p12"/>
          <p:cNvSpPr txBox="1"/>
          <p:nvPr/>
        </p:nvSpPr>
        <p:spPr>
          <a:xfrm>
            <a:off x="8275098" y="11395075"/>
            <a:ext cx="5907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P</a:t>
            </a:r>
            <a:endParaRPr/>
          </a:p>
        </p:txBody>
      </p:sp>
      <p:sp>
        <p:nvSpPr>
          <p:cNvPr id="1797" name="Google Shape;1797;p12"/>
          <p:cNvSpPr txBox="1"/>
          <p:nvPr/>
        </p:nvSpPr>
        <p:spPr>
          <a:xfrm>
            <a:off x="8765447" y="11396502"/>
            <a:ext cx="3742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a:t>
            </a:r>
            <a:r>
              <a:rPr b="0" i="0" lang="en-US" sz="4800" u="none" cap="none" strike="noStrike">
                <a:solidFill>
                  <a:srgbClr val="000000"/>
                </a:solidFill>
                <a:latin typeface="Noto Sans Symbols"/>
                <a:ea typeface="Noto Sans Symbols"/>
                <a:cs typeface="Noto Sans Symbols"/>
                <a:sym typeface="Noto Sans Symbols"/>
              </a:rPr>
              <a:t>θ, φ,</a:t>
            </a:r>
            <a:endParaRPr/>
          </a:p>
        </p:txBody>
      </p:sp>
      <p:sp>
        <p:nvSpPr>
          <p:cNvPr id="1798" name="Google Shape;1798;p12"/>
          <p:cNvSpPr txBox="1"/>
          <p:nvPr/>
        </p:nvSpPr>
        <p:spPr>
          <a:xfrm>
            <a:off x="10259473" y="11446147"/>
            <a:ext cx="6825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Noto Sans Symbols"/>
              <a:buNone/>
            </a:pPr>
            <a:r>
              <a:rPr b="0" i="0" lang="en-US" sz="4800" u="none" cap="none" strike="noStrike">
                <a:solidFill>
                  <a:srgbClr val="000000"/>
                </a:solidFill>
                <a:latin typeface="Noto Sans Symbols"/>
                <a:ea typeface="Noto Sans Symbols"/>
                <a:cs typeface="Noto Sans Symbols"/>
                <a:sym typeface="Noto Sans Symbols"/>
              </a:rPr>
              <a:t>λ,</a:t>
            </a:r>
            <a:endParaRPr/>
          </a:p>
        </p:txBody>
      </p:sp>
      <p:sp>
        <p:nvSpPr>
          <p:cNvPr id="1799" name="Google Shape;1799;p12"/>
          <p:cNvSpPr txBox="1"/>
          <p:nvPr/>
        </p:nvSpPr>
        <p:spPr>
          <a:xfrm>
            <a:off x="11703084" y="11415225"/>
            <a:ext cx="29154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X, Y, Z)</a:t>
            </a:r>
            <a:endParaRPr/>
          </a:p>
        </p:txBody>
      </p:sp>
      <p:sp>
        <p:nvSpPr>
          <p:cNvPr id="1800" name="Google Shape;1800;p12"/>
          <p:cNvSpPr txBox="1"/>
          <p:nvPr/>
        </p:nvSpPr>
        <p:spPr>
          <a:xfrm>
            <a:off x="11010547" y="11415217"/>
            <a:ext cx="5571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Helvetica Neue"/>
              <a:buNone/>
            </a:pPr>
            <a:r>
              <a:rPr b="0" i="0" lang="en-US" sz="4800" u="none" cap="none" strike="noStrike">
                <a:solidFill>
                  <a:srgbClr val="000000"/>
                </a:solidFill>
                <a:latin typeface="Helvetica Neue"/>
                <a:ea typeface="Helvetica Neue"/>
                <a:cs typeface="Helvetica Neue"/>
                <a:sym typeface="Helvetica Neue"/>
              </a:rPr>
              <a:t>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4" name="Shape 1804"/>
        <p:cNvGrpSpPr/>
        <p:nvPr/>
      </p:nvGrpSpPr>
      <p:grpSpPr>
        <a:xfrm>
          <a:off x="0" y="0"/>
          <a:ext cx="0" cy="0"/>
          <a:chOff x="0" y="0"/>
          <a:chExt cx="0" cy="0"/>
        </a:xfrm>
      </p:grpSpPr>
      <p:sp>
        <p:nvSpPr>
          <p:cNvPr id="1805" name="Google Shape;1805;p14"/>
          <p:cNvSpPr txBox="1"/>
          <p:nvPr>
            <p:ph type="title"/>
          </p:nvPr>
        </p:nvSpPr>
        <p:spPr>
          <a:xfrm>
            <a:off x="1219200" y="41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a:latin typeface="Helvetica Neue"/>
                <a:ea typeface="Helvetica Neue"/>
                <a:cs typeface="Helvetica Neue"/>
                <a:sym typeface="Helvetica Neue"/>
              </a:rPr>
              <a:t>Making a camera</a:t>
            </a:r>
            <a:endParaRPr/>
          </a:p>
        </p:txBody>
      </p:sp>
      <p:sp>
        <p:nvSpPr>
          <p:cNvPr id="1806" name="Google Shape;1806;p14"/>
          <p:cNvSpPr txBox="1"/>
          <p:nvPr>
            <p:ph idx="1" type="body"/>
          </p:nvPr>
        </p:nvSpPr>
        <p:spPr>
          <a:xfrm>
            <a:off x="3397387" y="9790095"/>
            <a:ext cx="17589226" cy="1552305"/>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Clr>
                <a:srgbClr val="000000"/>
              </a:buClr>
              <a:buSzPts val="6500"/>
              <a:buNone/>
            </a:pPr>
            <a:r>
              <a:rPr lang="en-US">
                <a:latin typeface="Helvetica Neue"/>
                <a:ea typeface="Helvetica Neue"/>
                <a:cs typeface="Helvetica Neue"/>
                <a:sym typeface="Helvetica Neue"/>
              </a:rPr>
              <a:t>Idea #1:</a:t>
            </a:r>
            <a:r>
              <a:rPr lang="en-US" sz="6500">
                <a:latin typeface="Helvetica Neue Light"/>
                <a:ea typeface="Helvetica Neue Light"/>
                <a:cs typeface="Helvetica Neue Light"/>
                <a:sym typeface="Helvetica Neue Light"/>
              </a:rPr>
              <a:t>  put a piece of film in front of an object.</a:t>
            </a:r>
            <a:endParaRPr/>
          </a:p>
        </p:txBody>
      </p:sp>
      <p:pic>
        <p:nvPicPr>
          <p:cNvPr descr="Picture 4" id="1807" name="Google Shape;1807;p14"/>
          <p:cNvPicPr preferRelativeResize="0"/>
          <p:nvPr/>
        </p:nvPicPr>
        <p:blipFill rotWithShape="1">
          <a:blip r:embed="rId3">
            <a:alphaModFix/>
          </a:blip>
          <a:srcRect b="0" l="0" r="0" t="0"/>
          <a:stretch/>
        </p:blipFill>
        <p:spPr>
          <a:xfrm>
            <a:off x="6556375" y="3886200"/>
            <a:ext cx="10969627" cy="4495800"/>
          </a:xfrm>
          <a:prstGeom prst="rect">
            <a:avLst/>
          </a:prstGeom>
          <a:noFill/>
          <a:ln>
            <a:noFill/>
          </a:ln>
        </p:spPr>
      </p:pic>
      <p:grpSp>
        <p:nvGrpSpPr>
          <p:cNvPr id="1808" name="Google Shape;1808;p14"/>
          <p:cNvGrpSpPr/>
          <p:nvPr/>
        </p:nvGrpSpPr>
        <p:grpSpPr>
          <a:xfrm>
            <a:off x="7623173" y="4952998"/>
            <a:ext cx="9448803" cy="3048002"/>
            <a:chOff x="-1" y="-1"/>
            <a:chExt cx="9448802" cy="3048001"/>
          </a:xfrm>
        </p:grpSpPr>
        <p:cxnSp>
          <p:nvCxnSpPr>
            <p:cNvPr id="1809" name="Google Shape;1809;p14"/>
            <p:cNvCxnSpPr/>
            <p:nvPr/>
          </p:nvCxnSpPr>
          <p:spPr>
            <a:xfrm>
              <a:off x="-1" y="0"/>
              <a:ext cx="9448802" cy="3048000"/>
            </a:xfrm>
            <a:prstGeom prst="straightConnector1">
              <a:avLst/>
            </a:prstGeom>
            <a:noFill/>
            <a:ln cap="flat" cmpd="sng" w="38100">
              <a:solidFill>
                <a:srgbClr val="FF0000"/>
              </a:solidFill>
              <a:prstDash val="solid"/>
              <a:round/>
              <a:headEnd len="sm" w="sm" type="none"/>
              <a:tailEnd len="med" w="med" type="triangle"/>
            </a:ln>
          </p:spPr>
        </p:cxnSp>
        <p:cxnSp>
          <p:nvCxnSpPr>
            <p:cNvPr id="1810" name="Google Shape;1810;p14"/>
            <p:cNvCxnSpPr/>
            <p:nvPr/>
          </p:nvCxnSpPr>
          <p:spPr>
            <a:xfrm>
              <a:off x="0" y="-1"/>
              <a:ext cx="9448800" cy="2133602"/>
            </a:xfrm>
            <a:prstGeom prst="straightConnector1">
              <a:avLst/>
            </a:prstGeom>
            <a:noFill/>
            <a:ln cap="flat" cmpd="sng" w="38100">
              <a:solidFill>
                <a:srgbClr val="FF0000"/>
              </a:solidFill>
              <a:prstDash val="solid"/>
              <a:round/>
              <a:headEnd len="sm" w="sm" type="none"/>
              <a:tailEnd len="med" w="med" type="triangle"/>
            </a:ln>
          </p:spPr>
        </p:cxnSp>
        <p:cxnSp>
          <p:nvCxnSpPr>
            <p:cNvPr id="1811" name="Google Shape;1811;p14"/>
            <p:cNvCxnSpPr/>
            <p:nvPr/>
          </p:nvCxnSpPr>
          <p:spPr>
            <a:xfrm>
              <a:off x="0" y="-1"/>
              <a:ext cx="9448800" cy="1219202"/>
            </a:xfrm>
            <a:prstGeom prst="straightConnector1">
              <a:avLst/>
            </a:prstGeom>
            <a:noFill/>
            <a:ln cap="flat" cmpd="sng" w="38100">
              <a:solidFill>
                <a:srgbClr val="FF0000"/>
              </a:solidFill>
              <a:prstDash val="solid"/>
              <a:round/>
              <a:headEnd len="sm" w="sm" type="none"/>
              <a:tailEnd len="med" w="med" type="triangle"/>
            </a:ln>
          </p:spPr>
        </p:cxnSp>
      </p:grpSp>
      <p:cxnSp>
        <p:nvCxnSpPr>
          <p:cNvPr id="1812" name="Google Shape;1812;p14"/>
          <p:cNvCxnSpPr/>
          <p:nvPr/>
        </p:nvCxnSpPr>
        <p:spPr>
          <a:xfrm>
            <a:off x="7623174" y="4953001"/>
            <a:ext cx="9448801" cy="457198"/>
          </a:xfrm>
          <a:prstGeom prst="straightConnector1">
            <a:avLst/>
          </a:prstGeom>
          <a:noFill/>
          <a:ln cap="flat" cmpd="sng" w="38100">
            <a:solidFill>
              <a:srgbClr val="FF0000"/>
            </a:solidFill>
            <a:prstDash val="solid"/>
            <a:round/>
            <a:headEnd len="sm" w="sm" type="none"/>
            <a:tailEnd len="med" w="med" type="triangle"/>
          </a:ln>
        </p:spPr>
      </p:cxnSp>
      <p:grpSp>
        <p:nvGrpSpPr>
          <p:cNvPr id="1813" name="Google Shape;1813;p14"/>
          <p:cNvGrpSpPr/>
          <p:nvPr/>
        </p:nvGrpSpPr>
        <p:grpSpPr>
          <a:xfrm>
            <a:off x="8232772" y="5410198"/>
            <a:ext cx="8839205" cy="2590803"/>
            <a:chOff x="-1" y="-1"/>
            <a:chExt cx="8839203" cy="2590801"/>
          </a:xfrm>
        </p:grpSpPr>
        <p:grpSp>
          <p:nvGrpSpPr>
            <p:cNvPr id="1814" name="Google Shape;1814;p14"/>
            <p:cNvGrpSpPr/>
            <p:nvPr/>
          </p:nvGrpSpPr>
          <p:grpSpPr>
            <a:xfrm>
              <a:off x="-1" y="-1"/>
              <a:ext cx="8839203" cy="1676402"/>
              <a:chOff x="-1" y="0"/>
              <a:chExt cx="8839202" cy="1676399"/>
            </a:xfrm>
          </p:grpSpPr>
          <p:cxnSp>
            <p:nvCxnSpPr>
              <p:cNvPr id="1815" name="Google Shape;1815;p14"/>
              <p:cNvCxnSpPr/>
              <p:nvPr/>
            </p:nvCxnSpPr>
            <p:spPr>
              <a:xfrm flipH="1" rot="10800000">
                <a:off x="-1" y="0"/>
                <a:ext cx="8839202" cy="762000"/>
              </a:xfrm>
              <a:prstGeom prst="straightConnector1">
                <a:avLst/>
              </a:prstGeom>
              <a:noFill/>
              <a:ln cap="flat" cmpd="sng" w="38100">
                <a:solidFill>
                  <a:srgbClr val="800080"/>
                </a:solidFill>
                <a:prstDash val="solid"/>
                <a:round/>
                <a:headEnd len="sm" w="sm" type="none"/>
                <a:tailEnd len="med" w="med" type="triangle"/>
              </a:ln>
            </p:spPr>
          </p:cxnSp>
          <p:cxnSp>
            <p:nvCxnSpPr>
              <p:cNvPr id="1816" name="Google Shape;1816;p14"/>
              <p:cNvCxnSpPr/>
              <p:nvPr/>
            </p:nvCxnSpPr>
            <p:spPr>
              <a:xfrm>
                <a:off x="0" y="762000"/>
                <a:ext cx="8839200" cy="0"/>
              </a:xfrm>
              <a:prstGeom prst="straightConnector1">
                <a:avLst/>
              </a:prstGeom>
              <a:noFill/>
              <a:ln cap="flat" cmpd="sng" w="38100">
                <a:solidFill>
                  <a:srgbClr val="800080"/>
                </a:solidFill>
                <a:prstDash val="solid"/>
                <a:round/>
                <a:headEnd len="sm" w="sm" type="none"/>
                <a:tailEnd len="med" w="med" type="triangle"/>
              </a:ln>
            </p:spPr>
          </p:cxnSp>
          <p:cxnSp>
            <p:nvCxnSpPr>
              <p:cNvPr id="1817" name="Google Shape;1817;p14"/>
              <p:cNvCxnSpPr/>
              <p:nvPr/>
            </p:nvCxnSpPr>
            <p:spPr>
              <a:xfrm>
                <a:off x="-1" y="762001"/>
                <a:ext cx="8839202" cy="914398"/>
              </a:xfrm>
              <a:prstGeom prst="straightConnector1">
                <a:avLst/>
              </a:prstGeom>
              <a:noFill/>
              <a:ln cap="flat" cmpd="sng" w="38100">
                <a:solidFill>
                  <a:srgbClr val="800080"/>
                </a:solidFill>
                <a:prstDash val="solid"/>
                <a:round/>
                <a:headEnd len="sm" w="sm" type="none"/>
                <a:tailEnd len="med" w="med" type="triangle"/>
              </a:ln>
            </p:spPr>
          </p:cxnSp>
        </p:grpSp>
        <p:cxnSp>
          <p:nvCxnSpPr>
            <p:cNvPr id="1818" name="Google Shape;1818;p14"/>
            <p:cNvCxnSpPr/>
            <p:nvPr/>
          </p:nvCxnSpPr>
          <p:spPr>
            <a:xfrm>
              <a:off x="-1" y="762000"/>
              <a:ext cx="8839202" cy="1828800"/>
            </a:xfrm>
            <a:prstGeom prst="straightConnector1">
              <a:avLst/>
            </a:prstGeom>
            <a:noFill/>
            <a:ln cap="flat" cmpd="sng" w="38100">
              <a:solidFill>
                <a:srgbClr val="800080"/>
              </a:solidFill>
              <a:prstDash val="solid"/>
              <a:round/>
              <a:headEnd len="sm" w="sm" type="none"/>
              <a:tailEnd len="med" w="med" type="triangle"/>
            </a:ln>
          </p:spPr>
        </p:cxnSp>
      </p:grpSp>
      <p:sp>
        <p:nvSpPr>
          <p:cNvPr id="1819" name="Google Shape;1819;p14"/>
          <p:cNvSpPr/>
          <p:nvPr/>
        </p:nvSpPr>
        <p:spPr>
          <a:xfrm>
            <a:off x="7534274" y="4889500"/>
            <a:ext cx="152401" cy="152400"/>
          </a:xfrm>
          <a:prstGeom prst="ellipse">
            <a:avLst/>
          </a:prstGeom>
          <a:solidFill>
            <a:srgbClr val="FF00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1820" name="Google Shape;1820;p14"/>
          <p:cNvSpPr/>
          <p:nvPr/>
        </p:nvSpPr>
        <p:spPr>
          <a:xfrm>
            <a:off x="8169274" y="6105526"/>
            <a:ext cx="152401" cy="152401"/>
          </a:xfrm>
          <a:prstGeom prst="ellipse">
            <a:avLst/>
          </a:prstGeom>
          <a:solidFill>
            <a:srgbClr val="80008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1821" name="Google Shape;1821;p14"/>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1822" name="Google Shape;1822;p14"/>
          <p:cNvSpPr txBox="1"/>
          <p:nvPr/>
        </p:nvSpPr>
        <p:spPr>
          <a:xfrm>
            <a:off x="20657248" y="12947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2"/>
                                        </p:tgtEl>
                                        <p:attrNameLst>
                                          <p:attrName>style.visibility</p:attrName>
                                        </p:attrNameLst>
                                      </p:cBhvr>
                                      <p:to>
                                        <p:strVal val="visible"/>
                                      </p:to>
                                    </p:set>
                                    <p:animEffect filter="fade" transition="in">
                                      <p:cBhvr>
                                        <p:cTn dur="500"/>
                                        <p:tgtEl>
                                          <p:spTgt spid="18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8"/>
                                        </p:tgtEl>
                                        <p:attrNameLst>
                                          <p:attrName>style.visibility</p:attrName>
                                        </p:attrNameLst>
                                      </p:cBhvr>
                                      <p:to>
                                        <p:strVal val="visible"/>
                                      </p:to>
                                    </p:set>
                                    <p:animEffect filter="fade" transition="in">
                                      <p:cBhvr>
                                        <p:cTn dur="500"/>
                                        <p:tgtEl>
                                          <p:spTgt spid="18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3"/>
                                        </p:tgtEl>
                                        <p:attrNameLst>
                                          <p:attrName>style.visibility</p:attrName>
                                        </p:attrNameLst>
                                      </p:cBhvr>
                                      <p:to>
                                        <p:strVal val="visible"/>
                                      </p:to>
                                    </p:set>
                                    <p:animEffect filter="fade" transition="in">
                                      <p:cBhvr>
                                        <p:cTn dur="500"/>
                                        <p:tgtEl>
                                          <p:spTgt spid="18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6" name="Shape 1826"/>
        <p:cNvGrpSpPr/>
        <p:nvPr/>
      </p:nvGrpSpPr>
      <p:grpSpPr>
        <a:xfrm>
          <a:off x="0" y="0"/>
          <a:ext cx="0" cy="0"/>
          <a:chOff x="0" y="0"/>
          <a:chExt cx="0" cy="0"/>
        </a:xfrm>
      </p:grpSpPr>
      <p:sp>
        <p:nvSpPr>
          <p:cNvPr id="1827" name="Google Shape;1827;p15"/>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a:latin typeface="Helvetica Neue"/>
                <a:ea typeface="Helvetica Neue"/>
                <a:cs typeface="Helvetica Neue"/>
                <a:sym typeface="Helvetica Neue"/>
              </a:rPr>
              <a:t>Pinhole camera</a:t>
            </a:r>
            <a:endParaRPr/>
          </a:p>
        </p:txBody>
      </p:sp>
      <p:sp>
        <p:nvSpPr>
          <p:cNvPr id="1828" name="Google Shape;1828;p15"/>
          <p:cNvSpPr txBox="1"/>
          <p:nvPr>
            <p:ph idx="1" type="body"/>
          </p:nvPr>
        </p:nvSpPr>
        <p:spPr>
          <a:xfrm>
            <a:off x="4419600" y="8839200"/>
            <a:ext cx="15544800" cy="38100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rgbClr val="000000"/>
              </a:buClr>
              <a:buSzPts val="5800"/>
              <a:buNone/>
            </a:pPr>
            <a:r>
              <a:rPr lang="en-US" sz="5800"/>
              <a:t>Add a barrier to block off most of the rays</a:t>
            </a:r>
            <a:endParaRPr/>
          </a:p>
          <a:p>
            <a:pPr indent="-571500" lvl="1" marL="1028700" rtl="0" algn="l">
              <a:lnSpc>
                <a:spcPct val="90000"/>
              </a:lnSpc>
              <a:spcBef>
                <a:spcPts val="1200"/>
              </a:spcBef>
              <a:spcAft>
                <a:spcPts val="0"/>
              </a:spcAft>
              <a:buClr>
                <a:srgbClr val="000000"/>
              </a:buClr>
              <a:buSzPts val="5000"/>
              <a:buChar char="•"/>
            </a:pPr>
            <a:r>
              <a:rPr lang="en-US" sz="5000"/>
              <a:t>This reduces blurring</a:t>
            </a:r>
            <a:endParaRPr/>
          </a:p>
          <a:p>
            <a:pPr indent="-571500" lvl="1" marL="1028700" rtl="0" algn="l">
              <a:lnSpc>
                <a:spcPct val="90000"/>
              </a:lnSpc>
              <a:spcBef>
                <a:spcPts val="1200"/>
              </a:spcBef>
              <a:spcAft>
                <a:spcPts val="0"/>
              </a:spcAft>
              <a:buClr>
                <a:srgbClr val="000000"/>
              </a:buClr>
              <a:buSzPts val="5000"/>
              <a:buChar char="•"/>
            </a:pPr>
            <a:r>
              <a:rPr lang="en-US" sz="5000"/>
              <a:t>The opening known as the </a:t>
            </a:r>
            <a:r>
              <a:rPr b="1" lang="en-US"/>
              <a:t>aperture</a:t>
            </a:r>
            <a:endParaRPr/>
          </a:p>
        </p:txBody>
      </p:sp>
      <p:pic>
        <p:nvPicPr>
          <p:cNvPr descr="Picture 18" id="1829" name="Google Shape;1829;p15"/>
          <p:cNvPicPr preferRelativeResize="0"/>
          <p:nvPr/>
        </p:nvPicPr>
        <p:blipFill rotWithShape="1">
          <a:blip r:embed="rId3">
            <a:alphaModFix/>
          </a:blip>
          <a:srcRect b="0" l="0" r="0" t="0"/>
          <a:stretch/>
        </p:blipFill>
        <p:spPr>
          <a:xfrm>
            <a:off x="6553202" y="3048000"/>
            <a:ext cx="10969627" cy="4495800"/>
          </a:xfrm>
          <a:prstGeom prst="rect">
            <a:avLst/>
          </a:prstGeom>
          <a:noFill/>
          <a:ln>
            <a:noFill/>
          </a:ln>
        </p:spPr>
      </p:pic>
      <p:grpSp>
        <p:nvGrpSpPr>
          <p:cNvPr id="1830" name="Google Shape;1830;p15"/>
          <p:cNvGrpSpPr/>
          <p:nvPr/>
        </p:nvGrpSpPr>
        <p:grpSpPr>
          <a:xfrm>
            <a:off x="7619999" y="4114800"/>
            <a:ext cx="9448802" cy="3048001"/>
            <a:chOff x="-1" y="0"/>
            <a:chExt cx="9448802" cy="3048000"/>
          </a:xfrm>
        </p:grpSpPr>
        <p:cxnSp>
          <p:nvCxnSpPr>
            <p:cNvPr id="1831" name="Google Shape;1831;p15"/>
            <p:cNvCxnSpPr/>
            <p:nvPr/>
          </p:nvCxnSpPr>
          <p:spPr>
            <a:xfrm>
              <a:off x="-1" y="0"/>
              <a:ext cx="9448802" cy="3048000"/>
            </a:xfrm>
            <a:prstGeom prst="straightConnector1">
              <a:avLst/>
            </a:prstGeom>
            <a:noFill/>
            <a:ln cap="flat" cmpd="sng" w="38100">
              <a:solidFill>
                <a:srgbClr val="FF0000"/>
              </a:solidFill>
              <a:prstDash val="solid"/>
              <a:round/>
              <a:headEnd len="sm" w="sm" type="none"/>
              <a:tailEnd len="med" w="med" type="triangle"/>
            </a:ln>
          </p:spPr>
        </p:cxnSp>
        <p:cxnSp>
          <p:nvCxnSpPr>
            <p:cNvPr id="1832" name="Google Shape;1832;p15"/>
            <p:cNvCxnSpPr/>
            <p:nvPr/>
          </p:nvCxnSpPr>
          <p:spPr>
            <a:xfrm>
              <a:off x="-1" y="0"/>
              <a:ext cx="4743452" cy="1047750"/>
            </a:xfrm>
            <a:prstGeom prst="straightConnector1">
              <a:avLst/>
            </a:prstGeom>
            <a:noFill/>
            <a:ln cap="flat" cmpd="sng" w="38100">
              <a:solidFill>
                <a:srgbClr val="FF0000"/>
              </a:solidFill>
              <a:prstDash val="solid"/>
              <a:round/>
              <a:headEnd len="sm" w="sm" type="none"/>
              <a:tailEnd len="med" w="med" type="triangle"/>
            </a:ln>
          </p:spPr>
        </p:cxnSp>
        <p:cxnSp>
          <p:nvCxnSpPr>
            <p:cNvPr id="1833" name="Google Shape;1833;p15"/>
            <p:cNvCxnSpPr/>
            <p:nvPr/>
          </p:nvCxnSpPr>
          <p:spPr>
            <a:xfrm>
              <a:off x="-1" y="0"/>
              <a:ext cx="4762502" cy="609600"/>
            </a:xfrm>
            <a:prstGeom prst="straightConnector1">
              <a:avLst/>
            </a:prstGeom>
            <a:noFill/>
            <a:ln cap="flat" cmpd="sng" w="38100">
              <a:solidFill>
                <a:srgbClr val="FF0000"/>
              </a:solidFill>
              <a:prstDash val="solid"/>
              <a:round/>
              <a:headEnd len="sm" w="sm" type="none"/>
              <a:tailEnd len="med" w="med" type="triangle"/>
            </a:ln>
          </p:spPr>
        </p:cxnSp>
        <p:cxnSp>
          <p:nvCxnSpPr>
            <p:cNvPr id="1834" name="Google Shape;1834;p15"/>
            <p:cNvCxnSpPr/>
            <p:nvPr/>
          </p:nvCxnSpPr>
          <p:spPr>
            <a:xfrm>
              <a:off x="-1" y="0"/>
              <a:ext cx="4705351" cy="228600"/>
            </a:xfrm>
            <a:prstGeom prst="straightConnector1">
              <a:avLst/>
            </a:prstGeom>
            <a:noFill/>
            <a:ln cap="flat" cmpd="sng" w="38100">
              <a:solidFill>
                <a:srgbClr val="FF0000"/>
              </a:solidFill>
              <a:prstDash val="solid"/>
              <a:round/>
              <a:headEnd len="sm" w="sm" type="none"/>
              <a:tailEnd len="med" w="med" type="triangle"/>
            </a:ln>
          </p:spPr>
        </p:cxnSp>
      </p:grpSp>
      <p:grpSp>
        <p:nvGrpSpPr>
          <p:cNvPr id="1835" name="Google Shape;1835;p15"/>
          <p:cNvGrpSpPr/>
          <p:nvPr/>
        </p:nvGrpSpPr>
        <p:grpSpPr>
          <a:xfrm>
            <a:off x="8229598" y="4991100"/>
            <a:ext cx="8915402" cy="1143002"/>
            <a:chOff x="-1" y="0"/>
            <a:chExt cx="8915401" cy="1143001"/>
          </a:xfrm>
        </p:grpSpPr>
        <p:cxnSp>
          <p:nvCxnSpPr>
            <p:cNvPr id="1836" name="Google Shape;1836;p15"/>
            <p:cNvCxnSpPr/>
            <p:nvPr/>
          </p:nvCxnSpPr>
          <p:spPr>
            <a:xfrm flipH="1" rot="10800000">
              <a:off x="-1" y="0"/>
              <a:ext cx="4133851" cy="342900"/>
            </a:xfrm>
            <a:prstGeom prst="straightConnector1">
              <a:avLst/>
            </a:prstGeom>
            <a:noFill/>
            <a:ln cap="flat" cmpd="sng" w="38100">
              <a:solidFill>
                <a:srgbClr val="800080"/>
              </a:solidFill>
              <a:prstDash val="solid"/>
              <a:round/>
              <a:headEnd len="sm" w="sm" type="none"/>
              <a:tailEnd len="med" w="med" type="triangle"/>
            </a:ln>
          </p:spPr>
        </p:cxnSp>
        <p:cxnSp>
          <p:nvCxnSpPr>
            <p:cNvPr id="1837" name="Google Shape;1837;p15"/>
            <p:cNvCxnSpPr/>
            <p:nvPr/>
          </p:nvCxnSpPr>
          <p:spPr>
            <a:xfrm>
              <a:off x="0" y="342899"/>
              <a:ext cx="4133850" cy="19052"/>
            </a:xfrm>
            <a:prstGeom prst="straightConnector1">
              <a:avLst/>
            </a:prstGeom>
            <a:noFill/>
            <a:ln cap="flat" cmpd="sng" w="38100">
              <a:solidFill>
                <a:srgbClr val="800080"/>
              </a:solidFill>
              <a:prstDash val="solid"/>
              <a:round/>
              <a:headEnd len="sm" w="sm" type="none"/>
              <a:tailEnd len="med" w="med" type="triangle"/>
            </a:ln>
          </p:spPr>
        </p:cxnSp>
        <p:cxnSp>
          <p:nvCxnSpPr>
            <p:cNvPr id="1838" name="Google Shape;1838;p15"/>
            <p:cNvCxnSpPr/>
            <p:nvPr/>
          </p:nvCxnSpPr>
          <p:spPr>
            <a:xfrm>
              <a:off x="-1" y="342900"/>
              <a:ext cx="8915401" cy="609600"/>
            </a:xfrm>
            <a:prstGeom prst="straightConnector1">
              <a:avLst/>
            </a:prstGeom>
            <a:noFill/>
            <a:ln cap="flat" cmpd="sng" w="38100">
              <a:solidFill>
                <a:srgbClr val="800080"/>
              </a:solidFill>
              <a:prstDash val="solid"/>
              <a:round/>
              <a:headEnd len="sm" w="sm" type="none"/>
              <a:tailEnd len="med" w="med" type="triangle"/>
            </a:ln>
          </p:spPr>
        </p:cxnSp>
        <p:cxnSp>
          <p:nvCxnSpPr>
            <p:cNvPr id="1839" name="Google Shape;1839;p15"/>
            <p:cNvCxnSpPr/>
            <p:nvPr/>
          </p:nvCxnSpPr>
          <p:spPr>
            <a:xfrm>
              <a:off x="0" y="342899"/>
              <a:ext cx="4133851" cy="800102"/>
            </a:xfrm>
            <a:prstGeom prst="straightConnector1">
              <a:avLst/>
            </a:prstGeom>
            <a:noFill/>
            <a:ln cap="flat" cmpd="sng" w="38100">
              <a:solidFill>
                <a:srgbClr val="800080"/>
              </a:solidFill>
              <a:prstDash val="solid"/>
              <a:round/>
              <a:headEnd len="sm" w="sm" type="none"/>
              <a:tailEnd len="med" w="med" type="triangle"/>
            </a:ln>
          </p:spPr>
        </p:cxnSp>
      </p:grpSp>
      <p:sp>
        <p:nvSpPr>
          <p:cNvPr id="1840" name="Google Shape;1840;p15"/>
          <p:cNvSpPr/>
          <p:nvPr/>
        </p:nvSpPr>
        <p:spPr>
          <a:xfrm>
            <a:off x="7531100" y="4051300"/>
            <a:ext cx="152400" cy="152400"/>
          </a:xfrm>
          <a:prstGeom prst="ellipse">
            <a:avLst/>
          </a:prstGeom>
          <a:solidFill>
            <a:srgbClr val="FF00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1841" name="Google Shape;1841;p15"/>
          <p:cNvSpPr/>
          <p:nvPr/>
        </p:nvSpPr>
        <p:spPr>
          <a:xfrm>
            <a:off x="8166100" y="5267326"/>
            <a:ext cx="152400" cy="152401"/>
          </a:xfrm>
          <a:prstGeom prst="ellipse">
            <a:avLst/>
          </a:prstGeom>
          <a:solidFill>
            <a:srgbClr val="80008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1842" name="Google Shape;1842;p15"/>
          <p:cNvSpPr txBox="1"/>
          <p:nvPr>
            <p:ph idx="12" type="sldNum"/>
          </p:nvPr>
        </p:nvSpPr>
        <p:spPr>
          <a:xfrm>
            <a:off x="22652662" y="12802238"/>
            <a:ext cx="512138"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1843" name="Google Shape;1843;p15"/>
          <p:cNvSpPr txBox="1"/>
          <p:nvPr/>
        </p:nvSpPr>
        <p:spPr>
          <a:xfrm>
            <a:off x="20657248" y="12947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0"/>
                                        </p:tgtEl>
                                        <p:attrNameLst>
                                          <p:attrName>style.visibility</p:attrName>
                                        </p:attrNameLst>
                                      </p:cBhvr>
                                      <p:to>
                                        <p:strVal val="visible"/>
                                      </p:to>
                                    </p:set>
                                    <p:animEffect filter="fade" transition="in">
                                      <p:cBhvr>
                                        <p:cTn dur="500"/>
                                        <p:tgtEl>
                                          <p:spTgt spid="18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5"/>
                                        </p:tgtEl>
                                        <p:attrNameLst>
                                          <p:attrName>style.visibility</p:attrName>
                                        </p:attrNameLst>
                                      </p:cBhvr>
                                      <p:to>
                                        <p:strVal val="visible"/>
                                      </p:to>
                                    </p:set>
                                    <p:animEffect filter="fade" transition="in">
                                      <p:cBhvr>
                                        <p:cTn dur="500"/>
                                        <p:tgtEl>
                                          <p:spTgt spid="18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7" name="Shape 1847"/>
        <p:cNvGrpSpPr/>
        <p:nvPr/>
      </p:nvGrpSpPr>
      <p:grpSpPr>
        <a:xfrm>
          <a:off x="0" y="0"/>
          <a:ext cx="0" cy="0"/>
          <a:chOff x="0" y="0"/>
          <a:chExt cx="0" cy="0"/>
        </a:xfrm>
      </p:grpSpPr>
      <p:pic>
        <p:nvPicPr>
          <p:cNvPr descr="Picture 4" id="1848" name="Google Shape;1848;p21"/>
          <p:cNvPicPr preferRelativeResize="0"/>
          <p:nvPr/>
        </p:nvPicPr>
        <p:blipFill rotWithShape="1">
          <a:blip r:embed="rId3">
            <a:alphaModFix/>
          </a:blip>
          <a:srcRect b="0" l="0" r="0" t="0"/>
          <a:stretch/>
        </p:blipFill>
        <p:spPr>
          <a:xfrm>
            <a:off x="2385542" y="2674497"/>
            <a:ext cx="19612916" cy="6504429"/>
          </a:xfrm>
          <a:prstGeom prst="rect">
            <a:avLst/>
          </a:prstGeom>
          <a:noFill/>
          <a:ln>
            <a:noFill/>
          </a:ln>
        </p:spPr>
      </p:pic>
      <p:sp>
        <p:nvSpPr>
          <p:cNvPr id="1849" name="Google Shape;1849;p21"/>
          <p:cNvSpPr txBox="1"/>
          <p:nvPr/>
        </p:nvSpPr>
        <p:spPr>
          <a:xfrm>
            <a:off x="3576726" y="15112632"/>
            <a:ext cx="13841096" cy="138785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Helvetica Neue"/>
              <a:buNone/>
            </a:pPr>
            <a:r>
              <a:rPr b="0" i="0" lang="en-US" sz="4000" u="none" cap="none" strike="noStrike">
                <a:solidFill>
                  <a:srgbClr val="000000"/>
                </a:solidFill>
                <a:latin typeface="Helvetica Neue"/>
                <a:ea typeface="Helvetica Neue"/>
                <a:cs typeface="Helvetica Neue"/>
                <a:sym typeface="Helvetica Neue"/>
              </a:rPr>
              <a:t>The pinhole camera only allows rays from one point in the scene to strike each point of the paper!</a:t>
            </a:r>
            <a:endParaRPr/>
          </a:p>
        </p:txBody>
      </p:sp>
      <p:sp>
        <p:nvSpPr>
          <p:cNvPr id="1850" name="Google Shape;1850;p21"/>
          <p:cNvSpPr txBox="1"/>
          <p:nvPr/>
        </p:nvSpPr>
        <p:spPr>
          <a:xfrm>
            <a:off x="19347815" y="8470900"/>
            <a:ext cx="3198877" cy="65410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Helvetica Neue"/>
              <a:buNone/>
            </a:pPr>
            <a:r>
              <a:rPr b="0" i="0" lang="en-US" sz="3200" u="none" cap="none" strike="noStrike">
                <a:solidFill>
                  <a:srgbClr val="000000"/>
                </a:solidFill>
                <a:latin typeface="Helvetica Neue"/>
                <a:ea typeface="Helvetica Neue"/>
                <a:cs typeface="Helvetica Neue"/>
                <a:sym typeface="Helvetica Neue"/>
              </a:rPr>
              <a:t>Forsyth &amp; Ponce</a:t>
            </a:r>
            <a:endParaRPr/>
          </a:p>
        </p:txBody>
      </p:sp>
      <p:sp>
        <p:nvSpPr>
          <p:cNvPr id="1851" name="Google Shape;1851;p21"/>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98989"/>
              </a:buClr>
              <a:buSzPts val="2400"/>
              <a:buFont typeface="Helvetica Neue Light"/>
              <a:buNone/>
            </a:pPr>
            <a:fld id="{00000000-1234-1234-1234-123412341234}" type="slidenum">
              <a:rPr lang="en-US">
                <a:solidFill>
                  <a:srgbClr val="898989"/>
                </a:solidFill>
              </a:rPr>
              <a:t>‹#›</a:t>
            </a:fld>
            <a:endParaRPr/>
          </a:p>
        </p:txBody>
      </p:sp>
      <p:sp>
        <p:nvSpPr>
          <p:cNvPr id="1852" name="Google Shape;1852;p21"/>
          <p:cNvSpPr txBox="1"/>
          <p:nvPr/>
        </p:nvSpPr>
        <p:spPr>
          <a:xfrm>
            <a:off x="19470192" y="13111189"/>
            <a:ext cx="4696816" cy="49842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600"/>
              <a:buFont typeface="Helvetica Neue Light"/>
              <a:buNone/>
            </a:pPr>
            <a:r>
              <a:rPr b="0" i="0" lang="en-US" sz="26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
        <p:nvSpPr>
          <p:cNvPr id="1853" name="Google Shape;1853;p21"/>
          <p:cNvSpPr txBox="1"/>
          <p:nvPr>
            <p:ph type="title"/>
          </p:nvPr>
        </p:nvSpPr>
        <p:spPr>
          <a:xfrm>
            <a:off x="1219200" y="-85724"/>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Upside down images</a:t>
            </a:r>
            <a:endParaRPr/>
          </a:p>
        </p:txBody>
      </p:sp>
      <p:sp>
        <p:nvSpPr>
          <p:cNvPr id="1854" name="Google Shape;1854;p21"/>
          <p:cNvSpPr txBox="1"/>
          <p:nvPr/>
        </p:nvSpPr>
        <p:spPr>
          <a:xfrm>
            <a:off x="3833400" y="10847862"/>
            <a:ext cx="13841096" cy="77825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Helvetica Neue"/>
              <a:buNone/>
            </a:pPr>
            <a:r>
              <a:rPr b="0" i="0" lang="en-US" sz="4000" u="none" cap="none" strike="noStrike">
                <a:solidFill>
                  <a:srgbClr val="000000"/>
                </a:solidFill>
                <a:latin typeface="Helvetica Neue"/>
                <a:ea typeface="Helvetica Neue"/>
                <a:cs typeface="Helvetica Neue"/>
                <a:sym typeface="Helvetica Neue"/>
              </a:rPr>
              <a:t>Useful concept: virtual image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8" name="Shape 1858"/>
        <p:cNvGrpSpPr/>
        <p:nvPr/>
      </p:nvGrpSpPr>
      <p:grpSpPr>
        <a:xfrm>
          <a:off x="0" y="0"/>
          <a:ext cx="0" cy="0"/>
          <a:chOff x="0" y="0"/>
          <a:chExt cx="0" cy="0"/>
        </a:xfrm>
      </p:grpSpPr>
      <p:sp>
        <p:nvSpPr>
          <p:cNvPr id="1859" name="Google Shape;1859;p22"/>
          <p:cNvSpPr txBox="1"/>
          <p:nvPr/>
        </p:nvSpPr>
        <p:spPr>
          <a:xfrm>
            <a:off x="11696122" y="12179979"/>
            <a:ext cx="6993434" cy="65410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Helvetica Neue"/>
              <a:buNone/>
            </a:pPr>
            <a:r>
              <a:rPr b="0" i="0" lang="en-US" sz="3200" u="none" cap="none" strike="noStrike">
                <a:solidFill>
                  <a:srgbClr val="000000"/>
                </a:solidFill>
                <a:latin typeface="Helvetica Neue"/>
                <a:ea typeface="Helvetica Neue"/>
                <a:cs typeface="Helvetica Neue"/>
                <a:sym typeface="Helvetica Neue"/>
              </a:rPr>
              <a:t>Photograph by Abelardo Morell, 1991</a:t>
            </a:r>
            <a:endParaRPr/>
          </a:p>
        </p:txBody>
      </p:sp>
      <p:sp>
        <p:nvSpPr>
          <p:cNvPr id="1860" name="Google Shape;1860;p22"/>
          <p:cNvSpPr txBox="1"/>
          <p:nvPr>
            <p:ph type="title"/>
          </p:nvPr>
        </p:nvSpPr>
        <p:spPr>
          <a:xfrm>
            <a:off x="3048000" y="0"/>
            <a:ext cx="182880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Light"/>
              <a:buNone/>
            </a:pPr>
            <a:r>
              <a:rPr lang="en-US" sz="8800">
                <a:latin typeface="Helvetica Neue Light"/>
                <a:ea typeface="Helvetica Neue Light"/>
                <a:cs typeface="Helvetica Neue Light"/>
                <a:sym typeface="Helvetica Neue Light"/>
              </a:rPr>
              <a:t>Pinhole camera</a:t>
            </a:r>
            <a:endParaRPr/>
          </a:p>
        </p:txBody>
      </p:sp>
      <p:sp>
        <p:nvSpPr>
          <p:cNvPr id="1861" name="Google Shape;1861;p22"/>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Helvetica Neue Light"/>
              <a:buNone/>
            </a:pPr>
            <a:fld id="{00000000-1234-1234-1234-123412341234}" type="slidenum">
              <a:rPr lang="en-US">
                <a:solidFill>
                  <a:srgbClr val="888888"/>
                </a:solidFill>
              </a:rPr>
              <a:t>‹#›</a:t>
            </a:fld>
            <a:endParaRPr/>
          </a:p>
        </p:txBody>
      </p:sp>
      <p:sp>
        <p:nvSpPr>
          <p:cNvPr id="1862" name="Google Shape;1862;p22"/>
          <p:cNvSpPr txBox="1"/>
          <p:nvPr/>
        </p:nvSpPr>
        <p:spPr>
          <a:xfrm>
            <a:off x="19470192" y="13111189"/>
            <a:ext cx="4696816" cy="49842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600"/>
              <a:buFont typeface="Helvetica Neue Light"/>
              <a:buNone/>
            </a:pPr>
            <a:r>
              <a:rPr b="0" i="0" lang="en-US" sz="2600" u="none" cap="none" strike="noStrike">
                <a:solidFill>
                  <a:srgbClr val="000000"/>
                </a:solidFill>
                <a:latin typeface="Helvetica Neue Light"/>
                <a:ea typeface="Helvetica Neue Light"/>
                <a:cs typeface="Helvetica Neue Light"/>
                <a:sym typeface="Helvetica Neue Light"/>
              </a:rPr>
              <a:t>Source: Freeman, Torralba, Isola</a:t>
            </a:r>
            <a:endParaRPr/>
          </a:p>
        </p:txBody>
      </p:sp>
      <p:pic>
        <p:nvPicPr>
          <p:cNvPr descr="Picture 7" id="1863" name="Google Shape;1863;p22"/>
          <p:cNvPicPr preferRelativeResize="0"/>
          <p:nvPr/>
        </p:nvPicPr>
        <p:blipFill rotWithShape="1">
          <a:blip r:embed="rId3">
            <a:alphaModFix/>
          </a:blip>
          <a:srcRect b="0" l="0" r="24900" t="0"/>
          <a:stretch/>
        </p:blipFill>
        <p:spPr>
          <a:xfrm>
            <a:off x="5775739" y="1965210"/>
            <a:ext cx="9651927" cy="101346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7" name="Shape 1867"/>
        <p:cNvGrpSpPr/>
        <p:nvPr/>
      </p:nvGrpSpPr>
      <p:grpSpPr>
        <a:xfrm>
          <a:off x="0" y="0"/>
          <a:ext cx="0" cy="0"/>
          <a:chOff x="0" y="0"/>
          <a:chExt cx="0" cy="0"/>
        </a:xfrm>
      </p:grpSpPr>
      <p:pic>
        <p:nvPicPr>
          <p:cNvPr descr="Picture 7" id="1868" name="Google Shape;1868;p23"/>
          <p:cNvPicPr preferRelativeResize="0"/>
          <p:nvPr/>
        </p:nvPicPr>
        <p:blipFill rotWithShape="1">
          <a:blip r:embed="rId3">
            <a:alphaModFix/>
          </a:blip>
          <a:srcRect b="0" l="0" r="0" t="0"/>
          <a:stretch/>
        </p:blipFill>
        <p:spPr>
          <a:xfrm>
            <a:off x="5765800" y="1965210"/>
            <a:ext cx="12852400" cy="10134601"/>
          </a:xfrm>
          <a:prstGeom prst="rect">
            <a:avLst/>
          </a:prstGeom>
          <a:noFill/>
          <a:ln>
            <a:noFill/>
          </a:ln>
        </p:spPr>
      </p:pic>
      <p:sp>
        <p:nvSpPr>
          <p:cNvPr id="1869" name="Google Shape;1869;p23"/>
          <p:cNvSpPr txBox="1"/>
          <p:nvPr>
            <p:ph type="title"/>
          </p:nvPr>
        </p:nvSpPr>
        <p:spPr>
          <a:xfrm>
            <a:off x="3048000" y="0"/>
            <a:ext cx="182880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Light"/>
              <a:buNone/>
            </a:pPr>
            <a:r>
              <a:rPr lang="en-US" sz="8800">
                <a:latin typeface="Helvetica Neue Light"/>
                <a:ea typeface="Helvetica Neue Light"/>
                <a:cs typeface="Helvetica Neue Light"/>
                <a:sym typeface="Helvetica Neue Light"/>
              </a:rPr>
              <a:t>Pinhole camera</a:t>
            </a:r>
            <a:endParaRPr/>
          </a:p>
        </p:txBody>
      </p:sp>
      <p:sp>
        <p:nvSpPr>
          <p:cNvPr id="1870" name="Google Shape;1870;p23"/>
          <p:cNvSpPr txBox="1"/>
          <p:nvPr/>
        </p:nvSpPr>
        <p:spPr>
          <a:xfrm>
            <a:off x="11696122" y="12179979"/>
            <a:ext cx="6993434" cy="65410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Helvetica Neue"/>
              <a:buNone/>
            </a:pPr>
            <a:r>
              <a:rPr b="0" i="0" lang="en-US" sz="3200" u="none" cap="none" strike="noStrike">
                <a:solidFill>
                  <a:srgbClr val="000000"/>
                </a:solidFill>
                <a:latin typeface="Helvetica Neue"/>
                <a:ea typeface="Helvetica Neue"/>
                <a:cs typeface="Helvetica Neue"/>
                <a:sym typeface="Helvetica Neue"/>
              </a:rPr>
              <a:t>Photograph by Abelardo Morell, 1991</a:t>
            </a:r>
            <a:endParaRPr/>
          </a:p>
        </p:txBody>
      </p:sp>
      <p:sp>
        <p:nvSpPr>
          <p:cNvPr id="1871" name="Google Shape;1871;p23"/>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Helvetica Neue Light"/>
              <a:buNone/>
            </a:pPr>
            <a:fld id="{00000000-1234-1234-1234-123412341234}" type="slidenum">
              <a:rPr lang="en-US">
                <a:solidFill>
                  <a:srgbClr val="888888"/>
                </a:solidFill>
              </a:rPr>
              <a:t>‹#›</a:t>
            </a:fld>
            <a:endParaRPr/>
          </a:p>
        </p:txBody>
      </p:sp>
      <p:sp>
        <p:nvSpPr>
          <p:cNvPr id="1872" name="Google Shape;1872;p23"/>
          <p:cNvSpPr txBox="1"/>
          <p:nvPr/>
        </p:nvSpPr>
        <p:spPr>
          <a:xfrm>
            <a:off x="19470192" y="13111189"/>
            <a:ext cx="4696816" cy="49842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600"/>
              <a:buFont typeface="Helvetica Neue Light"/>
              <a:buNone/>
            </a:pPr>
            <a:r>
              <a:rPr b="0" i="0" lang="en-US" sz="26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6" name="Shape 1876"/>
        <p:cNvGrpSpPr/>
        <p:nvPr/>
      </p:nvGrpSpPr>
      <p:grpSpPr>
        <a:xfrm>
          <a:off x="0" y="0"/>
          <a:ext cx="0" cy="0"/>
          <a:chOff x="0" y="0"/>
          <a:chExt cx="0" cy="0"/>
        </a:xfrm>
      </p:grpSpPr>
      <p:pic>
        <p:nvPicPr>
          <p:cNvPr descr="Picture 7" id="1877" name="Google Shape;1877;p24"/>
          <p:cNvPicPr preferRelativeResize="0"/>
          <p:nvPr/>
        </p:nvPicPr>
        <p:blipFill rotWithShape="1">
          <a:blip r:embed="rId3">
            <a:alphaModFix/>
          </a:blip>
          <a:srcRect b="0" l="0" r="0" t="0"/>
          <a:stretch/>
        </p:blipFill>
        <p:spPr>
          <a:xfrm>
            <a:off x="5765800" y="1965210"/>
            <a:ext cx="12852400" cy="10134601"/>
          </a:xfrm>
          <a:prstGeom prst="rect">
            <a:avLst/>
          </a:prstGeom>
          <a:noFill/>
          <a:ln>
            <a:noFill/>
          </a:ln>
        </p:spPr>
      </p:pic>
      <p:sp>
        <p:nvSpPr>
          <p:cNvPr id="1878" name="Google Shape;1878;p24"/>
          <p:cNvSpPr txBox="1"/>
          <p:nvPr>
            <p:ph type="title"/>
          </p:nvPr>
        </p:nvSpPr>
        <p:spPr>
          <a:xfrm>
            <a:off x="3048000" y="0"/>
            <a:ext cx="182880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Light"/>
              <a:buNone/>
            </a:pPr>
            <a:r>
              <a:rPr lang="en-US" sz="8800">
                <a:latin typeface="Helvetica Neue Light"/>
                <a:ea typeface="Helvetica Neue Light"/>
                <a:cs typeface="Helvetica Neue Light"/>
                <a:sym typeface="Helvetica Neue Light"/>
              </a:rPr>
              <a:t>Pinhole camera</a:t>
            </a:r>
            <a:endParaRPr/>
          </a:p>
        </p:txBody>
      </p:sp>
      <p:cxnSp>
        <p:nvCxnSpPr>
          <p:cNvPr id="1879" name="Google Shape;1879;p24"/>
          <p:cNvCxnSpPr/>
          <p:nvPr/>
        </p:nvCxnSpPr>
        <p:spPr>
          <a:xfrm flipH="1">
            <a:off x="9601200" y="5791199"/>
            <a:ext cx="7315201" cy="2743202"/>
          </a:xfrm>
          <a:prstGeom prst="straightConnector1">
            <a:avLst/>
          </a:prstGeom>
          <a:noFill/>
          <a:ln cap="flat" cmpd="sng" w="76200">
            <a:solidFill>
              <a:srgbClr val="FF0000"/>
            </a:solidFill>
            <a:prstDash val="solid"/>
            <a:round/>
            <a:headEnd len="sm" w="sm" type="none"/>
            <a:tailEnd len="med" w="med" type="triangle"/>
          </a:ln>
        </p:spPr>
      </p:cxnSp>
      <p:cxnSp>
        <p:nvCxnSpPr>
          <p:cNvPr id="1880" name="Google Shape;1880;p24"/>
          <p:cNvCxnSpPr/>
          <p:nvPr/>
        </p:nvCxnSpPr>
        <p:spPr>
          <a:xfrm rot="10800000">
            <a:off x="9601199" y="5791200"/>
            <a:ext cx="7315202" cy="2286000"/>
          </a:xfrm>
          <a:prstGeom prst="straightConnector1">
            <a:avLst/>
          </a:prstGeom>
          <a:noFill/>
          <a:ln cap="flat" cmpd="sng" w="76200">
            <a:solidFill>
              <a:srgbClr val="FF0000"/>
            </a:solidFill>
            <a:prstDash val="solid"/>
            <a:round/>
            <a:headEnd len="sm" w="sm" type="none"/>
            <a:tailEnd len="med" w="med" type="triangle"/>
          </a:ln>
        </p:spPr>
      </p:cxnSp>
      <p:sp>
        <p:nvSpPr>
          <p:cNvPr id="1881" name="Google Shape;1881;p24"/>
          <p:cNvSpPr txBox="1"/>
          <p:nvPr/>
        </p:nvSpPr>
        <p:spPr>
          <a:xfrm>
            <a:off x="11696122" y="12179979"/>
            <a:ext cx="6993434" cy="65410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Helvetica Neue"/>
              <a:buNone/>
            </a:pPr>
            <a:r>
              <a:rPr b="0" i="0" lang="en-US" sz="3200" u="none" cap="none" strike="noStrike">
                <a:solidFill>
                  <a:srgbClr val="000000"/>
                </a:solidFill>
                <a:latin typeface="Helvetica Neue"/>
                <a:ea typeface="Helvetica Neue"/>
                <a:cs typeface="Helvetica Neue"/>
                <a:sym typeface="Helvetica Neue"/>
              </a:rPr>
              <a:t>Photograph by Abelardo Morell, 1991</a:t>
            </a:r>
            <a:endParaRPr/>
          </a:p>
        </p:txBody>
      </p:sp>
      <p:sp>
        <p:nvSpPr>
          <p:cNvPr id="1882" name="Google Shape;1882;p24"/>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Helvetica Neue Light"/>
              <a:buNone/>
            </a:pPr>
            <a:fld id="{00000000-1234-1234-1234-123412341234}" type="slidenum">
              <a:rPr lang="en-US">
                <a:solidFill>
                  <a:srgbClr val="888888"/>
                </a:solidFill>
              </a:rPr>
              <a:t>‹#›</a:t>
            </a:fld>
            <a:endParaRPr/>
          </a:p>
        </p:txBody>
      </p:sp>
      <p:sp>
        <p:nvSpPr>
          <p:cNvPr id="1883" name="Google Shape;1883;p24"/>
          <p:cNvSpPr txBox="1"/>
          <p:nvPr/>
        </p:nvSpPr>
        <p:spPr>
          <a:xfrm>
            <a:off x="19470192" y="13111189"/>
            <a:ext cx="4696816" cy="49842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600"/>
              <a:buFont typeface="Helvetica Neue Light"/>
              <a:buNone/>
            </a:pPr>
            <a:r>
              <a:rPr b="0" i="0" lang="en-US" sz="26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pic>
        <p:nvPicPr>
          <p:cNvPr descr="Picture 1" id="1888" name="Google Shape;1888;p25"/>
          <p:cNvPicPr preferRelativeResize="0"/>
          <p:nvPr/>
        </p:nvPicPr>
        <p:blipFill rotWithShape="1">
          <a:blip r:embed="rId3">
            <a:alphaModFix/>
          </a:blip>
          <a:srcRect b="0" l="0" r="0" t="0"/>
          <a:stretch/>
        </p:blipFill>
        <p:spPr>
          <a:xfrm>
            <a:off x="5791200" y="1981200"/>
            <a:ext cx="12801600" cy="10093326"/>
          </a:xfrm>
          <a:prstGeom prst="rect">
            <a:avLst/>
          </a:prstGeom>
          <a:noFill/>
          <a:ln>
            <a:noFill/>
          </a:ln>
        </p:spPr>
      </p:pic>
      <p:sp>
        <p:nvSpPr>
          <p:cNvPr id="1889" name="Google Shape;1889;p25"/>
          <p:cNvSpPr txBox="1"/>
          <p:nvPr>
            <p:ph type="title"/>
          </p:nvPr>
        </p:nvSpPr>
        <p:spPr>
          <a:xfrm>
            <a:off x="3048000" y="0"/>
            <a:ext cx="18288000" cy="2286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Helvetica Neue Light"/>
              <a:buNone/>
            </a:pPr>
            <a:r>
              <a:rPr lang="en-US" sz="8800">
                <a:latin typeface="Helvetica Neue Light"/>
                <a:ea typeface="Helvetica Neue Light"/>
                <a:cs typeface="Helvetica Neue Light"/>
                <a:sym typeface="Helvetica Neue Light"/>
              </a:rPr>
              <a:t>Pinhole camera</a:t>
            </a:r>
            <a:endParaRPr/>
          </a:p>
        </p:txBody>
      </p:sp>
      <p:cxnSp>
        <p:nvCxnSpPr>
          <p:cNvPr id="1890" name="Google Shape;1890;p25"/>
          <p:cNvCxnSpPr/>
          <p:nvPr/>
        </p:nvCxnSpPr>
        <p:spPr>
          <a:xfrm flipH="1">
            <a:off x="9601200" y="5791199"/>
            <a:ext cx="7315201" cy="2743202"/>
          </a:xfrm>
          <a:prstGeom prst="straightConnector1">
            <a:avLst/>
          </a:prstGeom>
          <a:noFill/>
          <a:ln cap="flat" cmpd="sng" w="76200">
            <a:solidFill>
              <a:srgbClr val="FF0000"/>
            </a:solidFill>
            <a:prstDash val="solid"/>
            <a:round/>
            <a:headEnd len="sm" w="sm" type="none"/>
            <a:tailEnd len="med" w="med" type="triangle"/>
          </a:ln>
        </p:spPr>
      </p:cxnSp>
      <p:cxnSp>
        <p:nvCxnSpPr>
          <p:cNvPr id="1891" name="Google Shape;1891;p25"/>
          <p:cNvCxnSpPr/>
          <p:nvPr/>
        </p:nvCxnSpPr>
        <p:spPr>
          <a:xfrm rot="10800000">
            <a:off x="9601199" y="5791200"/>
            <a:ext cx="7315202" cy="2286000"/>
          </a:xfrm>
          <a:prstGeom prst="straightConnector1">
            <a:avLst/>
          </a:prstGeom>
          <a:noFill/>
          <a:ln cap="flat" cmpd="sng" w="76200">
            <a:solidFill>
              <a:srgbClr val="FF0000"/>
            </a:solidFill>
            <a:prstDash val="solid"/>
            <a:round/>
            <a:headEnd len="sm" w="sm" type="none"/>
            <a:tailEnd len="med" w="med" type="triangle"/>
          </a:ln>
        </p:spPr>
      </p:cxnSp>
      <p:sp>
        <p:nvSpPr>
          <p:cNvPr id="1892" name="Google Shape;1892;p25"/>
          <p:cNvSpPr txBox="1"/>
          <p:nvPr/>
        </p:nvSpPr>
        <p:spPr>
          <a:xfrm>
            <a:off x="11696122" y="12179979"/>
            <a:ext cx="6993434" cy="65410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Helvetica Neue"/>
              <a:buNone/>
            </a:pPr>
            <a:r>
              <a:rPr b="0" i="0" lang="en-US" sz="3200" u="none" cap="none" strike="noStrike">
                <a:solidFill>
                  <a:srgbClr val="000000"/>
                </a:solidFill>
                <a:latin typeface="Helvetica Neue"/>
                <a:ea typeface="Helvetica Neue"/>
                <a:cs typeface="Helvetica Neue"/>
                <a:sym typeface="Helvetica Neue"/>
              </a:rPr>
              <a:t>Photograph by Abelardo Morell, 1991</a:t>
            </a:r>
            <a:endParaRPr/>
          </a:p>
        </p:txBody>
      </p:sp>
      <p:sp>
        <p:nvSpPr>
          <p:cNvPr id="1893" name="Google Shape;1893;p25"/>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Helvetica Neue Light"/>
              <a:buNone/>
            </a:pPr>
            <a:fld id="{00000000-1234-1234-1234-123412341234}" type="slidenum">
              <a:rPr lang="en-US">
                <a:solidFill>
                  <a:srgbClr val="888888"/>
                </a:solidFill>
              </a:rPr>
              <a:t>‹#›</a:t>
            </a:fld>
            <a:endParaRPr/>
          </a:p>
        </p:txBody>
      </p:sp>
      <p:sp>
        <p:nvSpPr>
          <p:cNvPr id="1894" name="Google Shape;1894;p25"/>
          <p:cNvSpPr txBox="1"/>
          <p:nvPr/>
        </p:nvSpPr>
        <p:spPr>
          <a:xfrm>
            <a:off x="19470192" y="13111189"/>
            <a:ext cx="4696816" cy="49842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600"/>
              <a:buFont typeface="Helvetica Neue Light"/>
              <a:buNone/>
            </a:pPr>
            <a:r>
              <a:rPr b="0" i="0" lang="en-US" sz="26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8" name="Shape 1898"/>
        <p:cNvGrpSpPr/>
        <p:nvPr/>
      </p:nvGrpSpPr>
      <p:grpSpPr>
        <a:xfrm>
          <a:off x="0" y="0"/>
          <a:ext cx="0" cy="0"/>
          <a:chOff x="0" y="0"/>
          <a:chExt cx="0" cy="0"/>
        </a:xfrm>
      </p:grpSpPr>
      <p:pic>
        <p:nvPicPr>
          <p:cNvPr descr="Picture 4" id="1899" name="Google Shape;1899;p26"/>
          <p:cNvPicPr preferRelativeResize="0"/>
          <p:nvPr/>
        </p:nvPicPr>
        <p:blipFill rotWithShape="1">
          <a:blip r:embed="rId3">
            <a:alphaModFix/>
          </a:blip>
          <a:srcRect b="0" l="0" r="0" t="0"/>
          <a:stretch/>
        </p:blipFill>
        <p:spPr>
          <a:xfrm>
            <a:off x="8807450" y="7794625"/>
            <a:ext cx="8375650" cy="5026025"/>
          </a:xfrm>
          <a:prstGeom prst="rect">
            <a:avLst/>
          </a:prstGeom>
          <a:noFill/>
          <a:ln>
            <a:noFill/>
          </a:ln>
        </p:spPr>
      </p:pic>
      <p:sp>
        <p:nvSpPr>
          <p:cNvPr id="1900" name="Google Shape;1900;p26"/>
          <p:cNvSpPr txBox="1"/>
          <p:nvPr/>
        </p:nvSpPr>
        <p:spPr>
          <a:xfrm>
            <a:off x="4088765" y="12769850"/>
            <a:ext cx="16412843" cy="6047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Helvetica Neue"/>
              <a:buNone/>
            </a:pPr>
            <a:r>
              <a:rPr b="0" i="0" lang="en-US" sz="2800" u="none" cap="none" strike="noStrike">
                <a:solidFill>
                  <a:srgbClr val="000000"/>
                </a:solidFill>
                <a:latin typeface="Helvetica Neue"/>
                <a:ea typeface="Helvetica Neue"/>
                <a:cs typeface="Helvetica Neue"/>
                <a:sym typeface="Helvetica Neue"/>
              </a:rPr>
              <a:t>http://www.foundphotography.com/PhotoThoughts/archives/2005/04/pinhole_camera_2.html</a:t>
            </a:r>
            <a:endParaRPr/>
          </a:p>
        </p:txBody>
      </p:sp>
      <p:pic>
        <p:nvPicPr>
          <p:cNvPr descr="Picture 6" id="1901" name="Google Shape;1901;p26"/>
          <p:cNvPicPr preferRelativeResize="0"/>
          <p:nvPr/>
        </p:nvPicPr>
        <p:blipFill rotWithShape="1">
          <a:blip r:embed="rId4">
            <a:alphaModFix/>
          </a:blip>
          <a:srcRect b="0" l="0" r="0" t="0"/>
          <a:stretch/>
        </p:blipFill>
        <p:spPr>
          <a:xfrm>
            <a:off x="5530850" y="2393950"/>
            <a:ext cx="13620750" cy="5264150"/>
          </a:xfrm>
          <a:prstGeom prst="rect">
            <a:avLst/>
          </a:prstGeom>
          <a:noFill/>
          <a:ln>
            <a:noFill/>
          </a:ln>
        </p:spPr>
      </p:pic>
      <p:sp>
        <p:nvSpPr>
          <p:cNvPr id="1902" name="Google Shape;1902;p26"/>
          <p:cNvSpPr txBox="1"/>
          <p:nvPr>
            <p:ph idx="12" type="sldNum"/>
          </p:nvPr>
        </p:nvSpPr>
        <p:spPr>
          <a:xfrm>
            <a:off x="19887082" y="12806655"/>
            <a:ext cx="534519" cy="54234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98989"/>
              </a:buClr>
              <a:buSzPts val="2400"/>
              <a:buFont typeface="Helvetica Neue Light"/>
              <a:buNone/>
            </a:pPr>
            <a:fld id="{00000000-1234-1234-1234-123412341234}" type="slidenum">
              <a:rPr lang="en-US">
                <a:solidFill>
                  <a:srgbClr val="898989"/>
                </a:solidFill>
              </a:rPr>
              <a:t>‹#›</a:t>
            </a:fld>
            <a:endParaRPr/>
          </a:p>
        </p:txBody>
      </p:sp>
      <p:sp>
        <p:nvSpPr>
          <p:cNvPr id="1903" name="Google Shape;1903;p26"/>
          <p:cNvSpPr txBox="1"/>
          <p:nvPr/>
        </p:nvSpPr>
        <p:spPr>
          <a:xfrm>
            <a:off x="19470192" y="13111189"/>
            <a:ext cx="4696816" cy="498422"/>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600"/>
              <a:buFont typeface="Helvetica Neue Light"/>
              <a:buNone/>
            </a:pPr>
            <a:r>
              <a:rPr b="0" i="0" lang="en-US" sz="26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7" name="Shape 1907"/>
        <p:cNvGrpSpPr/>
        <p:nvPr/>
      </p:nvGrpSpPr>
      <p:grpSpPr>
        <a:xfrm>
          <a:off x="0" y="0"/>
          <a:ext cx="0" cy="0"/>
          <a:chOff x="0" y="0"/>
          <a:chExt cx="0" cy="0"/>
        </a:xfrm>
      </p:grpSpPr>
      <p:sp>
        <p:nvSpPr>
          <p:cNvPr id="1908" name="Google Shape;1908;p28"/>
          <p:cNvSpPr txBox="1"/>
          <p:nvPr>
            <p:ph idx="12" type="sldNum"/>
          </p:nvPr>
        </p:nvSpPr>
        <p:spPr>
          <a:xfrm>
            <a:off x="11924741" y="13061881"/>
            <a:ext cx="534518" cy="54234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98989"/>
              </a:buClr>
              <a:buSzPts val="2400"/>
              <a:buFont typeface="Helvetica Neue Light"/>
              <a:buNone/>
            </a:pPr>
            <a:fld id="{00000000-1234-1234-1234-123412341234}" type="slidenum">
              <a:rPr lang="en-US">
                <a:solidFill>
                  <a:srgbClr val="898989"/>
                </a:solidFill>
              </a:rPr>
              <a:t>‹#›</a:t>
            </a:fld>
            <a:endParaRPr/>
          </a:p>
        </p:txBody>
      </p:sp>
      <p:pic>
        <p:nvPicPr>
          <p:cNvPr descr="IMG_7423.jpeg" id="1909" name="Google Shape;1909;p28"/>
          <p:cNvPicPr preferRelativeResize="0"/>
          <p:nvPr/>
        </p:nvPicPr>
        <p:blipFill rotWithShape="1">
          <a:blip r:embed="rId3">
            <a:alphaModFix/>
          </a:blip>
          <a:srcRect b="0" l="0" r="0" t="0"/>
          <a:stretch/>
        </p:blipFill>
        <p:spPr>
          <a:xfrm>
            <a:off x="606164" y="1154499"/>
            <a:ext cx="8096251" cy="10795001"/>
          </a:xfrm>
          <a:prstGeom prst="rect">
            <a:avLst/>
          </a:prstGeom>
          <a:noFill/>
          <a:ln>
            <a:noFill/>
          </a:ln>
        </p:spPr>
      </p:pic>
      <p:pic>
        <p:nvPicPr>
          <p:cNvPr descr="2020-08-30 18.56.49.jpg" id="1910" name="Google Shape;1910;p28"/>
          <p:cNvPicPr preferRelativeResize="0"/>
          <p:nvPr/>
        </p:nvPicPr>
        <p:blipFill rotWithShape="1">
          <a:blip r:embed="rId4">
            <a:alphaModFix/>
          </a:blip>
          <a:srcRect b="0" l="0" r="0" t="0"/>
          <a:stretch/>
        </p:blipFill>
        <p:spPr>
          <a:xfrm>
            <a:off x="9093997" y="1154499"/>
            <a:ext cx="14393333" cy="10795001"/>
          </a:xfrm>
          <a:prstGeom prst="rect">
            <a:avLst/>
          </a:prstGeom>
          <a:noFill/>
          <a:ln>
            <a:noFill/>
          </a:ln>
        </p:spPr>
      </p:pic>
      <p:grpSp>
        <p:nvGrpSpPr>
          <p:cNvPr id="1911" name="Google Shape;1911;p28"/>
          <p:cNvGrpSpPr/>
          <p:nvPr/>
        </p:nvGrpSpPr>
        <p:grpSpPr>
          <a:xfrm>
            <a:off x="287066" y="6714419"/>
            <a:ext cx="8734448" cy="5572000"/>
            <a:chOff x="0" y="0"/>
            <a:chExt cx="8734446" cy="5571999"/>
          </a:xfrm>
        </p:grpSpPr>
        <p:pic>
          <p:nvPicPr>
            <p:cNvPr descr="IMG_7795.jpeg" id="1912" name="Google Shape;1912;p28"/>
            <p:cNvPicPr preferRelativeResize="0"/>
            <p:nvPr/>
          </p:nvPicPr>
          <p:blipFill rotWithShape="1">
            <a:blip r:embed="rId5">
              <a:alphaModFix/>
            </a:blip>
            <a:srcRect b="0" l="0" r="0" t="0"/>
            <a:stretch/>
          </p:blipFill>
          <p:spPr>
            <a:xfrm>
              <a:off x="0" y="12"/>
              <a:ext cx="4178990" cy="5571987"/>
            </a:xfrm>
            <a:prstGeom prst="rect">
              <a:avLst/>
            </a:prstGeom>
            <a:noFill/>
            <a:ln>
              <a:noFill/>
            </a:ln>
            <a:effectLst>
              <a:outerShdw blurRad="63500" rotWithShape="0" dir="5400000" dist="25400">
                <a:srgbClr val="000000">
                  <a:alpha val="49803"/>
                </a:srgbClr>
              </a:outerShdw>
            </a:effectLst>
          </p:spPr>
        </p:pic>
        <p:pic>
          <p:nvPicPr>
            <p:cNvPr descr="2020-08-30 16.48.32-2.jpg" id="1913" name="Google Shape;1913;p28"/>
            <p:cNvPicPr preferRelativeResize="0"/>
            <p:nvPr/>
          </p:nvPicPr>
          <p:blipFill rotWithShape="1">
            <a:blip r:embed="rId6">
              <a:alphaModFix/>
            </a:blip>
            <a:srcRect b="0" l="0" r="0" t="0"/>
            <a:stretch/>
          </p:blipFill>
          <p:spPr>
            <a:xfrm>
              <a:off x="4555455" y="0"/>
              <a:ext cx="4178991" cy="5571986"/>
            </a:xfrm>
            <a:prstGeom prst="rect">
              <a:avLst/>
            </a:prstGeom>
            <a:noFill/>
            <a:ln>
              <a:noFill/>
            </a:ln>
            <a:effectLst>
              <a:outerShdw blurRad="63500" rotWithShape="0" dir="5400000" dist="25400">
                <a:srgbClr val="000000">
                  <a:alpha val="49803"/>
                </a:srgbClr>
              </a:outerShdw>
            </a:effectLst>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7" name="Shape 1917"/>
        <p:cNvGrpSpPr/>
        <p:nvPr/>
      </p:nvGrpSpPr>
      <p:grpSpPr>
        <a:xfrm>
          <a:off x="0" y="0"/>
          <a:ext cx="0" cy="0"/>
          <a:chOff x="0" y="0"/>
          <a:chExt cx="0" cy="0"/>
        </a:xfrm>
      </p:grpSpPr>
      <p:sp>
        <p:nvSpPr>
          <p:cNvPr id="1918" name="Google Shape;1918;p30"/>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rPr b="1" lang="en-US" sz="8800">
                <a:latin typeface="Open Sans"/>
                <a:ea typeface="Open Sans"/>
                <a:cs typeface="Open Sans"/>
                <a:sym typeface="Open Sans"/>
              </a:rPr>
              <a:t>Shrinking the aperture</a:t>
            </a:r>
            <a:endParaRPr/>
          </a:p>
        </p:txBody>
      </p:sp>
      <p:grpSp>
        <p:nvGrpSpPr>
          <p:cNvPr id="1919" name="Google Shape;1919;p30"/>
          <p:cNvGrpSpPr/>
          <p:nvPr/>
        </p:nvGrpSpPr>
        <p:grpSpPr>
          <a:xfrm>
            <a:off x="5975351" y="3047998"/>
            <a:ext cx="12007851" cy="11277602"/>
            <a:chOff x="0" y="-1"/>
            <a:chExt cx="12007850" cy="11277600"/>
          </a:xfrm>
        </p:grpSpPr>
        <p:pic>
          <p:nvPicPr>
            <p:cNvPr descr="Picture 5" id="1920" name="Google Shape;1920;p30"/>
            <p:cNvPicPr preferRelativeResize="0"/>
            <p:nvPr/>
          </p:nvPicPr>
          <p:blipFill rotWithShape="1">
            <a:blip r:embed="rId3">
              <a:alphaModFix/>
            </a:blip>
            <a:srcRect b="0" l="0" r="0" t="0"/>
            <a:stretch/>
          </p:blipFill>
          <p:spPr>
            <a:xfrm>
              <a:off x="329498" y="-1"/>
              <a:ext cx="11245298" cy="10586582"/>
            </a:xfrm>
            <a:prstGeom prst="rect">
              <a:avLst/>
            </a:prstGeom>
            <a:noFill/>
            <a:ln>
              <a:noFill/>
            </a:ln>
          </p:spPr>
        </p:pic>
        <p:sp>
          <p:nvSpPr>
            <p:cNvPr id="1921" name="Google Shape;1921;p30"/>
            <p:cNvSpPr/>
            <p:nvPr/>
          </p:nvSpPr>
          <p:spPr>
            <a:xfrm>
              <a:off x="0" y="7251826"/>
              <a:ext cx="12007850" cy="4025773"/>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FFFFFF"/>
                </a:buClr>
                <a:buSzPts val="3600"/>
                <a:buFont typeface="Arial"/>
                <a:buNone/>
              </a:pPr>
              <a:r>
                <a:t/>
              </a:r>
              <a:endParaRPr b="0" i="1" sz="3600" u="none" cap="none" strike="noStrike">
                <a:solidFill>
                  <a:srgbClr val="FFFFFF"/>
                </a:solidFill>
                <a:latin typeface="Arial"/>
                <a:ea typeface="Arial"/>
                <a:cs typeface="Arial"/>
                <a:sym typeface="Arial"/>
              </a:endParaRPr>
            </a:p>
          </p:txBody>
        </p:sp>
      </p:grpSp>
      <p:sp>
        <p:nvSpPr>
          <p:cNvPr id="1922" name="Google Shape;1922;p30"/>
          <p:cNvSpPr txBox="1"/>
          <p:nvPr>
            <p:ph idx="1" type="body"/>
          </p:nvPr>
        </p:nvSpPr>
        <p:spPr>
          <a:xfrm>
            <a:off x="4419600" y="10210800"/>
            <a:ext cx="18474600" cy="1219200"/>
          </a:xfrm>
          <a:prstGeom prst="rect">
            <a:avLst/>
          </a:prstGeom>
          <a:noFill/>
          <a:ln>
            <a:noFill/>
          </a:ln>
        </p:spPr>
        <p:txBody>
          <a:bodyPr anchorCtr="0" anchor="t" bIns="91425" lIns="91425" spcFirstLastPara="1" rIns="91425" wrap="square" tIns="91425">
            <a:normAutofit/>
          </a:bodyPr>
          <a:lstStyle/>
          <a:p>
            <a:pPr indent="-672084" lvl="0" marL="672084" marR="0" rtl="0" algn="l">
              <a:lnSpc>
                <a:spcPct val="90000"/>
              </a:lnSpc>
              <a:spcBef>
                <a:spcPts val="0"/>
              </a:spcBef>
              <a:spcAft>
                <a:spcPts val="0"/>
              </a:spcAft>
              <a:buClr>
                <a:srgbClr val="000000"/>
              </a:buClr>
              <a:buSzPts val="5292"/>
              <a:buFont typeface="Arial"/>
              <a:buChar char="•"/>
            </a:pPr>
            <a:r>
              <a:rPr lang="en-US" sz="5292"/>
              <a:t>Why not make the aperture as small as possible?</a:t>
            </a:r>
            <a:endParaRPr/>
          </a:p>
        </p:txBody>
      </p:sp>
      <p:sp>
        <p:nvSpPr>
          <p:cNvPr id="1923" name="Google Shape;1923;p30"/>
          <p:cNvSpPr txBox="1"/>
          <p:nvPr/>
        </p:nvSpPr>
        <p:spPr>
          <a:xfrm>
            <a:off x="4511052" y="11055350"/>
            <a:ext cx="17701500" cy="1803300"/>
          </a:xfrm>
          <a:prstGeom prst="rect">
            <a:avLst/>
          </a:prstGeom>
          <a:noFill/>
          <a:ln>
            <a:noFill/>
          </a:ln>
        </p:spPr>
        <p:txBody>
          <a:bodyPr anchorCtr="0" anchor="t" bIns="91425" lIns="91425" spcFirstLastPara="1" rIns="91425" wrap="square" tIns="91425">
            <a:spAutoFit/>
          </a:bodyPr>
          <a:lstStyle/>
          <a:p>
            <a:pPr indent="-571500" lvl="1" marL="1028700" marR="0" rtl="0" algn="l">
              <a:lnSpc>
                <a:spcPct val="100000"/>
              </a:lnSpc>
              <a:spcBef>
                <a:spcPts val="0"/>
              </a:spcBef>
              <a:spcAft>
                <a:spcPts val="0"/>
              </a:spcAft>
              <a:buClr>
                <a:srgbClr val="000000"/>
              </a:buClr>
              <a:buSzPts val="4800"/>
              <a:buFont typeface="Open Sans"/>
              <a:buChar char="•"/>
            </a:pPr>
            <a:r>
              <a:rPr b="0" i="0" lang="en-US" sz="4800" u="none" cap="none" strike="noStrike">
                <a:solidFill>
                  <a:srgbClr val="000000"/>
                </a:solidFill>
                <a:latin typeface="Open Sans"/>
                <a:ea typeface="Open Sans"/>
                <a:cs typeface="Open Sans"/>
                <a:sym typeface="Open Sans"/>
              </a:rPr>
              <a:t>Less light gets through</a:t>
            </a:r>
            <a:endParaRPr/>
          </a:p>
          <a:p>
            <a:pPr indent="-571500" lvl="1" marL="1028700" marR="0" rtl="0" algn="l">
              <a:lnSpc>
                <a:spcPct val="100000"/>
              </a:lnSpc>
              <a:spcBef>
                <a:spcPts val="1100"/>
              </a:spcBef>
              <a:spcAft>
                <a:spcPts val="0"/>
              </a:spcAft>
              <a:buClr>
                <a:srgbClr val="000000"/>
              </a:buClr>
              <a:buSzPts val="4800"/>
              <a:buFont typeface="Open Sans"/>
              <a:buChar char="•"/>
            </a:pPr>
            <a:r>
              <a:rPr b="0" i="1" lang="en-US" sz="4800" u="none" cap="none" strike="noStrike">
                <a:solidFill>
                  <a:srgbClr val="000000"/>
                </a:solidFill>
                <a:latin typeface="Open Sans"/>
                <a:ea typeface="Open Sans"/>
                <a:cs typeface="Open Sans"/>
                <a:sym typeface="Open Sans"/>
              </a:rPr>
              <a:t>Diffraction</a:t>
            </a:r>
            <a:r>
              <a:rPr b="0" i="0" lang="en-US" sz="4800" u="none" cap="none" strike="noStrike">
                <a:solidFill>
                  <a:srgbClr val="000000"/>
                </a:solidFill>
                <a:latin typeface="Open Sans"/>
                <a:ea typeface="Open Sans"/>
                <a:cs typeface="Open Sans"/>
                <a:sym typeface="Open Sans"/>
              </a:rPr>
              <a:t> effects...</a:t>
            </a:r>
            <a:endParaRPr/>
          </a:p>
        </p:txBody>
      </p:sp>
      <p:sp>
        <p:nvSpPr>
          <p:cNvPr id="1924" name="Google Shape;1924;p30"/>
          <p:cNvSpPr txBox="1"/>
          <p:nvPr/>
        </p:nvSpPr>
        <p:spPr>
          <a:xfrm>
            <a:off x="20657248" y="12947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1925" name="Google Shape;1925;p30"/>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9" name="Shape 1929"/>
        <p:cNvGrpSpPr/>
        <p:nvPr/>
      </p:nvGrpSpPr>
      <p:grpSpPr>
        <a:xfrm>
          <a:off x="0" y="0"/>
          <a:ext cx="0" cy="0"/>
          <a:chOff x="0" y="0"/>
          <a:chExt cx="0" cy="0"/>
        </a:xfrm>
      </p:grpSpPr>
      <p:sp>
        <p:nvSpPr>
          <p:cNvPr id="1930" name="Google Shape;1930;g37da46ea7f4_1_17"/>
          <p:cNvSpPr txBox="1"/>
          <p:nvPr>
            <p:ph type="title"/>
          </p:nvPr>
        </p:nvSpPr>
        <p:spPr>
          <a:xfrm>
            <a:off x="1219200" y="549276"/>
            <a:ext cx="21945600" cy="2286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US"/>
              <a:t>Diffraction</a:t>
            </a:r>
            <a:endParaRPr/>
          </a:p>
        </p:txBody>
      </p:sp>
      <p:sp>
        <p:nvSpPr>
          <p:cNvPr id="1931" name="Google Shape;1931;g37da46ea7f4_1_17"/>
          <p:cNvSpPr txBox="1"/>
          <p:nvPr>
            <p:ph idx="1" type="body"/>
          </p:nvPr>
        </p:nvSpPr>
        <p:spPr>
          <a:xfrm>
            <a:off x="1219200" y="3200401"/>
            <a:ext cx="21945600" cy="9051900"/>
          </a:xfrm>
          <a:prstGeom prst="rect">
            <a:avLst/>
          </a:prstGeom>
        </p:spPr>
        <p:txBody>
          <a:bodyPr anchorCtr="0" anchor="t" bIns="91425" lIns="91425" spcFirstLastPara="1" rIns="91425" wrap="square" tIns="91425">
            <a:normAutofit/>
          </a:bodyPr>
          <a:lstStyle/>
          <a:p>
            <a:pPr indent="0" lvl="0" marL="0" rtl="0" algn="l">
              <a:spcBef>
                <a:spcPts val="1500"/>
              </a:spcBef>
              <a:spcAft>
                <a:spcPts val="0"/>
              </a:spcAft>
              <a:buNone/>
            </a:pPr>
            <a:r>
              <a:rPr lang="en-US" sz="4800">
                <a:solidFill>
                  <a:srgbClr val="474747"/>
                </a:solidFill>
                <a:highlight>
                  <a:srgbClr val="FFFFFF"/>
                </a:highlight>
                <a:latin typeface="Roboto"/>
                <a:ea typeface="Roboto"/>
                <a:cs typeface="Roboto"/>
                <a:sym typeface="Roboto"/>
              </a:rPr>
              <a:t>the deviation of waves from straight-line propagation without any change in their energy due to an obstacle or through an aperture</a:t>
            </a:r>
            <a:endParaRPr sz="4800"/>
          </a:p>
        </p:txBody>
      </p:sp>
      <p:pic>
        <p:nvPicPr>
          <p:cNvPr id="1932" name="Google Shape;1932;g37da46ea7f4_1_17" title="desktop_light.mp4">
            <a:hlinkClick r:id="rId3"/>
          </p:cNvPr>
          <p:cNvPicPr preferRelativeResize="0"/>
          <p:nvPr/>
        </p:nvPicPr>
        <p:blipFill>
          <a:blip r:embed="rId4">
            <a:alphaModFix/>
          </a:blip>
          <a:stretch>
            <a:fillRect/>
          </a:stretch>
        </p:blipFill>
        <p:spPr>
          <a:xfrm>
            <a:off x="6602451" y="5143500"/>
            <a:ext cx="10634550" cy="7975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2"/>
                                        </p:tgtEl>
                                        <p:attrNameLst>
                                          <p:attrName>style.visibility</p:attrName>
                                        </p:attrNameLst>
                                      </p:cBhvr>
                                      <p:to>
                                        <p:strVal val="visible"/>
                                      </p:to>
                                    </p:set>
                                    <p:animEffect filter="fade" transition="in">
                                      <p:cBhvr>
                                        <p:cTn dur="1000"/>
                                        <p:tgtEl>
                                          <p:spTgt spid="19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6" name="Shape 1936"/>
        <p:cNvGrpSpPr/>
        <p:nvPr/>
      </p:nvGrpSpPr>
      <p:grpSpPr>
        <a:xfrm>
          <a:off x="0" y="0"/>
          <a:ext cx="0" cy="0"/>
          <a:chOff x="0" y="0"/>
          <a:chExt cx="0" cy="0"/>
        </a:xfrm>
      </p:grpSpPr>
      <p:sp>
        <p:nvSpPr>
          <p:cNvPr id="1937" name="Google Shape;1937;p31"/>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rPr b="1" lang="en-US" sz="8800">
                <a:latin typeface="Open Sans"/>
                <a:ea typeface="Open Sans"/>
                <a:cs typeface="Open Sans"/>
                <a:sym typeface="Open Sans"/>
              </a:rPr>
              <a:t>Shrinking the aperture</a:t>
            </a:r>
            <a:endParaRPr/>
          </a:p>
        </p:txBody>
      </p:sp>
      <p:pic>
        <p:nvPicPr>
          <p:cNvPr descr="Picture 7" id="1938" name="Google Shape;1938;p31"/>
          <p:cNvPicPr preferRelativeResize="0"/>
          <p:nvPr/>
        </p:nvPicPr>
        <p:blipFill rotWithShape="1">
          <a:blip r:embed="rId3">
            <a:alphaModFix/>
          </a:blip>
          <a:srcRect b="0" l="0" r="0" t="0"/>
          <a:stretch/>
        </p:blipFill>
        <p:spPr>
          <a:xfrm>
            <a:off x="7125044" y="2743200"/>
            <a:ext cx="9346512" cy="10668000"/>
          </a:xfrm>
          <a:prstGeom prst="rect">
            <a:avLst/>
          </a:prstGeom>
          <a:noFill/>
          <a:ln>
            <a:noFill/>
          </a:ln>
        </p:spPr>
      </p:pic>
      <p:sp>
        <p:nvSpPr>
          <p:cNvPr id="1939" name="Google Shape;1939;p31"/>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1940" name="Google Shape;1940;p31"/>
          <p:cNvSpPr txBox="1"/>
          <p:nvPr/>
        </p:nvSpPr>
        <p:spPr>
          <a:xfrm>
            <a:off x="20657248" y="12947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4" name="Shape 1944"/>
        <p:cNvGrpSpPr/>
        <p:nvPr/>
      </p:nvGrpSpPr>
      <p:grpSpPr>
        <a:xfrm>
          <a:off x="0" y="0"/>
          <a:ext cx="0" cy="0"/>
          <a:chOff x="0" y="0"/>
          <a:chExt cx="0" cy="0"/>
        </a:xfrm>
      </p:grpSpPr>
      <p:sp>
        <p:nvSpPr>
          <p:cNvPr id="1945" name="Google Shape;1945;p32"/>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rPr b="1" lang="en-US" sz="8800">
                <a:latin typeface="Open Sans"/>
                <a:ea typeface="Open Sans"/>
                <a:cs typeface="Open Sans"/>
                <a:sym typeface="Open Sans"/>
              </a:rPr>
              <a:t>Adding a lens</a:t>
            </a:r>
            <a:endParaRPr/>
          </a:p>
        </p:txBody>
      </p:sp>
      <p:sp>
        <p:nvSpPr>
          <p:cNvPr id="1946" name="Google Shape;1946;p32"/>
          <p:cNvSpPr txBox="1"/>
          <p:nvPr>
            <p:ph idx="1" type="body"/>
          </p:nvPr>
        </p:nvSpPr>
        <p:spPr>
          <a:xfrm>
            <a:off x="2590800" y="9296400"/>
            <a:ext cx="20942100" cy="3962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rgbClr val="000000"/>
              </a:buClr>
              <a:buSzPts val="6272"/>
              <a:buNone/>
            </a:pPr>
            <a:r>
              <a:rPr lang="en-US" sz="6272"/>
              <a:t>A lens focuses light onto the film</a:t>
            </a:r>
            <a:endParaRPr/>
          </a:p>
          <a:p>
            <a:pPr indent="-560070" lvl="1" marL="1008125" rtl="0" algn="l">
              <a:lnSpc>
                <a:spcPct val="90000"/>
              </a:lnSpc>
              <a:spcBef>
                <a:spcPts val="1300"/>
              </a:spcBef>
              <a:spcAft>
                <a:spcPts val="0"/>
              </a:spcAft>
              <a:buClr>
                <a:srgbClr val="000000"/>
              </a:buClr>
              <a:buSzPts val="5488"/>
              <a:buChar char="–"/>
            </a:pPr>
            <a:r>
              <a:rPr lang="en-US" sz="5488"/>
              <a:t>There is a specific distance at which objects are “in focus”</a:t>
            </a:r>
            <a:endParaRPr/>
          </a:p>
          <a:p>
            <a:pPr indent="-448055" lvl="2" marL="1344168" rtl="0" algn="l">
              <a:lnSpc>
                <a:spcPct val="90000"/>
              </a:lnSpc>
              <a:spcBef>
                <a:spcPts val="1100"/>
              </a:spcBef>
              <a:spcAft>
                <a:spcPts val="0"/>
              </a:spcAft>
              <a:buClr>
                <a:srgbClr val="000000"/>
              </a:buClr>
              <a:buSzPts val="4704"/>
              <a:buChar char="•"/>
            </a:pPr>
            <a:r>
              <a:rPr lang="en-US" sz="4704"/>
              <a:t>other points project to a “circle of confusion” in the image</a:t>
            </a:r>
            <a:endParaRPr/>
          </a:p>
          <a:p>
            <a:pPr indent="-560070" lvl="1" marL="1008125" rtl="0" algn="l">
              <a:lnSpc>
                <a:spcPct val="90000"/>
              </a:lnSpc>
              <a:spcBef>
                <a:spcPts val="1300"/>
              </a:spcBef>
              <a:spcAft>
                <a:spcPts val="0"/>
              </a:spcAft>
              <a:buClr>
                <a:srgbClr val="000000"/>
              </a:buClr>
              <a:buSzPts val="5488"/>
              <a:buChar char="–"/>
            </a:pPr>
            <a:r>
              <a:rPr lang="en-US" sz="5488"/>
              <a:t>Changing the shape of the lens changes this distance</a:t>
            </a:r>
            <a:endParaRPr/>
          </a:p>
        </p:txBody>
      </p:sp>
      <p:pic>
        <p:nvPicPr>
          <p:cNvPr descr="Picture 4" id="1947" name="Google Shape;1947;p32"/>
          <p:cNvPicPr preferRelativeResize="0"/>
          <p:nvPr/>
        </p:nvPicPr>
        <p:blipFill rotWithShape="1">
          <a:blip r:embed="rId3">
            <a:alphaModFix/>
          </a:blip>
          <a:srcRect b="0" l="0" r="0" t="0"/>
          <a:stretch/>
        </p:blipFill>
        <p:spPr>
          <a:xfrm>
            <a:off x="6556375" y="3505201"/>
            <a:ext cx="10969625" cy="4721228"/>
          </a:xfrm>
          <a:prstGeom prst="rect">
            <a:avLst/>
          </a:prstGeom>
          <a:noFill/>
          <a:ln>
            <a:noFill/>
          </a:ln>
        </p:spPr>
      </p:pic>
      <p:cxnSp>
        <p:nvCxnSpPr>
          <p:cNvPr id="1948" name="Google Shape;1948;p32"/>
          <p:cNvCxnSpPr/>
          <p:nvPr/>
        </p:nvCxnSpPr>
        <p:spPr>
          <a:xfrm>
            <a:off x="7680328" y="4606924"/>
            <a:ext cx="9404351" cy="3286126"/>
          </a:xfrm>
          <a:prstGeom prst="straightConnector1">
            <a:avLst/>
          </a:prstGeom>
          <a:noFill/>
          <a:ln cap="flat" cmpd="sng" w="38100">
            <a:solidFill>
              <a:srgbClr val="FF0000"/>
            </a:solidFill>
            <a:prstDash val="solid"/>
            <a:round/>
            <a:headEnd len="sm" w="sm" type="none"/>
            <a:tailEnd len="med" w="med" type="triangle"/>
          </a:ln>
        </p:spPr>
      </p:cxnSp>
      <p:sp>
        <p:nvSpPr>
          <p:cNvPr id="1949" name="Google Shape;1949;p32"/>
          <p:cNvSpPr/>
          <p:nvPr/>
        </p:nvSpPr>
        <p:spPr>
          <a:xfrm>
            <a:off x="7591425" y="4543426"/>
            <a:ext cx="152401" cy="152401"/>
          </a:xfrm>
          <a:prstGeom prst="ellipse">
            <a:avLst/>
          </a:prstGeom>
          <a:solidFill>
            <a:srgbClr val="FF00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1950" name="Google Shape;1950;p32"/>
          <p:cNvSpPr/>
          <p:nvPr/>
        </p:nvSpPr>
        <p:spPr>
          <a:xfrm>
            <a:off x="8226425" y="5759450"/>
            <a:ext cx="152401" cy="152400"/>
          </a:xfrm>
          <a:prstGeom prst="ellipse">
            <a:avLst/>
          </a:prstGeom>
          <a:solidFill>
            <a:srgbClr val="80008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grpSp>
        <p:nvGrpSpPr>
          <p:cNvPr id="1951" name="Google Shape;1951;p32"/>
          <p:cNvGrpSpPr/>
          <p:nvPr/>
        </p:nvGrpSpPr>
        <p:grpSpPr>
          <a:xfrm>
            <a:off x="7680327" y="4606926"/>
            <a:ext cx="9404351" cy="3286125"/>
            <a:chOff x="-1" y="0"/>
            <a:chExt cx="9404350" cy="3286124"/>
          </a:xfrm>
        </p:grpSpPr>
        <p:cxnSp>
          <p:nvCxnSpPr>
            <p:cNvPr id="1952" name="Google Shape;1952;p32"/>
            <p:cNvCxnSpPr/>
            <p:nvPr/>
          </p:nvCxnSpPr>
          <p:spPr>
            <a:xfrm>
              <a:off x="-1" y="0"/>
              <a:ext cx="4651375" cy="244474"/>
            </a:xfrm>
            <a:prstGeom prst="straightConnector1">
              <a:avLst/>
            </a:prstGeom>
            <a:noFill/>
            <a:ln cap="flat" cmpd="sng" w="38100">
              <a:solidFill>
                <a:srgbClr val="FF0000"/>
              </a:solidFill>
              <a:prstDash val="solid"/>
              <a:round/>
              <a:headEnd len="sm" w="sm" type="none"/>
              <a:tailEnd len="sm" w="sm" type="none"/>
            </a:ln>
          </p:spPr>
        </p:cxnSp>
        <p:cxnSp>
          <p:nvCxnSpPr>
            <p:cNvPr id="1953" name="Google Shape;1953;p32"/>
            <p:cNvCxnSpPr/>
            <p:nvPr/>
          </p:nvCxnSpPr>
          <p:spPr>
            <a:xfrm>
              <a:off x="4651375" y="244474"/>
              <a:ext cx="4752974" cy="3041650"/>
            </a:xfrm>
            <a:prstGeom prst="straightConnector1">
              <a:avLst/>
            </a:prstGeom>
            <a:noFill/>
            <a:ln cap="flat" cmpd="sng" w="38100">
              <a:solidFill>
                <a:srgbClr val="FF0000"/>
              </a:solidFill>
              <a:prstDash val="solid"/>
              <a:round/>
              <a:headEnd len="sm" w="sm" type="none"/>
              <a:tailEnd len="med" w="med" type="triangle"/>
            </a:ln>
          </p:spPr>
        </p:cxnSp>
      </p:grpSp>
      <p:grpSp>
        <p:nvGrpSpPr>
          <p:cNvPr id="1954" name="Google Shape;1954;p32"/>
          <p:cNvGrpSpPr/>
          <p:nvPr/>
        </p:nvGrpSpPr>
        <p:grpSpPr>
          <a:xfrm>
            <a:off x="7680325" y="4606923"/>
            <a:ext cx="9404355" cy="3286130"/>
            <a:chOff x="-2" y="-2"/>
            <a:chExt cx="9404353" cy="3286128"/>
          </a:xfrm>
        </p:grpSpPr>
        <p:grpSp>
          <p:nvGrpSpPr>
            <p:cNvPr id="1955" name="Google Shape;1955;p32"/>
            <p:cNvGrpSpPr/>
            <p:nvPr/>
          </p:nvGrpSpPr>
          <p:grpSpPr>
            <a:xfrm>
              <a:off x="-1" y="-2"/>
              <a:ext cx="9404352" cy="3286126"/>
              <a:chOff x="-1" y="-1"/>
              <a:chExt cx="9404351" cy="3286124"/>
            </a:xfrm>
          </p:grpSpPr>
          <p:cxnSp>
            <p:nvCxnSpPr>
              <p:cNvPr id="1956" name="Google Shape;1956;p32"/>
              <p:cNvCxnSpPr/>
              <p:nvPr/>
            </p:nvCxnSpPr>
            <p:spPr>
              <a:xfrm>
                <a:off x="-1" y="-1"/>
                <a:ext cx="4651375" cy="746126"/>
              </a:xfrm>
              <a:prstGeom prst="straightConnector1">
                <a:avLst/>
              </a:prstGeom>
              <a:noFill/>
              <a:ln cap="flat" cmpd="sng" w="38100">
                <a:solidFill>
                  <a:srgbClr val="FF0000"/>
                </a:solidFill>
                <a:prstDash val="solid"/>
                <a:round/>
                <a:headEnd len="sm" w="sm" type="none"/>
                <a:tailEnd len="sm" w="sm" type="none"/>
              </a:ln>
            </p:spPr>
          </p:cxnSp>
          <p:cxnSp>
            <p:nvCxnSpPr>
              <p:cNvPr id="1957" name="Google Shape;1957;p32"/>
              <p:cNvCxnSpPr/>
              <p:nvPr/>
            </p:nvCxnSpPr>
            <p:spPr>
              <a:xfrm>
                <a:off x="4651374" y="746125"/>
                <a:ext cx="4752976" cy="2539998"/>
              </a:xfrm>
              <a:prstGeom prst="straightConnector1">
                <a:avLst/>
              </a:prstGeom>
              <a:noFill/>
              <a:ln cap="flat" cmpd="sng" w="38100">
                <a:solidFill>
                  <a:srgbClr val="FF0000"/>
                </a:solidFill>
                <a:prstDash val="solid"/>
                <a:round/>
                <a:headEnd len="sm" w="sm" type="none"/>
                <a:tailEnd len="med" w="med" type="triangle"/>
              </a:ln>
            </p:spPr>
          </p:cxnSp>
        </p:grpSp>
        <p:grpSp>
          <p:nvGrpSpPr>
            <p:cNvPr id="1958" name="Google Shape;1958;p32"/>
            <p:cNvGrpSpPr/>
            <p:nvPr/>
          </p:nvGrpSpPr>
          <p:grpSpPr>
            <a:xfrm>
              <a:off x="-2" y="0"/>
              <a:ext cx="9404351" cy="3286126"/>
              <a:chOff x="-1" y="0"/>
              <a:chExt cx="9404350" cy="3286124"/>
            </a:xfrm>
          </p:grpSpPr>
          <p:cxnSp>
            <p:nvCxnSpPr>
              <p:cNvPr id="1959" name="Google Shape;1959;p32"/>
              <p:cNvCxnSpPr/>
              <p:nvPr/>
            </p:nvCxnSpPr>
            <p:spPr>
              <a:xfrm>
                <a:off x="-1" y="0"/>
                <a:ext cx="4651376" cy="1152524"/>
              </a:xfrm>
              <a:prstGeom prst="straightConnector1">
                <a:avLst/>
              </a:prstGeom>
              <a:noFill/>
              <a:ln cap="flat" cmpd="sng" w="38100">
                <a:solidFill>
                  <a:srgbClr val="FF0000"/>
                </a:solidFill>
                <a:prstDash val="solid"/>
                <a:round/>
                <a:headEnd len="sm" w="sm" type="none"/>
                <a:tailEnd len="sm" w="sm" type="none"/>
              </a:ln>
            </p:spPr>
          </p:cxnSp>
          <p:cxnSp>
            <p:nvCxnSpPr>
              <p:cNvPr id="1960" name="Google Shape;1960;p32"/>
              <p:cNvCxnSpPr/>
              <p:nvPr/>
            </p:nvCxnSpPr>
            <p:spPr>
              <a:xfrm>
                <a:off x="4651375" y="1152524"/>
                <a:ext cx="4752974" cy="2133600"/>
              </a:xfrm>
              <a:prstGeom prst="straightConnector1">
                <a:avLst/>
              </a:prstGeom>
              <a:noFill/>
              <a:ln cap="flat" cmpd="sng" w="38100">
                <a:solidFill>
                  <a:srgbClr val="FF0000"/>
                </a:solidFill>
                <a:prstDash val="solid"/>
                <a:round/>
                <a:headEnd len="sm" w="sm" type="none"/>
                <a:tailEnd len="med" w="med" type="triangle"/>
              </a:ln>
            </p:spPr>
          </p:cxnSp>
        </p:grpSp>
      </p:grpSp>
      <p:grpSp>
        <p:nvGrpSpPr>
          <p:cNvPr id="1961" name="Google Shape;1961;p32"/>
          <p:cNvGrpSpPr/>
          <p:nvPr/>
        </p:nvGrpSpPr>
        <p:grpSpPr>
          <a:xfrm>
            <a:off x="8289923" y="5353052"/>
            <a:ext cx="8839204" cy="1504951"/>
            <a:chOff x="-2" y="0"/>
            <a:chExt cx="8839203" cy="1504950"/>
          </a:xfrm>
        </p:grpSpPr>
        <p:cxnSp>
          <p:nvCxnSpPr>
            <p:cNvPr id="1962" name="Google Shape;1962;p32"/>
            <p:cNvCxnSpPr/>
            <p:nvPr/>
          </p:nvCxnSpPr>
          <p:spPr>
            <a:xfrm>
              <a:off x="-1" y="473076"/>
              <a:ext cx="8839202" cy="914398"/>
            </a:xfrm>
            <a:prstGeom prst="straightConnector1">
              <a:avLst/>
            </a:prstGeom>
            <a:noFill/>
            <a:ln cap="flat" cmpd="sng" w="38100">
              <a:solidFill>
                <a:srgbClr val="800080"/>
              </a:solidFill>
              <a:prstDash val="solid"/>
              <a:round/>
              <a:headEnd len="sm" w="sm" type="none"/>
              <a:tailEnd len="med" w="med" type="triangle"/>
            </a:ln>
          </p:spPr>
        </p:cxnSp>
        <p:grpSp>
          <p:nvGrpSpPr>
            <p:cNvPr id="1963" name="Google Shape;1963;p32"/>
            <p:cNvGrpSpPr/>
            <p:nvPr/>
          </p:nvGrpSpPr>
          <p:grpSpPr>
            <a:xfrm>
              <a:off x="-2" y="0"/>
              <a:ext cx="8820152" cy="1504950"/>
              <a:chOff x="-1" y="0"/>
              <a:chExt cx="8820150" cy="1504949"/>
            </a:xfrm>
          </p:grpSpPr>
          <p:cxnSp>
            <p:nvCxnSpPr>
              <p:cNvPr id="1964" name="Google Shape;1964;p32"/>
              <p:cNvCxnSpPr/>
              <p:nvPr/>
            </p:nvCxnSpPr>
            <p:spPr>
              <a:xfrm>
                <a:off x="-1" y="473075"/>
                <a:ext cx="4041776" cy="914400"/>
              </a:xfrm>
              <a:prstGeom prst="straightConnector1">
                <a:avLst/>
              </a:prstGeom>
              <a:noFill/>
              <a:ln cap="flat" cmpd="sng" w="38100">
                <a:solidFill>
                  <a:srgbClr val="800080"/>
                </a:solidFill>
                <a:prstDash val="solid"/>
                <a:round/>
                <a:headEnd len="sm" w="sm" type="none"/>
                <a:tailEnd len="sm" w="sm" type="none"/>
              </a:ln>
            </p:spPr>
          </p:cxnSp>
          <p:cxnSp>
            <p:nvCxnSpPr>
              <p:cNvPr id="1965" name="Google Shape;1965;p32"/>
              <p:cNvCxnSpPr/>
              <p:nvPr/>
            </p:nvCxnSpPr>
            <p:spPr>
              <a:xfrm>
                <a:off x="4041774" y="1387475"/>
                <a:ext cx="4778375" cy="117474"/>
              </a:xfrm>
              <a:prstGeom prst="straightConnector1">
                <a:avLst/>
              </a:prstGeom>
              <a:noFill/>
              <a:ln cap="flat" cmpd="sng" w="38100">
                <a:solidFill>
                  <a:srgbClr val="800080"/>
                </a:solidFill>
                <a:prstDash val="solid"/>
                <a:round/>
                <a:headEnd len="sm" w="sm" type="none"/>
                <a:tailEnd len="med" w="med" type="triangle"/>
              </a:ln>
            </p:spPr>
          </p:cxnSp>
          <p:cxnSp>
            <p:nvCxnSpPr>
              <p:cNvPr id="1966" name="Google Shape;1966;p32"/>
              <p:cNvCxnSpPr/>
              <p:nvPr/>
            </p:nvCxnSpPr>
            <p:spPr>
              <a:xfrm>
                <a:off x="-1" y="473075"/>
                <a:ext cx="4041776" cy="0"/>
              </a:xfrm>
              <a:prstGeom prst="straightConnector1">
                <a:avLst/>
              </a:prstGeom>
              <a:noFill/>
              <a:ln cap="flat" cmpd="sng" w="38100">
                <a:solidFill>
                  <a:srgbClr val="800080"/>
                </a:solidFill>
                <a:prstDash val="solid"/>
                <a:round/>
                <a:headEnd len="sm" w="sm" type="none"/>
                <a:tailEnd len="sm" w="sm" type="none"/>
              </a:ln>
            </p:spPr>
          </p:cxnSp>
          <p:cxnSp>
            <p:nvCxnSpPr>
              <p:cNvPr id="1967" name="Google Shape;1967;p32"/>
              <p:cNvCxnSpPr/>
              <p:nvPr/>
            </p:nvCxnSpPr>
            <p:spPr>
              <a:xfrm>
                <a:off x="4041774" y="473074"/>
                <a:ext cx="4752975" cy="841376"/>
              </a:xfrm>
              <a:prstGeom prst="straightConnector1">
                <a:avLst/>
              </a:prstGeom>
              <a:noFill/>
              <a:ln cap="flat" cmpd="sng" w="38100">
                <a:solidFill>
                  <a:srgbClr val="800080"/>
                </a:solidFill>
                <a:prstDash val="solid"/>
                <a:round/>
                <a:headEnd len="sm" w="sm" type="none"/>
                <a:tailEnd len="med" w="med" type="triangle"/>
              </a:ln>
            </p:spPr>
          </p:cxnSp>
          <p:cxnSp>
            <p:nvCxnSpPr>
              <p:cNvPr id="1968" name="Google Shape;1968;p32"/>
              <p:cNvCxnSpPr/>
              <p:nvPr/>
            </p:nvCxnSpPr>
            <p:spPr>
              <a:xfrm flipH="1" rot="10800000">
                <a:off x="-1" y="0"/>
                <a:ext cx="4041775" cy="473076"/>
              </a:xfrm>
              <a:prstGeom prst="straightConnector1">
                <a:avLst/>
              </a:prstGeom>
              <a:noFill/>
              <a:ln cap="flat" cmpd="sng" w="38100">
                <a:solidFill>
                  <a:srgbClr val="800080"/>
                </a:solidFill>
                <a:prstDash val="solid"/>
                <a:round/>
                <a:headEnd len="sm" w="sm" type="none"/>
                <a:tailEnd len="sm" w="sm" type="none"/>
              </a:ln>
            </p:spPr>
          </p:cxnSp>
          <p:cxnSp>
            <p:nvCxnSpPr>
              <p:cNvPr id="1969" name="Google Shape;1969;p32"/>
              <p:cNvCxnSpPr/>
              <p:nvPr/>
            </p:nvCxnSpPr>
            <p:spPr>
              <a:xfrm>
                <a:off x="4041774" y="0"/>
                <a:ext cx="4752975" cy="1244600"/>
              </a:xfrm>
              <a:prstGeom prst="straightConnector1">
                <a:avLst/>
              </a:prstGeom>
              <a:noFill/>
              <a:ln cap="flat" cmpd="sng" w="38100">
                <a:solidFill>
                  <a:srgbClr val="800080"/>
                </a:solidFill>
                <a:prstDash val="solid"/>
                <a:round/>
                <a:headEnd len="sm" w="sm" type="none"/>
                <a:tailEnd len="med" w="med" type="triangle"/>
              </a:ln>
            </p:spPr>
          </p:cxnSp>
        </p:grpSp>
      </p:grpSp>
      <p:sp>
        <p:nvSpPr>
          <p:cNvPr id="1970" name="Google Shape;1970;p32"/>
          <p:cNvSpPr/>
          <p:nvPr/>
        </p:nvSpPr>
        <p:spPr>
          <a:xfrm>
            <a:off x="12265025" y="6134100"/>
            <a:ext cx="177801" cy="177800"/>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grpSp>
        <p:nvGrpSpPr>
          <p:cNvPr id="1971" name="Google Shape;1971;p32"/>
          <p:cNvGrpSpPr/>
          <p:nvPr/>
        </p:nvGrpSpPr>
        <p:grpSpPr>
          <a:xfrm>
            <a:off x="17221198" y="6642099"/>
            <a:ext cx="3190851" cy="1234725"/>
            <a:chOff x="-1" y="0"/>
            <a:chExt cx="3190849" cy="1234723"/>
          </a:xfrm>
        </p:grpSpPr>
        <p:sp>
          <p:nvSpPr>
            <p:cNvPr id="1972" name="Google Shape;1972;p32"/>
            <p:cNvSpPr txBox="1"/>
            <p:nvPr/>
          </p:nvSpPr>
          <p:spPr>
            <a:xfrm>
              <a:off x="885852" y="0"/>
              <a:ext cx="2304996" cy="1234723"/>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“circle of </a:t>
              </a:r>
              <a:endParaRPr/>
            </a:p>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confusion”</a:t>
              </a:r>
              <a:endParaRPr/>
            </a:p>
          </p:txBody>
        </p:sp>
        <p:cxnSp>
          <p:nvCxnSpPr>
            <p:cNvPr id="1973" name="Google Shape;1973;p32"/>
            <p:cNvCxnSpPr/>
            <p:nvPr/>
          </p:nvCxnSpPr>
          <p:spPr>
            <a:xfrm rot="10800000">
              <a:off x="-1" y="215900"/>
              <a:ext cx="1066802" cy="304800"/>
            </a:xfrm>
            <a:prstGeom prst="straightConnector1">
              <a:avLst/>
            </a:prstGeom>
            <a:noFill/>
            <a:ln cap="flat" cmpd="sng" w="12700">
              <a:solidFill>
                <a:srgbClr val="000000"/>
              </a:solidFill>
              <a:prstDash val="solid"/>
              <a:round/>
              <a:headEnd len="sm" w="sm" type="none"/>
              <a:tailEnd len="med" w="med" type="triangle"/>
            </a:ln>
          </p:spPr>
        </p:cxnSp>
      </p:grpSp>
      <p:sp>
        <p:nvSpPr>
          <p:cNvPr id="1974" name="Google Shape;1974;p32"/>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1975" name="Google Shape;1975;p32"/>
          <p:cNvSpPr txBox="1"/>
          <p:nvPr/>
        </p:nvSpPr>
        <p:spPr>
          <a:xfrm>
            <a:off x="20657248" y="12947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8"/>
                                        </p:tgtEl>
                                        <p:attrNameLst>
                                          <p:attrName>style.visibility</p:attrName>
                                        </p:attrNameLst>
                                      </p:cBhvr>
                                      <p:to>
                                        <p:strVal val="visible"/>
                                      </p:to>
                                    </p:set>
                                    <p:animEffect filter="fade" transition="in">
                                      <p:cBhvr>
                                        <p:cTn dur="500"/>
                                        <p:tgtEl>
                                          <p:spTgt spid="19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1"/>
                                        </p:tgtEl>
                                        <p:attrNameLst>
                                          <p:attrName>style.visibility</p:attrName>
                                        </p:attrNameLst>
                                      </p:cBhvr>
                                      <p:to>
                                        <p:strVal val="visible"/>
                                      </p:to>
                                    </p:set>
                                    <p:animEffect filter="fade" transition="in">
                                      <p:cBhvr>
                                        <p:cTn dur="500"/>
                                        <p:tgtEl>
                                          <p:spTgt spid="19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4"/>
                                        </p:tgtEl>
                                        <p:attrNameLst>
                                          <p:attrName>style.visibility</p:attrName>
                                        </p:attrNameLst>
                                      </p:cBhvr>
                                      <p:to>
                                        <p:strVal val="visible"/>
                                      </p:to>
                                    </p:set>
                                    <p:animEffect filter="fade" transition="in">
                                      <p:cBhvr>
                                        <p:cTn dur="500"/>
                                        <p:tgtEl>
                                          <p:spTgt spid="19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1"/>
                                        </p:tgtEl>
                                        <p:attrNameLst>
                                          <p:attrName>style.visibility</p:attrName>
                                        </p:attrNameLst>
                                      </p:cBhvr>
                                      <p:to>
                                        <p:strVal val="visible"/>
                                      </p:to>
                                    </p:set>
                                    <p:animEffect filter="fade" transition="in">
                                      <p:cBhvr>
                                        <p:cTn dur="500"/>
                                        <p:tgtEl>
                                          <p:spTgt spid="19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9" name="Shape 1979"/>
        <p:cNvGrpSpPr/>
        <p:nvPr/>
      </p:nvGrpSpPr>
      <p:grpSpPr>
        <a:xfrm>
          <a:off x="0" y="0"/>
          <a:ext cx="0" cy="0"/>
          <a:chOff x="0" y="0"/>
          <a:chExt cx="0" cy="0"/>
        </a:xfrm>
      </p:grpSpPr>
      <p:sp>
        <p:nvSpPr>
          <p:cNvPr id="1980" name="Google Shape;1980;p33"/>
          <p:cNvSpPr txBox="1"/>
          <p:nvPr>
            <p:ph type="title"/>
          </p:nvPr>
        </p:nvSpPr>
        <p:spPr>
          <a:xfrm>
            <a:off x="1219200" y="168276"/>
            <a:ext cx="21945600" cy="22860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The eye</a:t>
            </a:r>
            <a:endParaRPr/>
          </a:p>
        </p:txBody>
      </p:sp>
      <p:sp>
        <p:nvSpPr>
          <p:cNvPr id="1981" name="Google Shape;1981;p33"/>
          <p:cNvSpPr txBox="1"/>
          <p:nvPr>
            <p:ph idx="1" type="body"/>
          </p:nvPr>
        </p:nvSpPr>
        <p:spPr>
          <a:xfrm>
            <a:off x="4419600" y="9601200"/>
            <a:ext cx="18559800" cy="30480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80000"/>
              </a:lnSpc>
              <a:spcBef>
                <a:spcPts val="0"/>
              </a:spcBef>
              <a:spcAft>
                <a:spcPts val="0"/>
              </a:spcAft>
              <a:buClr>
                <a:srgbClr val="000000"/>
              </a:buClr>
              <a:buSzPts val="5500"/>
              <a:buNone/>
            </a:pPr>
            <a:r>
              <a:rPr lang="en-US" sz="5500">
                <a:latin typeface="Helvetica Neue"/>
                <a:ea typeface="Helvetica Neue"/>
                <a:cs typeface="Helvetica Neue"/>
                <a:sym typeface="Helvetica Neue"/>
              </a:rPr>
              <a:t>The human eye is a camera</a:t>
            </a:r>
            <a:endParaRPr/>
          </a:p>
          <a:p>
            <a:pPr indent="-571500" lvl="1" marL="1028700" rtl="0" algn="l">
              <a:lnSpc>
                <a:spcPct val="80000"/>
              </a:lnSpc>
              <a:spcBef>
                <a:spcPts val="1200"/>
              </a:spcBef>
              <a:spcAft>
                <a:spcPts val="0"/>
              </a:spcAft>
              <a:buClr>
                <a:srgbClr val="000000"/>
              </a:buClr>
              <a:buSzPts val="4700"/>
              <a:buChar char="–"/>
            </a:pPr>
            <a:r>
              <a:rPr b="1" lang="en-US" sz="4700">
                <a:latin typeface="Helvetica Neue"/>
                <a:ea typeface="Helvetica Neue"/>
                <a:cs typeface="Helvetica Neue"/>
                <a:sym typeface="Helvetica Neue"/>
              </a:rPr>
              <a:t>Iris</a:t>
            </a:r>
            <a:r>
              <a:rPr b="0" lang="en-US"/>
              <a:t> - </a:t>
            </a:r>
            <a:r>
              <a:rPr b="0" lang="en-US" sz="2900"/>
              <a:t>colored annulus with radial muscles</a:t>
            </a:r>
            <a:endParaRPr/>
          </a:p>
          <a:p>
            <a:pPr indent="-547179" lvl="1" marL="1004379" rtl="0" algn="l">
              <a:lnSpc>
                <a:spcPct val="80000"/>
              </a:lnSpc>
              <a:spcBef>
                <a:spcPts val="1200"/>
              </a:spcBef>
              <a:spcAft>
                <a:spcPts val="0"/>
              </a:spcAft>
              <a:buClr>
                <a:srgbClr val="000000"/>
              </a:buClr>
              <a:buSzPts val="4500"/>
              <a:buChar char="–"/>
            </a:pPr>
            <a:r>
              <a:rPr lang="en-US" sz="4500"/>
              <a:t>Pupil</a:t>
            </a:r>
            <a:r>
              <a:rPr b="0" lang="en-US"/>
              <a:t> - </a:t>
            </a:r>
            <a:r>
              <a:rPr b="0" lang="en-US" sz="2900"/>
              <a:t>the hole (aperture) whose size is controlled by the iris</a:t>
            </a:r>
            <a:endParaRPr/>
          </a:p>
          <a:p>
            <a:pPr indent="-571500" lvl="1" marL="1028700" rtl="0" algn="l">
              <a:lnSpc>
                <a:spcPct val="80000"/>
              </a:lnSpc>
              <a:spcBef>
                <a:spcPts val="700"/>
              </a:spcBef>
              <a:spcAft>
                <a:spcPts val="0"/>
              </a:spcAft>
              <a:buClr>
                <a:srgbClr val="000000"/>
              </a:buClr>
              <a:buSzPts val="2900"/>
              <a:buChar char="–"/>
            </a:pPr>
            <a:r>
              <a:rPr lang="en-US" sz="2900">
                <a:latin typeface="Helvetica Neue"/>
                <a:ea typeface="Helvetica Neue"/>
                <a:cs typeface="Helvetica Neue"/>
                <a:sym typeface="Helvetica Neue"/>
              </a:rPr>
              <a:t>What’s the “film”?</a:t>
            </a:r>
            <a:endParaRPr/>
          </a:p>
        </p:txBody>
      </p:sp>
      <p:pic>
        <p:nvPicPr>
          <p:cNvPr descr="Picture 4" id="1982" name="Google Shape;1982;p33"/>
          <p:cNvPicPr preferRelativeResize="0"/>
          <p:nvPr/>
        </p:nvPicPr>
        <p:blipFill rotWithShape="1">
          <a:blip r:embed="rId3">
            <a:alphaModFix/>
          </a:blip>
          <a:srcRect b="0" l="0" r="0" t="0"/>
          <a:stretch/>
        </p:blipFill>
        <p:spPr>
          <a:xfrm>
            <a:off x="6861175" y="2892424"/>
            <a:ext cx="10969624" cy="6556376"/>
          </a:xfrm>
          <a:prstGeom prst="rect">
            <a:avLst/>
          </a:prstGeom>
          <a:noFill/>
          <a:ln>
            <a:noFill/>
          </a:ln>
        </p:spPr>
      </p:pic>
      <p:sp>
        <p:nvSpPr>
          <p:cNvPr id="1983" name="Google Shape;1983;p33"/>
          <p:cNvSpPr txBox="1"/>
          <p:nvPr/>
        </p:nvSpPr>
        <p:spPr>
          <a:xfrm>
            <a:off x="4511040" y="12496800"/>
            <a:ext cx="15361800" cy="729000"/>
          </a:xfrm>
          <a:prstGeom prst="rect">
            <a:avLst/>
          </a:prstGeom>
          <a:noFill/>
          <a:ln>
            <a:noFill/>
          </a:ln>
        </p:spPr>
        <p:txBody>
          <a:bodyPr anchorCtr="0" anchor="t" bIns="91425" lIns="91425" spcFirstLastPara="1" rIns="91425" wrap="square" tIns="91425">
            <a:spAutoFit/>
          </a:bodyPr>
          <a:lstStyle/>
          <a:p>
            <a:pPr indent="-457200" lvl="2" marL="1371600" marR="0" rtl="0" algn="l">
              <a:lnSpc>
                <a:spcPct val="100000"/>
              </a:lnSpc>
              <a:spcBef>
                <a:spcPts val="0"/>
              </a:spcBef>
              <a:spcAft>
                <a:spcPts val="0"/>
              </a:spcAft>
              <a:buClr>
                <a:srgbClr val="000000"/>
              </a:buClr>
              <a:buSzPts val="3600"/>
              <a:buFont typeface="Open Sans"/>
              <a:buChar char="–"/>
            </a:pPr>
            <a:r>
              <a:rPr b="0" i="0" lang="en-US" sz="3600" u="none" cap="none" strike="noStrike">
                <a:solidFill>
                  <a:srgbClr val="000000"/>
                </a:solidFill>
                <a:latin typeface="Open Sans"/>
                <a:ea typeface="Open Sans"/>
                <a:cs typeface="Open Sans"/>
                <a:sym typeface="Open Sans"/>
              </a:rPr>
              <a:t>Photoreceptor cells (rods and cones) in the </a:t>
            </a:r>
            <a:r>
              <a:rPr b="1" i="0" lang="en-US" sz="3600" u="none" cap="none" strike="noStrike">
                <a:solidFill>
                  <a:srgbClr val="000000"/>
                </a:solidFill>
                <a:latin typeface="Open Sans"/>
                <a:ea typeface="Open Sans"/>
                <a:cs typeface="Open Sans"/>
                <a:sym typeface="Open Sans"/>
              </a:rPr>
              <a:t>retina</a:t>
            </a:r>
            <a:endParaRPr/>
          </a:p>
        </p:txBody>
      </p:sp>
      <p:sp>
        <p:nvSpPr>
          <p:cNvPr id="1984" name="Google Shape;1984;p33"/>
          <p:cNvSpPr txBox="1"/>
          <p:nvPr>
            <p:ph idx="12" type="sldNum"/>
          </p:nvPr>
        </p:nvSpPr>
        <p:spPr>
          <a:xfrm>
            <a:off x="22630189" y="12802238"/>
            <a:ext cx="534600" cy="55110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1985" name="Google Shape;1985;p33"/>
          <p:cNvSpPr txBox="1"/>
          <p:nvPr/>
        </p:nvSpPr>
        <p:spPr>
          <a:xfrm>
            <a:off x="20657248" y="12947010"/>
            <a:ext cx="3338700" cy="57270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9" name="Shape 1989"/>
        <p:cNvGrpSpPr/>
        <p:nvPr/>
      </p:nvGrpSpPr>
      <p:grpSpPr>
        <a:xfrm>
          <a:off x="0" y="0"/>
          <a:ext cx="0" cy="0"/>
          <a:chOff x="0" y="0"/>
          <a:chExt cx="0" cy="0"/>
        </a:xfrm>
      </p:grpSpPr>
      <p:pic>
        <p:nvPicPr>
          <p:cNvPr descr="Picture 3" id="1990" name="Google Shape;1990;p37"/>
          <p:cNvPicPr preferRelativeResize="0"/>
          <p:nvPr/>
        </p:nvPicPr>
        <p:blipFill rotWithShape="1">
          <a:blip r:embed="rId3">
            <a:alphaModFix/>
          </a:blip>
          <a:srcRect b="0" l="0" r="0" t="0"/>
          <a:stretch/>
        </p:blipFill>
        <p:spPr>
          <a:xfrm>
            <a:off x="3200400" y="7772400"/>
            <a:ext cx="8463489" cy="5638800"/>
          </a:xfrm>
          <a:prstGeom prst="rect">
            <a:avLst/>
          </a:prstGeom>
          <a:noFill/>
          <a:ln>
            <a:noFill/>
          </a:ln>
        </p:spPr>
      </p:pic>
      <p:sp>
        <p:nvSpPr>
          <p:cNvPr id="1991" name="Google Shape;1991;p37"/>
          <p:cNvSpPr txBox="1"/>
          <p:nvPr>
            <p:ph type="title"/>
          </p:nvPr>
        </p:nvSpPr>
        <p:spPr>
          <a:xfrm>
            <a:off x="457200" y="1219200"/>
            <a:ext cx="10363200" cy="22860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6083"/>
              <a:buFont typeface="Open Sans"/>
              <a:buNone/>
            </a:pPr>
            <a:r>
              <a:rPr lang="en-US" sz="6083"/>
              <a:t>Eyes in nature: </a:t>
            </a:r>
            <a:br>
              <a:rPr lang="en-US" sz="6083"/>
            </a:br>
            <a:r>
              <a:rPr lang="en-US" sz="6083"/>
              <a:t>eyespots to pinhole camera</a:t>
            </a:r>
            <a:endParaRPr/>
          </a:p>
        </p:txBody>
      </p:sp>
      <p:pic>
        <p:nvPicPr>
          <p:cNvPr descr="Picture 1" id="1992" name="Google Shape;1992;p37"/>
          <p:cNvPicPr preferRelativeResize="0"/>
          <p:nvPr/>
        </p:nvPicPr>
        <p:blipFill rotWithShape="1">
          <a:blip r:embed="rId4">
            <a:alphaModFix/>
          </a:blip>
          <a:srcRect b="0" l="0" r="0" t="0"/>
          <a:stretch/>
        </p:blipFill>
        <p:spPr>
          <a:xfrm>
            <a:off x="3200400" y="5029200"/>
            <a:ext cx="6224143" cy="2590800"/>
          </a:xfrm>
          <a:prstGeom prst="rect">
            <a:avLst/>
          </a:prstGeom>
          <a:noFill/>
          <a:ln>
            <a:noFill/>
          </a:ln>
        </p:spPr>
      </p:pic>
      <p:pic>
        <p:nvPicPr>
          <p:cNvPr descr="Picture 5" id="1993" name="Google Shape;1993;p37"/>
          <p:cNvPicPr preferRelativeResize="0"/>
          <p:nvPr/>
        </p:nvPicPr>
        <p:blipFill rotWithShape="1">
          <a:blip r:embed="rId5">
            <a:alphaModFix/>
          </a:blip>
          <a:srcRect b="0" l="0" r="0" t="0"/>
          <a:stretch/>
        </p:blipFill>
        <p:spPr>
          <a:xfrm>
            <a:off x="11887200" y="0"/>
            <a:ext cx="9150533" cy="13716000"/>
          </a:xfrm>
          <a:prstGeom prst="rect">
            <a:avLst/>
          </a:prstGeom>
          <a:noFill/>
          <a:ln>
            <a:noFill/>
          </a:ln>
        </p:spPr>
      </p:pic>
      <p:sp>
        <p:nvSpPr>
          <p:cNvPr id="1994" name="Google Shape;1994;p37"/>
          <p:cNvSpPr txBox="1"/>
          <p:nvPr/>
        </p:nvSpPr>
        <p:spPr>
          <a:xfrm>
            <a:off x="11978640" y="13223560"/>
            <a:ext cx="8961120" cy="4876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FFFF"/>
              </a:buClr>
              <a:buSzPts val="2000"/>
              <a:buFont typeface="Open Sans"/>
              <a:buNone/>
            </a:pPr>
            <a:r>
              <a:rPr b="0" i="0" lang="en-US" sz="2000" u="none" cap="none" strike="noStrike">
                <a:solidFill>
                  <a:srgbClr val="FFFFFF"/>
                </a:solidFill>
                <a:latin typeface="Open Sans"/>
                <a:ea typeface="Open Sans"/>
                <a:cs typeface="Open Sans"/>
                <a:sym typeface="Open Sans"/>
              </a:rPr>
              <a:t>http://upload.wikimedia.org/wikipedia/commons/6/6d/Mantis_shrimp.jpg</a:t>
            </a:r>
            <a:endParaRPr/>
          </a:p>
        </p:txBody>
      </p:sp>
      <p:sp>
        <p:nvSpPr>
          <p:cNvPr id="1995" name="Google Shape;1995;p37"/>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1996" name="Google Shape;1996;p37"/>
          <p:cNvSpPr txBox="1"/>
          <p:nvPr/>
        </p:nvSpPr>
        <p:spPr>
          <a:xfrm>
            <a:off x="21279319" y="13312731"/>
            <a:ext cx="3110562" cy="349338"/>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1700"/>
              <a:buFont typeface="Helvetica Neue Light"/>
              <a:buNone/>
            </a:pPr>
            <a:r>
              <a:rPr b="0" i="0" lang="en-US" sz="17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0" name="Shape 2000"/>
        <p:cNvGrpSpPr/>
        <p:nvPr/>
      </p:nvGrpSpPr>
      <p:grpSpPr>
        <a:xfrm>
          <a:off x="0" y="0"/>
          <a:ext cx="0" cy="0"/>
          <a:chOff x="0" y="0"/>
          <a:chExt cx="0" cy="0"/>
        </a:xfrm>
      </p:grpSpPr>
      <p:sp>
        <p:nvSpPr>
          <p:cNvPr id="2001" name="Google Shape;2001;p38"/>
          <p:cNvSpPr txBox="1"/>
          <p:nvPr>
            <p:ph idx="1" type="body"/>
          </p:nvPr>
        </p:nvSpPr>
        <p:spPr>
          <a:xfrm>
            <a:off x="4419600" y="11404600"/>
            <a:ext cx="15544800" cy="2133600"/>
          </a:xfrm>
          <a:prstGeom prst="rect">
            <a:avLst/>
          </a:prstGeom>
          <a:noFill/>
          <a:ln>
            <a:noFill/>
          </a:ln>
        </p:spPr>
        <p:txBody>
          <a:bodyPr anchorCtr="0" anchor="t" bIns="91425" lIns="91425" spcFirstLastPara="1" rIns="91425" wrap="square" tIns="91425">
            <a:normAutofit/>
          </a:bodyPr>
          <a:lstStyle/>
          <a:p>
            <a:pPr indent="-646112" lvl="0" marL="685800" rtl="0" algn="ctr">
              <a:lnSpc>
                <a:spcPct val="100000"/>
              </a:lnSpc>
              <a:spcBef>
                <a:spcPts val="0"/>
              </a:spcBef>
              <a:spcAft>
                <a:spcPts val="0"/>
              </a:spcAft>
              <a:buClr>
                <a:srgbClr val="000000"/>
              </a:buClr>
              <a:buSzPts val="3600"/>
              <a:buFont typeface="Helvetica Neue"/>
              <a:buNone/>
            </a:pPr>
            <a:r>
              <a:rPr lang="en-US" sz="3600">
                <a:latin typeface="Helvetica Neue"/>
                <a:ea typeface="Helvetica Neue"/>
                <a:cs typeface="Helvetica Neue"/>
                <a:sym typeface="Helvetica Neue"/>
              </a:rPr>
              <a:t>Tree shadow during a solar eclipse</a:t>
            </a:r>
            <a:endParaRPr/>
          </a:p>
          <a:p>
            <a:pPr indent="-646112" lvl="0" marL="685800" rtl="0" algn="ctr">
              <a:lnSpc>
                <a:spcPct val="100000"/>
              </a:lnSpc>
              <a:spcBef>
                <a:spcPts val="800"/>
              </a:spcBef>
              <a:spcAft>
                <a:spcPts val="0"/>
              </a:spcAft>
              <a:buClr>
                <a:srgbClr val="000000"/>
              </a:buClr>
              <a:buSzPts val="2200"/>
              <a:buFont typeface="Helvetica Neue"/>
              <a:buNone/>
            </a:pPr>
            <a:r>
              <a:rPr lang="en-US" sz="2200">
                <a:latin typeface="Helvetica Neue"/>
                <a:ea typeface="Helvetica Neue"/>
                <a:cs typeface="Helvetica Neue"/>
                <a:sym typeface="Helvetica Neue"/>
              </a:rPr>
              <a:t>photo credit: Nils van der Burg</a:t>
            </a:r>
            <a:br>
              <a:rPr lang="en-US" sz="2200">
                <a:latin typeface="Helvetica Neue"/>
                <a:ea typeface="Helvetica Neue"/>
                <a:cs typeface="Helvetica Neue"/>
                <a:sym typeface="Helvetica Neue"/>
              </a:rPr>
            </a:br>
            <a:r>
              <a:rPr lang="en-US" sz="2800" u="sng">
                <a:solidFill>
                  <a:srgbClr val="0000FF"/>
                </a:solidFill>
                <a:hlinkClick r:id="rId3">
                  <a:extLst>
                    <a:ext uri="{A12FA001-AC4F-418D-AE19-62706E023703}">
                      <ahyp:hlinkClr val="tx"/>
                    </a:ext>
                  </a:extLst>
                </a:hlinkClick>
              </a:rPr>
              <a:t>http://www.physicstogo.org/index.cfm</a:t>
            </a:r>
            <a:endParaRPr/>
          </a:p>
        </p:txBody>
      </p:sp>
      <p:pic>
        <p:nvPicPr>
          <p:cNvPr descr="image.png" id="2002" name="Google Shape;2002;p38"/>
          <p:cNvPicPr preferRelativeResize="0"/>
          <p:nvPr/>
        </p:nvPicPr>
        <p:blipFill rotWithShape="1">
          <a:blip r:embed="rId4">
            <a:alphaModFix/>
          </a:blip>
          <a:srcRect b="0" l="0" r="0" t="0"/>
          <a:stretch/>
        </p:blipFill>
        <p:spPr>
          <a:xfrm>
            <a:off x="5588000" y="2082800"/>
            <a:ext cx="13208000" cy="8896350"/>
          </a:xfrm>
          <a:prstGeom prst="rect">
            <a:avLst/>
          </a:prstGeom>
          <a:noFill/>
          <a:ln>
            <a:noFill/>
          </a:ln>
        </p:spPr>
      </p:pic>
      <p:sp>
        <p:nvSpPr>
          <p:cNvPr id="2003" name="Google Shape;2003;p38"/>
          <p:cNvSpPr txBox="1"/>
          <p:nvPr/>
        </p:nvSpPr>
        <p:spPr>
          <a:xfrm>
            <a:off x="21143467" y="13039725"/>
            <a:ext cx="3192527" cy="59237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Helvetica Neue"/>
              <a:buNone/>
            </a:pPr>
            <a:r>
              <a:rPr b="0" i="0" lang="en-US" sz="2700" u="none" cap="none" strike="noStrike">
                <a:solidFill>
                  <a:srgbClr val="000000"/>
                </a:solidFill>
                <a:latin typeface="Helvetica Neue"/>
                <a:ea typeface="Helvetica Neue"/>
                <a:cs typeface="Helvetica Neue"/>
                <a:sym typeface="Helvetica Neue"/>
              </a:rPr>
              <a:t>Source: Steve Seitz</a:t>
            </a:r>
            <a:endParaRPr/>
          </a:p>
        </p:txBody>
      </p:sp>
      <p:sp>
        <p:nvSpPr>
          <p:cNvPr id="2004" name="Google Shape;2004;p38"/>
          <p:cNvSpPr txBox="1"/>
          <p:nvPr>
            <p:ph type="title"/>
          </p:nvPr>
        </p:nvSpPr>
        <p:spPr>
          <a:xfrm>
            <a:off x="1219200" y="-212724"/>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7800"/>
              <a:buFont typeface="Helvetica Neue"/>
              <a:buNone/>
            </a:pPr>
            <a:r>
              <a:rPr b="0" lang="en-US" sz="7800">
                <a:latin typeface="Helvetica Neue"/>
                <a:ea typeface="Helvetica Neue"/>
                <a:cs typeface="Helvetica Neue"/>
                <a:sym typeface="Helvetica Neue"/>
              </a:rPr>
              <a:t>Pinhole cameras in unexpected places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8" name="Shape 2008"/>
        <p:cNvGrpSpPr/>
        <p:nvPr/>
      </p:nvGrpSpPr>
      <p:grpSpPr>
        <a:xfrm>
          <a:off x="0" y="0"/>
          <a:ext cx="0" cy="0"/>
          <a:chOff x="0" y="0"/>
          <a:chExt cx="0" cy="0"/>
        </a:xfrm>
      </p:grpSpPr>
      <p:pic>
        <p:nvPicPr>
          <p:cNvPr descr="Picture 3" id="2009" name="Google Shape;2009;p45"/>
          <p:cNvPicPr preferRelativeResize="0"/>
          <p:nvPr/>
        </p:nvPicPr>
        <p:blipFill rotWithShape="1">
          <a:blip r:embed="rId3">
            <a:alphaModFix/>
          </a:blip>
          <a:srcRect b="0" l="0" r="26281" t="0"/>
          <a:stretch/>
        </p:blipFill>
        <p:spPr>
          <a:xfrm>
            <a:off x="3047999" y="-76200"/>
            <a:ext cx="18288001" cy="13960477"/>
          </a:xfrm>
          <a:prstGeom prst="rect">
            <a:avLst/>
          </a:prstGeom>
          <a:noFill/>
          <a:ln>
            <a:noFill/>
          </a:ln>
        </p:spPr>
      </p:pic>
      <p:grpSp>
        <p:nvGrpSpPr>
          <p:cNvPr id="2010" name="Google Shape;2010;p45"/>
          <p:cNvGrpSpPr/>
          <p:nvPr/>
        </p:nvGrpSpPr>
        <p:grpSpPr>
          <a:xfrm>
            <a:off x="8445355" y="3214452"/>
            <a:ext cx="5754531" cy="2691787"/>
            <a:chOff x="0" y="-1"/>
            <a:chExt cx="5754530" cy="2691786"/>
          </a:xfrm>
        </p:grpSpPr>
        <p:cxnSp>
          <p:nvCxnSpPr>
            <p:cNvPr id="2011" name="Google Shape;2011;p45"/>
            <p:cNvCxnSpPr/>
            <p:nvPr/>
          </p:nvCxnSpPr>
          <p:spPr>
            <a:xfrm rot="10800000">
              <a:off x="0" y="-1"/>
              <a:ext cx="1051690" cy="1190542"/>
            </a:xfrm>
            <a:prstGeom prst="straightConnector1">
              <a:avLst/>
            </a:prstGeom>
            <a:noFill/>
            <a:ln cap="flat" cmpd="sng" w="101600">
              <a:solidFill>
                <a:srgbClr val="000000"/>
              </a:solidFill>
              <a:prstDash val="solid"/>
              <a:round/>
              <a:headEnd len="sm" w="sm" type="none"/>
              <a:tailEnd len="med" w="med" type="triangle"/>
            </a:ln>
            <a:effectLst>
              <a:outerShdw blurRad="76200" rotWithShape="0" dir="5400000" dist="38100">
                <a:srgbClr val="000000">
                  <a:alpha val="37647"/>
                </a:srgbClr>
              </a:outerShdw>
            </a:effectLst>
          </p:spPr>
        </p:cxnSp>
        <p:cxnSp>
          <p:nvCxnSpPr>
            <p:cNvPr id="2012" name="Google Shape;2012;p45"/>
            <p:cNvCxnSpPr/>
            <p:nvPr/>
          </p:nvCxnSpPr>
          <p:spPr>
            <a:xfrm flipH="1" rot="10800000">
              <a:off x="4147229" y="377009"/>
              <a:ext cx="1607301" cy="853217"/>
            </a:xfrm>
            <a:prstGeom prst="straightConnector1">
              <a:avLst/>
            </a:prstGeom>
            <a:noFill/>
            <a:ln cap="flat" cmpd="sng" w="114300">
              <a:solidFill>
                <a:srgbClr val="000000"/>
              </a:solidFill>
              <a:prstDash val="solid"/>
              <a:round/>
              <a:headEnd len="sm" w="sm" type="none"/>
              <a:tailEnd len="med" w="med" type="triangle"/>
            </a:ln>
            <a:effectLst>
              <a:outerShdw blurRad="76200" rotWithShape="0" dir="5400000" dist="38100">
                <a:srgbClr val="000000">
                  <a:alpha val="37647"/>
                </a:srgbClr>
              </a:outerShdw>
            </a:effectLst>
          </p:spPr>
        </p:cxnSp>
        <p:sp>
          <p:nvSpPr>
            <p:cNvPr id="2013" name="Google Shape;2013;p45"/>
            <p:cNvSpPr txBox="1"/>
            <p:nvPr/>
          </p:nvSpPr>
          <p:spPr>
            <a:xfrm>
              <a:off x="187130" y="1250067"/>
              <a:ext cx="5414686" cy="144171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800"/>
                <a:buFont typeface="Arial"/>
                <a:buNone/>
              </a:pPr>
              <a:r>
                <a:rPr b="0" i="0" lang="en-US" sz="8800" u="none" cap="none" strike="noStrike">
                  <a:solidFill>
                    <a:srgbClr val="000000"/>
                  </a:solidFill>
                  <a:latin typeface="Arial"/>
                  <a:ea typeface="Arial"/>
                  <a:cs typeface="Arial"/>
                  <a:sym typeface="Arial"/>
                </a:rPr>
                <a:t>Shadows?</a:t>
              </a:r>
              <a:endParaRPr/>
            </a:p>
          </p:txBody>
        </p:sp>
      </p:grpSp>
      <p:sp>
        <p:nvSpPr>
          <p:cNvPr id="2014" name="Google Shape;2014;p45"/>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015" name="Google Shape;2015;p45"/>
          <p:cNvSpPr txBox="1"/>
          <p:nvPr/>
        </p:nvSpPr>
        <p:spPr>
          <a:xfrm>
            <a:off x="21455570" y="13325062"/>
            <a:ext cx="2758060" cy="32467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1500"/>
              <a:buFont typeface="Helvetica Neue Light"/>
              <a:buNone/>
            </a:pPr>
            <a:r>
              <a:rPr b="0" i="0" lang="en-US" sz="15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9" name="Shape 2019"/>
        <p:cNvGrpSpPr/>
        <p:nvPr/>
      </p:nvGrpSpPr>
      <p:grpSpPr>
        <a:xfrm>
          <a:off x="0" y="0"/>
          <a:ext cx="0" cy="0"/>
          <a:chOff x="0" y="0"/>
          <a:chExt cx="0" cy="0"/>
        </a:xfrm>
      </p:grpSpPr>
      <p:pic>
        <p:nvPicPr>
          <p:cNvPr descr="Picture 6" id="2020" name="Google Shape;2020;p46"/>
          <p:cNvPicPr preferRelativeResize="0"/>
          <p:nvPr/>
        </p:nvPicPr>
        <p:blipFill rotWithShape="1">
          <a:blip r:embed="rId3">
            <a:alphaModFix/>
          </a:blip>
          <a:srcRect b="0" l="47646" r="0" t="0"/>
          <a:stretch/>
        </p:blipFill>
        <p:spPr>
          <a:xfrm>
            <a:off x="3048000" y="-184150"/>
            <a:ext cx="18456275" cy="14103350"/>
          </a:xfrm>
          <a:prstGeom prst="rect">
            <a:avLst/>
          </a:prstGeom>
          <a:noFill/>
          <a:ln>
            <a:noFill/>
          </a:ln>
        </p:spPr>
      </p:pic>
      <p:sp>
        <p:nvSpPr>
          <p:cNvPr id="2021" name="Google Shape;2021;p46"/>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022" name="Google Shape;2022;p46"/>
          <p:cNvSpPr txBox="1"/>
          <p:nvPr/>
        </p:nvSpPr>
        <p:spPr>
          <a:xfrm>
            <a:off x="21455570" y="13325062"/>
            <a:ext cx="2758060" cy="32467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1500"/>
              <a:buFont typeface="Helvetica Neue Light"/>
              <a:buNone/>
            </a:pPr>
            <a:r>
              <a:rPr b="0" i="0" lang="en-US" sz="15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6" name="Shape 2026"/>
        <p:cNvGrpSpPr/>
        <p:nvPr/>
      </p:nvGrpSpPr>
      <p:grpSpPr>
        <a:xfrm>
          <a:off x="0" y="0"/>
          <a:ext cx="0" cy="0"/>
          <a:chOff x="0" y="0"/>
          <a:chExt cx="0" cy="0"/>
        </a:xfrm>
      </p:grpSpPr>
      <p:pic>
        <p:nvPicPr>
          <p:cNvPr descr="Picture 6" id="2027" name="Google Shape;2027;p47"/>
          <p:cNvPicPr preferRelativeResize="0"/>
          <p:nvPr/>
        </p:nvPicPr>
        <p:blipFill rotWithShape="1">
          <a:blip r:embed="rId3">
            <a:alphaModFix/>
          </a:blip>
          <a:srcRect b="0" l="0" r="0" t="0"/>
          <a:stretch/>
        </p:blipFill>
        <p:spPr>
          <a:xfrm>
            <a:off x="2873766" y="3200400"/>
            <a:ext cx="18563835" cy="7426326"/>
          </a:xfrm>
          <a:prstGeom prst="rect">
            <a:avLst/>
          </a:prstGeom>
          <a:noFill/>
          <a:ln>
            <a:noFill/>
          </a:ln>
        </p:spPr>
      </p:pic>
      <p:sp>
        <p:nvSpPr>
          <p:cNvPr id="2028" name="Google Shape;2028;p47"/>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029" name="Google Shape;2029;p47"/>
          <p:cNvSpPr txBox="1"/>
          <p:nvPr/>
        </p:nvSpPr>
        <p:spPr>
          <a:xfrm>
            <a:off x="20633943" y="13287883"/>
            <a:ext cx="3639313" cy="39903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000"/>
              <a:buFont typeface="Helvetica Neue Light"/>
              <a:buNone/>
            </a:pPr>
            <a:r>
              <a:rPr b="0" i="0" lang="en-US" sz="20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3" name="Shape 2033"/>
        <p:cNvGrpSpPr/>
        <p:nvPr/>
      </p:nvGrpSpPr>
      <p:grpSpPr>
        <a:xfrm>
          <a:off x="0" y="0"/>
          <a:ext cx="0" cy="0"/>
          <a:chOff x="0" y="0"/>
          <a:chExt cx="0" cy="0"/>
        </a:xfrm>
      </p:grpSpPr>
      <p:pic>
        <p:nvPicPr>
          <p:cNvPr descr="Picture 6" id="2034" name="Google Shape;2034;p48"/>
          <p:cNvPicPr preferRelativeResize="0"/>
          <p:nvPr/>
        </p:nvPicPr>
        <p:blipFill rotWithShape="1">
          <a:blip r:embed="rId3">
            <a:alphaModFix/>
          </a:blip>
          <a:srcRect b="0" l="0" r="0" t="0"/>
          <a:stretch/>
        </p:blipFill>
        <p:spPr>
          <a:xfrm>
            <a:off x="2873766" y="3200400"/>
            <a:ext cx="18563835" cy="7426326"/>
          </a:xfrm>
          <a:prstGeom prst="rect">
            <a:avLst/>
          </a:prstGeom>
          <a:noFill/>
          <a:ln>
            <a:noFill/>
          </a:ln>
        </p:spPr>
      </p:pic>
      <p:sp>
        <p:nvSpPr>
          <p:cNvPr id="2035" name="Google Shape;2035;p48"/>
          <p:cNvSpPr txBox="1"/>
          <p:nvPr/>
        </p:nvSpPr>
        <p:spPr>
          <a:xfrm>
            <a:off x="4053840" y="346710"/>
            <a:ext cx="16276320" cy="1592581"/>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600"/>
              <a:buFont typeface="Calibri"/>
              <a:buNone/>
            </a:pPr>
            <a:r>
              <a:rPr b="0" i="0" lang="en-US" sz="9600" u="none" cap="none" strike="noStrike">
                <a:solidFill>
                  <a:srgbClr val="000000"/>
                </a:solidFill>
                <a:latin typeface="Calibri"/>
                <a:ea typeface="Calibri"/>
                <a:cs typeface="Calibri"/>
                <a:sym typeface="Calibri"/>
              </a:rPr>
              <a:t>Accidental pinhole camera</a:t>
            </a:r>
            <a:endParaRPr/>
          </a:p>
        </p:txBody>
      </p:sp>
      <p:grpSp>
        <p:nvGrpSpPr>
          <p:cNvPr id="2036" name="Google Shape;2036;p48"/>
          <p:cNvGrpSpPr/>
          <p:nvPr/>
        </p:nvGrpSpPr>
        <p:grpSpPr>
          <a:xfrm>
            <a:off x="5925268" y="5218526"/>
            <a:ext cx="13387480" cy="2605478"/>
            <a:chOff x="-1" y="0"/>
            <a:chExt cx="13387478" cy="2605476"/>
          </a:xfrm>
        </p:grpSpPr>
        <p:cxnSp>
          <p:nvCxnSpPr>
            <p:cNvPr id="2037" name="Google Shape;2037;p48"/>
            <p:cNvCxnSpPr/>
            <p:nvPr/>
          </p:nvCxnSpPr>
          <p:spPr>
            <a:xfrm>
              <a:off x="-1" y="0"/>
              <a:ext cx="4802053" cy="952434"/>
            </a:xfrm>
            <a:prstGeom prst="straightConnector1">
              <a:avLst/>
            </a:prstGeom>
            <a:noFill/>
            <a:ln cap="flat" cmpd="sng" w="152400">
              <a:solidFill>
                <a:srgbClr val="FF0000"/>
              </a:solidFill>
              <a:prstDash val="solid"/>
              <a:round/>
              <a:headEnd len="sm" w="sm" type="none"/>
              <a:tailEnd len="sm" w="sm" type="none"/>
            </a:ln>
            <a:effectLst>
              <a:outerShdw blurRad="76200" rotWithShape="0" dir="5400000" dist="38100">
                <a:srgbClr val="000000">
                  <a:alpha val="37647"/>
                </a:srgbClr>
              </a:outerShdw>
            </a:effectLst>
          </p:spPr>
        </p:cxnSp>
        <p:cxnSp>
          <p:nvCxnSpPr>
            <p:cNvPr id="2038" name="Google Shape;2038;p48"/>
            <p:cNvCxnSpPr/>
            <p:nvPr/>
          </p:nvCxnSpPr>
          <p:spPr>
            <a:xfrm>
              <a:off x="6508569" y="1309595"/>
              <a:ext cx="6878908" cy="1295881"/>
            </a:xfrm>
            <a:prstGeom prst="straightConnector1">
              <a:avLst/>
            </a:prstGeom>
            <a:noFill/>
            <a:ln cap="flat" cmpd="sng" w="152400">
              <a:solidFill>
                <a:srgbClr val="FF0000"/>
              </a:solidFill>
              <a:prstDash val="solid"/>
              <a:round/>
              <a:headEnd len="sm" w="sm" type="none"/>
              <a:tailEnd len="med" w="med" type="triangle"/>
            </a:ln>
          </p:spPr>
        </p:cxnSp>
        <p:cxnSp>
          <p:nvCxnSpPr>
            <p:cNvPr id="2039" name="Google Shape;2039;p48"/>
            <p:cNvCxnSpPr/>
            <p:nvPr/>
          </p:nvCxnSpPr>
          <p:spPr>
            <a:xfrm>
              <a:off x="4571089" y="900070"/>
              <a:ext cx="2036697" cy="429368"/>
            </a:xfrm>
            <a:prstGeom prst="straightConnector1">
              <a:avLst/>
            </a:prstGeom>
            <a:noFill/>
            <a:ln cap="flat" cmpd="sng" w="152400">
              <a:solidFill>
                <a:srgbClr val="FF0000">
                  <a:alpha val="53725"/>
                </a:srgbClr>
              </a:solidFill>
              <a:prstDash val="solid"/>
              <a:round/>
              <a:headEnd len="sm" w="sm" type="none"/>
              <a:tailEnd len="sm" w="sm" type="none"/>
            </a:ln>
            <a:effectLst>
              <a:outerShdw blurRad="76200" rotWithShape="0" dir="5400000" dist="38100">
                <a:srgbClr val="000000">
                  <a:alpha val="37647"/>
                </a:srgbClr>
              </a:outerShdw>
            </a:effectLst>
          </p:spPr>
        </p:cxnSp>
      </p:grpSp>
      <p:grpSp>
        <p:nvGrpSpPr>
          <p:cNvPr id="2040" name="Google Shape;2040;p48"/>
          <p:cNvGrpSpPr/>
          <p:nvPr/>
        </p:nvGrpSpPr>
        <p:grpSpPr>
          <a:xfrm>
            <a:off x="5793514" y="3307137"/>
            <a:ext cx="13387477" cy="5542553"/>
            <a:chOff x="0" y="-1"/>
            <a:chExt cx="13387477" cy="5542551"/>
          </a:xfrm>
        </p:grpSpPr>
        <p:cxnSp>
          <p:nvCxnSpPr>
            <p:cNvPr id="2041" name="Google Shape;2041;p48"/>
            <p:cNvCxnSpPr/>
            <p:nvPr/>
          </p:nvCxnSpPr>
          <p:spPr>
            <a:xfrm flipH="1" rot="10800000">
              <a:off x="0" y="3478933"/>
              <a:ext cx="4933809" cy="2063617"/>
            </a:xfrm>
            <a:prstGeom prst="straightConnector1">
              <a:avLst/>
            </a:prstGeom>
            <a:noFill/>
            <a:ln cap="flat" cmpd="sng" w="152400">
              <a:solidFill>
                <a:srgbClr val="FF0000"/>
              </a:solidFill>
              <a:prstDash val="solid"/>
              <a:round/>
              <a:headEnd len="sm" w="sm" type="none"/>
              <a:tailEnd len="sm" w="sm" type="none"/>
            </a:ln>
            <a:effectLst>
              <a:outerShdw blurRad="76200" rotWithShape="0" dir="5400000" dist="38100">
                <a:srgbClr val="000000">
                  <a:alpha val="37647"/>
                </a:srgbClr>
              </a:outerShdw>
            </a:effectLst>
          </p:spPr>
        </p:cxnSp>
        <p:cxnSp>
          <p:nvCxnSpPr>
            <p:cNvPr id="2042" name="Google Shape;2042;p48"/>
            <p:cNvCxnSpPr/>
            <p:nvPr/>
          </p:nvCxnSpPr>
          <p:spPr>
            <a:xfrm flipH="1" rot="10800000">
              <a:off x="6660168" y="-1"/>
              <a:ext cx="6727309" cy="2705084"/>
            </a:xfrm>
            <a:prstGeom prst="straightConnector1">
              <a:avLst/>
            </a:prstGeom>
            <a:noFill/>
            <a:ln cap="flat" cmpd="sng" w="152400">
              <a:solidFill>
                <a:srgbClr val="FF0000"/>
              </a:solidFill>
              <a:prstDash val="solid"/>
              <a:round/>
              <a:headEnd len="sm" w="sm" type="none"/>
              <a:tailEnd len="med" w="med" type="triangle"/>
            </a:ln>
          </p:spPr>
        </p:cxnSp>
        <p:cxnSp>
          <p:nvCxnSpPr>
            <p:cNvPr id="2043" name="Google Shape;2043;p48"/>
            <p:cNvCxnSpPr/>
            <p:nvPr/>
          </p:nvCxnSpPr>
          <p:spPr>
            <a:xfrm flipH="1" rot="10800000">
              <a:off x="4571090" y="2685239"/>
              <a:ext cx="2148609" cy="942615"/>
            </a:xfrm>
            <a:prstGeom prst="straightConnector1">
              <a:avLst/>
            </a:prstGeom>
            <a:noFill/>
            <a:ln cap="flat" cmpd="sng" w="152400">
              <a:solidFill>
                <a:srgbClr val="FF0000">
                  <a:alpha val="53725"/>
                </a:srgbClr>
              </a:solidFill>
              <a:prstDash val="solid"/>
              <a:round/>
              <a:headEnd len="sm" w="sm" type="none"/>
              <a:tailEnd len="sm" w="sm" type="none"/>
            </a:ln>
            <a:effectLst>
              <a:outerShdw blurRad="76200" rotWithShape="0" dir="5400000" dist="38100">
                <a:srgbClr val="000000">
                  <a:alpha val="37647"/>
                </a:srgbClr>
              </a:outerShdw>
            </a:effectLst>
          </p:spPr>
        </p:cxnSp>
      </p:grpSp>
      <p:sp>
        <p:nvSpPr>
          <p:cNvPr id="2044" name="Google Shape;2044;p48"/>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045" name="Google Shape;2045;p48"/>
          <p:cNvSpPr txBox="1"/>
          <p:nvPr/>
        </p:nvSpPr>
        <p:spPr>
          <a:xfrm>
            <a:off x="20633943" y="13287883"/>
            <a:ext cx="3639313" cy="39903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000"/>
              <a:buFont typeface="Helvetica Neue Light"/>
              <a:buNone/>
            </a:pPr>
            <a:r>
              <a:rPr b="0" i="0" lang="en-US" sz="20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9" name="Shape 2049"/>
        <p:cNvGrpSpPr/>
        <p:nvPr/>
      </p:nvGrpSpPr>
      <p:grpSpPr>
        <a:xfrm>
          <a:off x="0" y="0"/>
          <a:ext cx="0" cy="0"/>
          <a:chOff x="0" y="0"/>
          <a:chExt cx="0" cy="0"/>
        </a:xfrm>
      </p:grpSpPr>
      <p:pic>
        <p:nvPicPr>
          <p:cNvPr descr="Picture 2" id="2050" name="Google Shape;2050;p49"/>
          <p:cNvPicPr preferRelativeResize="0"/>
          <p:nvPr/>
        </p:nvPicPr>
        <p:blipFill rotWithShape="1">
          <a:blip r:embed="rId3">
            <a:alphaModFix/>
          </a:blip>
          <a:srcRect b="0" l="0" r="0" t="0"/>
          <a:stretch/>
        </p:blipFill>
        <p:spPr>
          <a:xfrm>
            <a:off x="3048000" y="-135504"/>
            <a:ext cx="18288000" cy="13966968"/>
          </a:xfrm>
          <a:prstGeom prst="rect">
            <a:avLst/>
          </a:prstGeom>
          <a:noFill/>
          <a:ln>
            <a:noFill/>
          </a:ln>
        </p:spPr>
      </p:pic>
      <p:sp>
        <p:nvSpPr>
          <p:cNvPr id="2051" name="Google Shape;2051;p49"/>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5" name="Shape 2055"/>
        <p:cNvGrpSpPr/>
        <p:nvPr/>
      </p:nvGrpSpPr>
      <p:grpSpPr>
        <a:xfrm>
          <a:off x="0" y="0"/>
          <a:ext cx="0" cy="0"/>
          <a:chOff x="0" y="0"/>
          <a:chExt cx="0" cy="0"/>
        </a:xfrm>
      </p:grpSpPr>
      <p:pic>
        <p:nvPicPr>
          <p:cNvPr descr="Picture 2" id="2056" name="Google Shape;2056;p50"/>
          <p:cNvPicPr preferRelativeResize="0"/>
          <p:nvPr/>
        </p:nvPicPr>
        <p:blipFill rotWithShape="1">
          <a:blip r:embed="rId3">
            <a:alphaModFix/>
          </a:blip>
          <a:srcRect b="0" l="0" r="0" t="0"/>
          <a:stretch/>
        </p:blipFill>
        <p:spPr>
          <a:xfrm>
            <a:off x="3048000" y="-234323"/>
            <a:ext cx="18288000" cy="13950324"/>
          </a:xfrm>
          <a:prstGeom prst="rect">
            <a:avLst/>
          </a:prstGeom>
          <a:noFill/>
          <a:ln>
            <a:noFill/>
          </a:ln>
        </p:spPr>
      </p:pic>
      <p:sp>
        <p:nvSpPr>
          <p:cNvPr id="2057" name="Google Shape;2057;p50"/>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1" name="Shape 2061"/>
        <p:cNvGrpSpPr/>
        <p:nvPr/>
      </p:nvGrpSpPr>
      <p:grpSpPr>
        <a:xfrm>
          <a:off x="0" y="0"/>
          <a:ext cx="0" cy="0"/>
          <a:chOff x="0" y="0"/>
          <a:chExt cx="0" cy="0"/>
        </a:xfrm>
      </p:grpSpPr>
      <p:sp>
        <p:nvSpPr>
          <p:cNvPr id="2062" name="Google Shape;2062;p51"/>
          <p:cNvSpPr txBox="1"/>
          <p:nvPr/>
        </p:nvSpPr>
        <p:spPr>
          <a:xfrm>
            <a:off x="4044639" y="3095907"/>
            <a:ext cx="8057576" cy="86143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000000"/>
                </a:solidFill>
                <a:latin typeface="Arial"/>
                <a:ea typeface="Arial"/>
                <a:cs typeface="Arial"/>
                <a:sym typeface="Arial"/>
              </a:rPr>
              <a:t>Window turned into a pinhole</a:t>
            </a:r>
            <a:endParaRPr/>
          </a:p>
        </p:txBody>
      </p:sp>
      <p:sp>
        <p:nvSpPr>
          <p:cNvPr id="2063" name="Google Shape;2063;p51"/>
          <p:cNvSpPr txBox="1"/>
          <p:nvPr/>
        </p:nvSpPr>
        <p:spPr>
          <a:xfrm>
            <a:off x="15202499" y="3126191"/>
            <a:ext cx="3640953" cy="86143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000000"/>
                </a:solidFill>
                <a:latin typeface="Arial"/>
                <a:ea typeface="Arial"/>
                <a:cs typeface="Arial"/>
                <a:sym typeface="Arial"/>
              </a:rPr>
              <a:t>View outside</a:t>
            </a:r>
            <a:endParaRPr/>
          </a:p>
        </p:txBody>
      </p:sp>
      <p:pic>
        <p:nvPicPr>
          <p:cNvPr descr="Picture 8" id="2064" name="Google Shape;2064;p51"/>
          <p:cNvPicPr preferRelativeResize="0"/>
          <p:nvPr/>
        </p:nvPicPr>
        <p:blipFill rotWithShape="1">
          <a:blip r:embed="rId3">
            <a:alphaModFix/>
          </a:blip>
          <a:srcRect b="0" l="0" r="0" t="0"/>
          <a:stretch/>
        </p:blipFill>
        <p:spPr>
          <a:xfrm>
            <a:off x="3048000" y="4214366"/>
            <a:ext cx="18288000" cy="7187260"/>
          </a:xfrm>
          <a:prstGeom prst="rect">
            <a:avLst/>
          </a:prstGeom>
          <a:noFill/>
          <a:ln>
            <a:noFill/>
          </a:ln>
        </p:spPr>
      </p:pic>
      <p:sp>
        <p:nvSpPr>
          <p:cNvPr id="2065" name="Google Shape;2065;p51"/>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066" name="Google Shape;2066;p51"/>
          <p:cNvSpPr txBox="1"/>
          <p:nvPr/>
        </p:nvSpPr>
        <p:spPr>
          <a:xfrm>
            <a:off x="20633943" y="13287883"/>
            <a:ext cx="3639313" cy="39903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000"/>
              <a:buFont typeface="Helvetica Neue Light"/>
              <a:buNone/>
            </a:pPr>
            <a:r>
              <a:rPr b="0" i="0" lang="en-US" sz="20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0" name="Shape 2070"/>
        <p:cNvGrpSpPr/>
        <p:nvPr/>
      </p:nvGrpSpPr>
      <p:grpSpPr>
        <a:xfrm>
          <a:off x="0" y="0"/>
          <a:ext cx="0" cy="0"/>
          <a:chOff x="0" y="0"/>
          <a:chExt cx="0" cy="0"/>
        </a:xfrm>
      </p:grpSpPr>
      <p:pic>
        <p:nvPicPr>
          <p:cNvPr descr="Picture 2" id="2071" name="Google Shape;2071;p53"/>
          <p:cNvPicPr preferRelativeResize="0"/>
          <p:nvPr/>
        </p:nvPicPr>
        <p:blipFill rotWithShape="1">
          <a:blip r:embed="rId3">
            <a:alphaModFix/>
          </a:blip>
          <a:srcRect b="0" l="0" r="0" t="0"/>
          <a:stretch/>
        </p:blipFill>
        <p:spPr>
          <a:xfrm>
            <a:off x="2971032" y="0"/>
            <a:ext cx="18422369" cy="13773732"/>
          </a:xfrm>
          <a:prstGeom prst="rect">
            <a:avLst/>
          </a:prstGeom>
          <a:noFill/>
          <a:ln>
            <a:noFill/>
          </a:ln>
        </p:spPr>
      </p:pic>
      <p:sp>
        <p:nvSpPr>
          <p:cNvPr id="2072" name="Google Shape;2072;p53"/>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6" name="Shape 2076"/>
        <p:cNvGrpSpPr/>
        <p:nvPr/>
      </p:nvGrpSpPr>
      <p:grpSpPr>
        <a:xfrm>
          <a:off x="0" y="0"/>
          <a:ext cx="0" cy="0"/>
          <a:chOff x="0" y="0"/>
          <a:chExt cx="0" cy="0"/>
        </a:xfrm>
      </p:grpSpPr>
      <p:pic>
        <p:nvPicPr>
          <p:cNvPr descr="Picture 2" id="2077" name="Google Shape;2077;p54"/>
          <p:cNvPicPr preferRelativeResize="0"/>
          <p:nvPr/>
        </p:nvPicPr>
        <p:blipFill rotWithShape="1">
          <a:blip r:embed="rId3">
            <a:alphaModFix/>
          </a:blip>
          <a:srcRect b="0" l="0" r="0" t="0"/>
          <a:stretch/>
        </p:blipFill>
        <p:spPr>
          <a:xfrm>
            <a:off x="3048000" y="-203203"/>
            <a:ext cx="18288000" cy="14337376"/>
          </a:xfrm>
          <a:prstGeom prst="rect">
            <a:avLst/>
          </a:prstGeom>
          <a:noFill/>
          <a:ln>
            <a:noFill/>
          </a:ln>
        </p:spPr>
      </p:pic>
      <p:sp>
        <p:nvSpPr>
          <p:cNvPr id="2078" name="Google Shape;2078;p54"/>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2" name="Shape 2082"/>
        <p:cNvGrpSpPr/>
        <p:nvPr/>
      </p:nvGrpSpPr>
      <p:grpSpPr>
        <a:xfrm>
          <a:off x="0" y="0"/>
          <a:ext cx="0" cy="0"/>
          <a:chOff x="0" y="0"/>
          <a:chExt cx="0" cy="0"/>
        </a:xfrm>
      </p:grpSpPr>
      <p:sp>
        <p:nvSpPr>
          <p:cNvPr id="2083" name="Google Shape;2083;p55"/>
          <p:cNvSpPr txBox="1"/>
          <p:nvPr/>
        </p:nvSpPr>
        <p:spPr>
          <a:xfrm>
            <a:off x="5679370" y="2440606"/>
            <a:ext cx="3889197" cy="86143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000000"/>
                </a:solidFill>
                <a:latin typeface="Arial"/>
                <a:ea typeface="Arial"/>
                <a:cs typeface="Arial"/>
                <a:sym typeface="Arial"/>
              </a:rPr>
              <a:t>Window open</a:t>
            </a:r>
            <a:endParaRPr/>
          </a:p>
        </p:txBody>
      </p:sp>
      <p:sp>
        <p:nvSpPr>
          <p:cNvPr id="2084" name="Google Shape;2084;p55"/>
          <p:cNvSpPr txBox="1"/>
          <p:nvPr/>
        </p:nvSpPr>
        <p:spPr>
          <a:xfrm>
            <a:off x="12750708" y="2447769"/>
            <a:ext cx="8057576" cy="86143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000000"/>
                </a:solidFill>
                <a:latin typeface="Arial"/>
                <a:ea typeface="Arial"/>
                <a:cs typeface="Arial"/>
                <a:sym typeface="Arial"/>
              </a:rPr>
              <a:t>Window turned into a pinhole</a:t>
            </a:r>
            <a:endParaRPr/>
          </a:p>
        </p:txBody>
      </p:sp>
      <p:pic>
        <p:nvPicPr>
          <p:cNvPr descr="Picture 6" id="2085" name="Google Shape;2085;p55"/>
          <p:cNvPicPr preferRelativeResize="0"/>
          <p:nvPr/>
        </p:nvPicPr>
        <p:blipFill rotWithShape="1">
          <a:blip r:embed="rId3">
            <a:alphaModFix/>
          </a:blip>
          <a:srcRect b="0" l="0" r="0" t="0"/>
          <a:stretch/>
        </p:blipFill>
        <p:spPr>
          <a:xfrm>
            <a:off x="3048000" y="3586646"/>
            <a:ext cx="18288000" cy="6716888"/>
          </a:xfrm>
          <a:prstGeom prst="rect">
            <a:avLst/>
          </a:prstGeom>
          <a:noFill/>
          <a:ln>
            <a:noFill/>
          </a:ln>
        </p:spPr>
      </p:pic>
      <p:sp>
        <p:nvSpPr>
          <p:cNvPr id="2086" name="Google Shape;2086;p55"/>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087" name="Google Shape;2087;p55"/>
          <p:cNvSpPr txBox="1"/>
          <p:nvPr/>
        </p:nvSpPr>
        <p:spPr>
          <a:xfrm>
            <a:off x="20633943" y="13287883"/>
            <a:ext cx="3639313" cy="39903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000"/>
              <a:buFont typeface="Helvetica Neue Light"/>
              <a:buNone/>
            </a:pPr>
            <a:r>
              <a:rPr b="0" i="0" lang="en-US" sz="20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1" name="Shape 2091"/>
        <p:cNvGrpSpPr/>
        <p:nvPr/>
      </p:nvGrpSpPr>
      <p:grpSpPr>
        <a:xfrm>
          <a:off x="0" y="0"/>
          <a:ext cx="0" cy="0"/>
          <a:chOff x="0" y="0"/>
          <a:chExt cx="0" cy="0"/>
        </a:xfrm>
      </p:grpSpPr>
      <p:sp>
        <p:nvSpPr>
          <p:cNvPr id="2092" name="Google Shape;2092;p56"/>
          <p:cNvSpPr txBox="1"/>
          <p:nvPr>
            <p:ph type="title"/>
          </p:nvPr>
        </p:nvSpPr>
        <p:spPr>
          <a:xfrm>
            <a:off x="3962400" y="549276"/>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8800"/>
              <a:buFont typeface="Calibri"/>
              <a:buNone/>
            </a:pPr>
            <a:r>
              <a:t/>
            </a:r>
            <a:endParaRPr sz="8800">
              <a:latin typeface="Calibri"/>
              <a:ea typeface="Calibri"/>
              <a:cs typeface="Calibri"/>
              <a:sym typeface="Calibri"/>
            </a:endParaRPr>
          </a:p>
        </p:txBody>
      </p:sp>
      <p:pic>
        <p:nvPicPr>
          <p:cNvPr descr="Picture 3" id="2093" name="Google Shape;2093;p56"/>
          <p:cNvPicPr preferRelativeResize="0"/>
          <p:nvPr/>
        </p:nvPicPr>
        <p:blipFill rotWithShape="1">
          <a:blip r:embed="rId3">
            <a:alphaModFix/>
          </a:blip>
          <a:srcRect b="0" l="0" r="0" t="0"/>
          <a:stretch/>
        </p:blipFill>
        <p:spPr>
          <a:xfrm>
            <a:off x="3048000" y="0"/>
            <a:ext cx="18288000" cy="13716000"/>
          </a:xfrm>
          <a:prstGeom prst="rect">
            <a:avLst/>
          </a:prstGeom>
          <a:noFill/>
          <a:ln>
            <a:noFill/>
          </a:ln>
        </p:spPr>
      </p:pic>
      <p:sp>
        <p:nvSpPr>
          <p:cNvPr id="2094" name="Google Shape;2094;p56"/>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8" name="Shape 2098"/>
        <p:cNvGrpSpPr/>
        <p:nvPr/>
      </p:nvGrpSpPr>
      <p:grpSpPr>
        <a:xfrm>
          <a:off x="0" y="0"/>
          <a:ext cx="0" cy="0"/>
          <a:chOff x="0" y="0"/>
          <a:chExt cx="0" cy="0"/>
        </a:xfrm>
      </p:grpSpPr>
      <p:pic>
        <p:nvPicPr>
          <p:cNvPr descr="Picture 20" id="2099" name="Google Shape;2099;p68"/>
          <p:cNvPicPr preferRelativeResize="0"/>
          <p:nvPr/>
        </p:nvPicPr>
        <p:blipFill rotWithShape="1">
          <a:blip r:embed="rId3">
            <a:alphaModFix/>
          </a:blip>
          <a:srcRect b="0" l="0" r="0" t="0"/>
          <a:stretch/>
        </p:blipFill>
        <p:spPr>
          <a:xfrm>
            <a:off x="3048000" y="0"/>
            <a:ext cx="18288000" cy="8174040"/>
          </a:xfrm>
          <a:prstGeom prst="rect">
            <a:avLst/>
          </a:prstGeom>
          <a:noFill/>
          <a:ln>
            <a:noFill/>
          </a:ln>
        </p:spPr>
      </p:pic>
      <p:grpSp>
        <p:nvGrpSpPr>
          <p:cNvPr id="2100" name="Google Shape;2100;p68"/>
          <p:cNvGrpSpPr/>
          <p:nvPr/>
        </p:nvGrpSpPr>
        <p:grpSpPr>
          <a:xfrm>
            <a:off x="3047997" y="0"/>
            <a:ext cx="13394269" cy="1337736"/>
            <a:chOff x="0" y="0"/>
            <a:chExt cx="13394267" cy="1337735"/>
          </a:xfrm>
        </p:grpSpPr>
        <p:sp>
          <p:nvSpPr>
            <p:cNvPr id="2101" name="Google Shape;2101;p68"/>
            <p:cNvSpPr/>
            <p:nvPr/>
          </p:nvSpPr>
          <p:spPr>
            <a:xfrm>
              <a:off x="0" y="0"/>
              <a:ext cx="13394267" cy="1337735"/>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Helvetica Neue"/>
                <a:buNone/>
              </a:pPr>
              <a:r>
                <a:t/>
              </a:r>
              <a:endParaRPr b="0" i="0" sz="2400" u="none" cap="none" strike="noStrike">
                <a:solidFill>
                  <a:srgbClr val="000000"/>
                </a:solidFill>
                <a:latin typeface="Helvetica Neue"/>
                <a:ea typeface="Helvetica Neue"/>
                <a:cs typeface="Helvetica Neue"/>
                <a:sym typeface="Helvetica Neue"/>
              </a:endParaRPr>
            </a:p>
          </p:txBody>
        </p:sp>
        <p:sp>
          <p:nvSpPr>
            <p:cNvPr id="2102" name="Google Shape;2102;p68"/>
            <p:cNvSpPr/>
            <p:nvPr/>
          </p:nvSpPr>
          <p:spPr>
            <a:xfrm>
              <a:off x="91439" y="668867"/>
              <a:ext cx="13211387" cy="1"/>
            </a:xfrm>
            <a:custGeom>
              <a:rect b="b" l="l" r="r" t="t"/>
              <a:pathLst>
                <a:path extrusionOk="0" h="120000" w="21600">
                  <a:moveTo>
                    <a:pt x="0" y="0"/>
                  </a:moveTo>
                  <a:lnTo>
                    <a:pt x="21600" y="0"/>
                  </a:lnTo>
                  <a:lnTo>
                    <a:pt x="21600" y="0"/>
                  </a:lnTo>
                  <a:lnTo>
                    <a:pt x="0" y="0"/>
                  </a:lnTo>
                  <a:close/>
                </a:path>
              </a:pathLst>
            </a:cu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600"/>
                <a:buFont typeface="Helvetica Neue"/>
                <a:buNone/>
              </a:pPr>
              <a:r>
                <a:rPr b="0" i="0" lang="en-US" sz="7600" u="none" cap="none" strike="noStrike">
                  <a:solidFill>
                    <a:srgbClr val="000000"/>
                  </a:solidFill>
                  <a:latin typeface="Helvetica Neue"/>
                  <a:ea typeface="Helvetica Neue"/>
                  <a:cs typeface="Helvetica Neue"/>
                  <a:sym typeface="Helvetica Neue"/>
                </a:rPr>
                <a:t>Accidental pinhole camera</a:t>
              </a:r>
              <a:endParaRPr/>
            </a:p>
          </p:txBody>
        </p:sp>
      </p:grpSp>
      <p:sp>
        <p:nvSpPr>
          <p:cNvPr id="2103" name="Google Shape;2103;p68"/>
          <p:cNvSpPr/>
          <p:nvPr/>
        </p:nvSpPr>
        <p:spPr>
          <a:xfrm>
            <a:off x="5215466" y="5215463"/>
            <a:ext cx="3200401" cy="5147736"/>
          </a:xfrm>
          <a:custGeom>
            <a:rect b="b" l="l" r="r" t="t"/>
            <a:pathLst>
              <a:path extrusionOk="0" h="21600" w="21600">
                <a:moveTo>
                  <a:pt x="21600" y="21600"/>
                </a:moveTo>
                <a:lnTo>
                  <a:pt x="15547" y="19373"/>
                </a:lnTo>
                <a:lnTo>
                  <a:pt x="10800" y="16181"/>
                </a:lnTo>
                <a:lnTo>
                  <a:pt x="3086" y="6161"/>
                </a:lnTo>
                <a:lnTo>
                  <a:pt x="0" y="0"/>
                </a:lnTo>
              </a:path>
            </a:pathLst>
          </a:custGeom>
          <a:noFill/>
          <a:ln cap="flat" cmpd="sng" w="114300">
            <a:solidFill>
              <a:srgbClr val="000000"/>
            </a:solidFill>
            <a:prstDash val="solid"/>
            <a:round/>
            <a:headEnd len="sm" w="sm" type="none"/>
            <a:tailEnd len="med" w="med" type="stealth"/>
          </a:ln>
          <a:effectLst>
            <a:outerShdw blurRad="76200" rotWithShape="0" dir="5400000" dist="38100">
              <a:srgbClr val="000000">
                <a:alpha val="3764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04" name="Google Shape;2104;p68"/>
          <p:cNvSpPr txBox="1"/>
          <p:nvPr/>
        </p:nvSpPr>
        <p:spPr>
          <a:xfrm>
            <a:off x="5273039" y="12977335"/>
            <a:ext cx="12876630" cy="7013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See Zomet, A.; Nayar, S.K. CVPR 2006 for a detailed analysis.</a:t>
            </a:r>
            <a:endParaRPr/>
          </a:p>
        </p:txBody>
      </p:sp>
      <p:grpSp>
        <p:nvGrpSpPr>
          <p:cNvPr id="2105" name="Google Shape;2105;p68"/>
          <p:cNvGrpSpPr/>
          <p:nvPr/>
        </p:nvGrpSpPr>
        <p:grpSpPr>
          <a:xfrm>
            <a:off x="8906929" y="8434479"/>
            <a:ext cx="5029201" cy="4374173"/>
            <a:chOff x="0" y="0"/>
            <a:chExt cx="5029200" cy="4374171"/>
          </a:xfrm>
        </p:grpSpPr>
        <p:pic>
          <p:nvPicPr>
            <p:cNvPr descr="Picture 7" id="2106" name="Google Shape;2106;p68"/>
            <p:cNvPicPr preferRelativeResize="0"/>
            <p:nvPr/>
          </p:nvPicPr>
          <p:blipFill rotWithShape="1">
            <a:blip r:embed="rId4">
              <a:alphaModFix/>
            </a:blip>
            <a:srcRect b="0" l="0" r="0" t="0"/>
            <a:stretch/>
          </p:blipFill>
          <p:spPr>
            <a:xfrm>
              <a:off x="0" y="0"/>
              <a:ext cx="5029200" cy="3821015"/>
            </a:xfrm>
            <a:prstGeom prst="rect">
              <a:avLst/>
            </a:prstGeom>
            <a:noFill/>
            <a:ln>
              <a:noFill/>
            </a:ln>
          </p:spPr>
        </p:pic>
        <p:sp>
          <p:nvSpPr>
            <p:cNvPr id="2107" name="Google Shape;2107;p68"/>
            <p:cNvSpPr txBox="1"/>
            <p:nvPr/>
          </p:nvSpPr>
          <p:spPr>
            <a:xfrm>
              <a:off x="768777" y="3672847"/>
              <a:ext cx="3118268" cy="7013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Outside scene</a:t>
              </a:r>
              <a:endParaRPr/>
            </a:p>
          </p:txBody>
        </p:sp>
      </p:grpSp>
      <p:grpSp>
        <p:nvGrpSpPr>
          <p:cNvPr id="2108" name="Google Shape;2108;p68"/>
          <p:cNvGrpSpPr/>
          <p:nvPr/>
        </p:nvGrpSpPr>
        <p:grpSpPr>
          <a:xfrm>
            <a:off x="14078371" y="8974659"/>
            <a:ext cx="5496566" cy="3139719"/>
            <a:chOff x="0" y="0"/>
            <a:chExt cx="5496565" cy="3139717"/>
          </a:xfrm>
        </p:grpSpPr>
        <p:pic>
          <p:nvPicPr>
            <p:cNvPr descr="Picture 12" id="2109" name="Google Shape;2109;p68"/>
            <p:cNvPicPr preferRelativeResize="0"/>
            <p:nvPr/>
          </p:nvPicPr>
          <p:blipFill rotWithShape="1">
            <a:blip r:embed="rId5">
              <a:alphaModFix/>
            </a:blip>
            <a:srcRect b="0" l="0" r="0" t="0"/>
            <a:stretch/>
          </p:blipFill>
          <p:spPr>
            <a:xfrm>
              <a:off x="619764" y="0"/>
              <a:ext cx="4876801" cy="2641600"/>
            </a:xfrm>
            <a:prstGeom prst="rect">
              <a:avLst/>
            </a:prstGeom>
            <a:noFill/>
            <a:ln>
              <a:noFill/>
            </a:ln>
          </p:spPr>
        </p:pic>
        <p:sp>
          <p:nvSpPr>
            <p:cNvPr id="2110" name="Google Shape;2110;p68"/>
            <p:cNvSpPr txBox="1"/>
            <p:nvPr/>
          </p:nvSpPr>
          <p:spPr>
            <a:xfrm>
              <a:off x="0" y="897473"/>
              <a:ext cx="511890" cy="109609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400"/>
                <a:buFont typeface="Arial"/>
                <a:buNone/>
              </a:pPr>
              <a:r>
                <a:rPr b="0" i="0" lang="en-US" sz="6400" u="none" cap="none" strike="noStrike">
                  <a:solidFill>
                    <a:srgbClr val="000000"/>
                  </a:solidFill>
                  <a:latin typeface="Arial"/>
                  <a:ea typeface="Arial"/>
                  <a:cs typeface="Arial"/>
                  <a:sym typeface="Arial"/>
                </a:rPr>
                <a:t>*</a:t>
              </a:r>
              <a:endParaRPr/>
            </a:p>
          </p:txBody>
        </p:sp>
        <p:sp>
          <p:nvSpPr>
            <p:cNvPr id="2111" name="Google Shape;2111;p68"/>
            <p:cNvSpPr txBox="1"/>
            <p:nvPr/>
          </p:nvSpPr>
          <p:spPr>
            <a:xfrm>
              <a:off x="2065876" y="2438393"/>
              <a:ext cx="1949148" cy="7013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Aperture</a:t>
              </a:r>
              <a:endParaRPr/>
            </a:p>
          </p:txBody>
        </p:sp>
      </p:grpSp>
      <p:sp>
        <p:nvSpPr>
          <p:cNvPr id="2112" name="Google Shape;2112;p68"/>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113" name="Google Shape;2113;p68"/>
          <p:cNvSpPr txBox="1"/>
          <p:nvPr/>
        </p:nvSpPr>
        <p:spPr>
          <a:xfrm>
            <a:off x="20633943" y="13287883"/>
            <a:ext cx="3639313" cy="39903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000"/>
              <a:buFont typeface="Helvetica Neue Light"/>
              <a:buNone/>
            </a:pPr>
            <a:r>
              <a:rPr b="0" i="0" lang="en-US" sz="20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7" name="Shape 2117"/>
        <p:cNvGrpSpPr/>
        <p:nvPr/>
      </p:nvGrpSpPr>
      <p:grpSpPr>
        <a:xfrm>
          <a:off x="0" y="0"/>
          <a:ext cx="0" cy="0"/>
          <a:chOff x="0" y="0"/>
          <a:chExt cx="0" cy="0"/>
        </a:xfrm>
      </p:grpSpPr>
      <p:sp>
        <p:nvSpPr>
          <p:cNvPr id="2118" name="Google Shape;2118;p72"/>
          <p:cNvSpPr txBox="1"/>
          <p:nvPr>
            <p:ph type="title"/>
          </p:nvPr>
        </p:nvSpPr>
        <p:spPr>
          <a:xfrm>
            <a:off x="3962400" y="0"/>
            <a:ext cx="16459200" cy="1730962"/>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536"/>
              <a:buFont typeface="Calibri"/>
              <a:buNone/>
            </a:pPr>
            <a:r>
              <a:rPr lang="en-US" sz="8536"/>
              <a:t>Pinhole and Anti-pinhole cameras</a:t>
            </a:r>
            <a:endParaRPr/>
          </a:p>
        </p:txBody>
      </p:sp>
      <p:sp>
        <p:nvSpPr>
          <p:cNvPr id="2119" name="Google Shape;2119;p72"/>
          <p:cNvSpPr txBox="1"/>
          <p:nvPr/>
        </p:nvSpPr>
        <p:spPr>
          <a:xfrm>
            <a:off x="15397922" y="13104335"/>
            <a:ext cx="4643681"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Adam L. Cohen, 1982</a:t>
            </a:r>
            <a:endParaRPr/>
          </a:p>
        </p:txBody>
      </p:sp>
      <p:grpSp>
        <p:nvGrpSpPr>
          <p:cNvPr id="2120" name="Google Shape;2120;p72"/>
          <p:cNvGrpSpPr/>
          <p:nvPr/>
        </p:nvGrpSpPr>
        <p:grpSpPr>
          <a:xfrm>
            <a:off x="3666435" y="8534802"/>
            <a:ext cx="7642088" cy="5121440"/>
            <a:chOff x="-1" y="0"/>
            <a:chExt cx="7642086" cy="5121439"/>
          </a:xfrm>
        </p:grpSpPr>
        <p:cxnSp>
          <p:nvCxnSpPr>
            <p:cNvPr id="2121" name="Google Shape;2121;p72"/>
            <p:cNvCxnSpPr/>
            <p:nvPr/>
          </p:nvCxnSpPr>
          <p:spPr>
            <a:xfrm flipH="1" rot="10800000">
              <a:off x="239464" y="224245"/>
              <a:ext cx="1" cy="4074756"/>
            </a:xfrm>
            <a:prstGeom prst="straightConnector1">
              <a:avLst/>
            </a:prstGeom>
            <a:noFill/>
            <a:ln cap="flat" cmpd="sng" w="50800">
              <a:solidFill>
                <a:srgbClr val="4F81BD"/>
              </a:solidFill>
              <a:prstDash val="solid"/>
              <a:round/>
              <a:headEnd len="sm" w="sm" type="none"/>
              <a:tailEnd len="med" w="med" type="triangle"/>
            </a:ln>
            <a:effectLst>
              <a:outerShdw blurRad="76200" rotWithShape="0" dir="5400000" dist="38100">
                <a:srgbClr val="000000">
                  <a:alpha val="37647"/>
                </a:srgbClr>
              </a:outerShdw>
            </a:effectLst>
          </p:spPr>
        </p:cxnSp>
        <p:cxnSp>
          <p:nvCxnSpPr>
            <p:cNvPr id="2122" name="Google Shape;2122;p72"/>
            <p:cNvCxnSpPr/>
            <p:nvPr/>
          </p:nvCxnSpPr>
          <p:spPr>
            <a:xfrm>
              <a:off x="-1" y="3939574"/>
              <a:ext cx="7642086" cy="3176"/>
            </a:xfrm>
            <a:prstGeom prst="straightConnector1">
              <a:avLst/>
            </a:prstGeom>
            <a:noFill/>
            <a:ln cap="flat" cmpd="sng" w="50800">
              <a:solidFill>
                <a:srgbClr val="4F81BD"/>
              </a:solidFill>
              <a:prstDash val="solid"/>
              <a:round/>
              <a:headEnd len="sm" w="sm" type="none"/>
              <a:tailEnd len="med" w="med" type="triangle"/>
            </a:ln>
            <a:effectLst>
              <a:outerShdw blurRad="76200" rotWithShape="0" dir="5400000" dist="38100">
                <a:srgbClr val="000000">
                  <a:alpha val="37647"/>
                </a:srgbClr>
              </a:outerShdw>
            </a:effectLst>
          </p:spPr>
        </p:cxnSp>
        <p:sp>
          <p:nvSpPr>
            <p:cNvPr id="2123" name="Google Shape;2123;p72"/>
            <p:cNvSpPr/>
            <p:nvPr/>
          </p:nvSpPr>
          <p:spPr>
            <a:xfrm>
              <a:off x="220868" y="2218630"/>
              <a:ext cx="6979478" cy="1698863"/>
            </a:xfrm>
            <a:custGeom>
              <a:rect b="b" l="l" r="r" t="t"/>
              <a:pathLst>
                <a:path extrusionOk="0" h="21600" w="21600">
                  <a:moveTo>
                    <a:pt x="68" y="14115"/>
                  </a:moveTo>
                  <a:lnTo>
                    <a:pt x="1230" y="13901"/>
                  </a:lnTo>
                  <a:lnTo>
                    <a:pt x="2461" y="12832"/>
                  </a:lnTo>
                  <a:lnTo>
                    <a:pt x="3623" y="6416"/>
                  </a:lnTo>
                  <a:lnTo>
                    <a:pt x="3965" y="1069"/>
                  </a:lnTo>
                  <a:lnTo>
                    <a:pt x="4238" y="10479"/>
                  </a:lnTo>
                  <a:lnTo>
                    <a:pt x="5058" y="12618"/>
                  </a:lnTo>
                  <a:lnTo>
                    <a:pt x="6835" y="12618"/>
                  </a:lnTo>
                  <a:lnTo>
                    <a:pt x="7109" y="11762"/>
                  </a:lnTo>
                  <a:lnTo>
                    <a:pt x="7451" y="6844"/>
                  </a:lnTo>
                  <a:lnTo>
                    <a:pt x="11894" y="6844"/>
                  </a:lnTo>
                  <a:lnTo>
                    <a:pt x="12099" y="7699"/>
                  </a:lnTo>
                  <a:lnTo>
                    <a:pt x="12167" y="10907"/>
                  </a:lnTo>
                  <a:lnTo>
                    <a:pt x="12304" y="12832"/>
                  </a:lnTo>
                  <a:lnTo>
                    <a:pt x="13603" y="13259"/>
                  </a:lnTo>
                  <a:lnTo>
                    <a:pt x="17909" y="12832"/>
                  </a:lnTo>
                  <a:lnTo>
                    <a:pt x="17909" y="428"/>
                  </a:lnTo>
                  <a:lnTo>
                    <a:pt x="18046" y="0"/>
                  </a:lnTo>
                  <a:lnTo>
                    <a:pt x="18661" y="0"/>
                  </a:lnTo>
                  <a:lnTo>
                    <a:pt x="18729" y="428"/>
                  </a:lnTo>
                  <a:lnTo>
                    <a:pt x="18866" y="12404"/>
                  </a:lnTo>
                  <a:lnTo>
                    <a:pt x="19003" y="13046"/>
                  </a:lnTo>
                  <a:lnTo>
                    <a:pt x="21600" y="13046"/>
                  </a:lnTo>
                  <a:lnTo>
                    <a:pt x="21600" y="21600"/>
                  </a:lnTo>
                  <a:lnTo>
                    <a:pt x="0" y="21600"/>
                  </a:lnTo>
                  <a:lnTo>
                    <a:pt x="68" y="14115"/>
                  </a:lnTo>
                  <a:close/>
                </a:path>
              </a:pathLst>
            </a:custGeom>
            <a:noFill/>
            <a:ln cap="flat" cmpd="sng" w="50800">
              <a:solidFill>
                <a:srgbClr val="000000"/>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cxnSp>
          <p:nvCxnSpPr>
            <p:cNvPr id="2124" name="Google Shape;2124;p72"/>
            <p:cNvCxnSpPr/>
            <p:nvPr/>
          </p:nvCxnSpPr>
          <p:spPr>
            <a:xfrm>
              <a:off x="6301621" y="3851438"/>
              <a:ext cx="1270001" cy="1270001"/>
            </a:xfrm>
            <a:prstGeom prst="straightConnector1">
              <a:avLst/>
            </a:prstGeom>
            <a:noFill/>
            <a:ln>
              <a:noFill/>
            </a:ln>
          </p:spPr>
        </p:cxnSp>
        <p:cxnSp>
          <p:nvCxnSpPr>
            <p:cNvPr id="2125" name="Google Shape;2125;p72"/>
            <p:cNvCxnSpPr/>
            <p:nvPr/>
          </p:nvCxnSpPr>
          <p:spPr>
            <a:xfrm>
              <a:off x="322114" y="0"/>
              <a:ext cx="1270001" cy="1270000"/>
            </a:xfrm>
            <a:prstGeom prst="straightConnector1">
              <a:avLst/>
            </a:prstGeom>
            <a:noFill/>
            <a:ln>
              <a:noFill/>
            </a:ln>
          </p:spPr>
        </p:cxnSp>
      </p:grpSp>
      <p:grpSp>
        <p:nvGrpSpPr>
          <p:cNvPr id="2126" name="Google Shape;2126;p72"/>
          <p:cNvGrpSpPr/>
          <p:nvPr/>
        </p:nvGrpSpPr>
        <p:grpSpPr>
          <a:xfrm>
            <a:off x="12717670" y="8542725"/>
            <a:ext cx="7701901" cy="4429087"/>
            <a:chOff x="-1" y="0"/>
            <a:chExt cx="7701900" cy="4429085"/>
          </a:xfrm>
        </p:grpSpPr>
        <p:cxnSp>
          <p:nvCxnSpPr>
            <p:cNvPr id="2127" name="Google Shape;2127;p72"/>
            <p:cNvCxnSpPr/>
            <p:nvPr/>
          </p:nvCxnSpPr>
          <p:spPr>
            <a:xfrm flipH="1" rot="10800000">
              <a:off x="236604" y="216640"/>
              <a:ext cx="3177" cy="4114513"/>
            </a:xfrm>
            <a:prstGeom prst="straightConnector1">
              <a:avLst/>
            </a:prstGeom>
            <a:noFill/>
            <a:ln cap="flat" cmpd="sng" w="50800">
              <a:solidFill>
                <a:srgbClr val="4F81BD"/>
              </a:solidFill>
              <a:prstDash val="solid"/>
              <a:round/>
              <a:headEnd len="sm" w="sm" type="none"/>
              <a:tailEnd len="med" w="med" type="triangle"/>
            </a:ln>
            <a:effectLst>
              <a:outerShdw blurRad="76200" rotWithShape="0" dir="5400000" dist="38100">
                <a:srgbClr val="000000">
                  <a:alpha val="37647"/>
                </a:srgbClr>
              </a:outerShdw>
            </a:effectLst>
          </p:spPr>
        </p:cxnSp>
        <p:cxnSp>
          <p:nvCxnSpPr>
            <p:cNvPr id="2128" name="Google Shape;2128;p72"/>
            <p:cNvCxnSpPr/>
            <p:nvPr/>
          </p:nvCxnSpPr>
          <p:spPr>
            <a:xfrm>
              <a:off x="-1" y="3971408"/>
              <a:ext cx="7642088" cy="3176"/>
            </a:xfrm>
            <a:prstGeom prst="straightConnector1">
              <a:avLst/>
            </a:prstGeom>
            <a:noFill/>
            <a:ln cap="flat" cmpd="sng" w="50800">
              <a:solidFill>
                <a:srgbClr val="4F81BD"/>
              </a:solidFill>
              <a:prstDash val="solid"/>
              <a:round/>
              <a:headEnd len="sm" w="sm" type="none"/>
              <a:tailEnd len="med" w="med" type="triangle"/>
            </a:ln>
            <a:effectLst>
              <a:outerShdw blurRad="76200" rotWithShape="0" dir="5400000" dist="38100">
                <a:srgbClr val="000000">
                  <a:alpha val="37647"/>
                </a:srgbClr>
              </a:outerShdw>
            </a:effectLst>
          </p:spPr>
        </p:cxnSp>
        <p:sp>
          <p:nvSpPr>
            <p:cNvPr id="2129" name="Google Shape;2129;p72"/>
            <p:cNvSpPr/>
            <p:nvPr/>
          </p:nvSpPr>
          <p:spPr>
            <a:xfrm flipH="1" rot="10800000">
              <a:off x="242956" y="1192755"/>
              <a:ext cx="6979479" cy="1083923"/>
            </a:xfrm>
            <a:custGeom>
              <a:rect b="b" l="l" r="r" t="t"/>
              <a:pathLst>
                <a:path extrusionOk="0" h="21600" w="21600">
                  <a:moveTo>
                    <a:pt x="0" y="20851"/>
                  </a:moveTo>
                  <a:lnTo>
                    <a:pt x="68" y="21600"/>
                  </a:lnTo>
                  <a:lnTo>
                    <a:pt x="1230" y="21273"/>
                  </a:lnTo>
                  <a:lnTo>
                    <a:pt x="2461" y="19636"/>
                  </a:lnTo>
                  <a:lnTo>
                    <a:pt x="3623" y="9818"/>
                  </a:lnTo>
                  <a:lnTo>
                    <a:pt x="3965" y="1636"/>
                  </a:lnTo>
                  <a:lnTo>
                    <a:pt x="4238" y="16036"/>
                  </a:lnTo>
                  <a:lnTo>
                    <a:pt x="5058" y="19309"/>
                  </a:lnTo>
                  <a:lnTo>
                    <a:pt x="6835" y="19309"/>
                  </a:lnTo>
                  <a:lnTo>
                    <a:pt x="7109" y="18000"/>
                  </a:lnTo>
                  <a:lnTo>
                    <a:pt x="7451" y="10473"/>
                  </a:lnTo>
                  <a:lnTo>
                    <a:pt x="11894" y="10473"/>
                  </a:lnTo>
                  <a:lnTo>
                    <a:pt x="12099" y="11782"/>
                  </a:lnTo>
                  <a:lnTo>
                    <a:pt x="12167" y="16691"/>
                  </a:lnTo>
                  <a:lnTo>
                    <a:pt x="12304" y="19636"/>
                  </a:lnTo>
                  <a:lnTo>
                    <a:pt x="13603" y="20291"/>
                  </a:lnTo>
                  <a:lnTo>
                    <a:pt x="17909" y="19636"/>
                  </a:lnTo>
                  <a:lnTo>
                    <a:pt x="17909" y="655"/>
                  </a:lnTo>
                  <a:lnTo>
                    <a:pt x="18046" y="0"/>
                  </a:lnTo>
                  <a:lnTo>
                    <a:pt x="18661" y="0"/>
                  </a:lnTo>
                  <a:lnTo>
                    <a:pt x="18729" y="655"/>
                  </a:lnTo>
                  <a:lnTo>
                    <a:pt x="18866" y="18982"/>
                  </a:lnTo>
                  <a:lnTo>
                    <a:pt x="19003" y="19964"/>
                  </a:lnTo>
                  <a:lnTo>
                    <a:pt x="21600" y="19964"/>
                  </a:lnTo>
                </a:path>
              </a:pathLst>
            </a:custGeom>
            <a:solidFill>
              <a:srgbClr val="FFFFFF"/>
            </a:solidFill>
            <a:ln cap="flat" cmpd="sng" w="50800">
              <a:solidFill>
                <a:srgbClr val="000000"/>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2130" name="Google Shape;2130;p72"/>
            <p:cNvSpPr txBox="1"/>
            <p:nvPr/>
          </p:nvSpPr>
          <p:spPr>
            <a:xfrm>
              <a:off x="6280644" y="3851438"/>
              <a:ext cx="1421255" cy="57764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location</a:t>
              </a:r>
              <a:endParaRPr/>
            </a:p>
          </p:txBody>
        </p:sp>
        <p:sp>
          <p:nvSpPr>
            <p:cNvPr id="2131" name="Google Shape;2131;p72"/>
            <p:cNvSpPr txBox="1"/>
            <p:nvPr/>
          </p:nvSpPr>
          <p:spPr>
            <a:xfrm>
              <a:off x="301136" y="0"/>
              <a:ext cx="1519878" cy="57764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Intensity</a:t>
              </a:r>
              <a:endParaRPr/>
            </a:p>
          </p:txBody>
        </p:sp>
      </p:grpSp>
      <p:grpSp>
        <p:nvGrpSpPr>
          <p:cNvPr id="2132" name="Google Shape;2132;p72"/>
          <p:cNvGrpSpPr/>
          <p:nvPr/>
        </p:nvGrpSpPr>
        <p:grpSpPr>
          <a:xfrm>
            <a:off x="11674871" y="1830722"/>
            <a:ext cx="8378708" cy="6465266"/>
            <a:chOff x="0" y="-1"/>
            <a:chExt cx="8378706" cy="6465264"/>
          </a:xfrm>
        </p:grpSpPr>
        <p:cxnSp>
          <p:nvCxnSpPr>
            <p:cNvPr id="2133" name="Google Shape;2133;p72"/>
            <p:cNvCxnSpPr/>
            <p:nvPr/>
          </p:nvCxnSpPr>
          <p:spPr>
            <a:xfrm flipH="1" rot="10800000">
              <a:off x="1986840" y="49480"/>
              <a:ext cx="3076517" cy="639072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34" name="Google Shape;2134;p72"/>
            <p:cNvCxnSpPr/>
            <p:nvPr/>
          </p:nvCxnSpPr>
          <p:spPr>
            <a:xfrm flipH="1" rot="10800000">
              <a:off x="2044909" y="32987"/>
              <a:ext cx="3678223" cy="641578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35" name="Google Shape;2135;p72"/>
            <p:cNvCxnSpPr/>
            <p:nvPr/>
          </p:nvCxnSpPr>
          <p:spPr>
            <a:xfrm flipH="1" rot="10800000">
              <a:off x="2011920" y="16495"/>
              <a:ext cx="1517471" cy="6448768"/>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36" name="Google Shape;2136;p72"/>
            <p:cNvCxnSpPr/>
            <p:nvPr/>
          </p:nvCxnSpPr>
          <p:spPr>
            <a:xfrm flipH="1" rot="10800000">
              <a:off x="1978926" y="49481"/>
              <a:ext cx="890700" cy="636630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37" name="Google Shape;2137;p72"/>
            <p:cNvCxnSpPr/>
            <p:nvPr/>
          </p:nvCxnSpPr>
          <p:spPr>
            <a:xfrm flipH="1" rot="10800000">
              <a:off x="2011924" y="32987"/>
              <a:ext cx="131958" cy="6382799"/>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38" name="Google Shape;2138;p72"/>
            <p:cNvCxnSpPr/>
            <p:nvPr/>
          </p:nvCxnSpPr>
          <p:spPr>
            <a:xfrm flipH="1" rot="10800000">
              <a:off x="2011931" y="82468"/>
              <a:ext cx="4552407" cy="634981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39" name="Google Shape;2139;p72"/>
            <p:cNvCxnSpPr/>
            <p:nvPr/>
          </p:nvCxnSpPr>
          <p:spPr>
            <a:xfrm flipH="1" rot="10800000">
              <a:off x="2028420" y="65973"/>
              <a:ext cx="5360627" cy="634981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40" name="Google Shape;2140;p72"/>
            <p:cNvCxnSpPr/>
            <p:nvPr/>
          </p:nvCxnSpPr>
          <p:spPr>
            <a:xfrm flipH="1" rot="10800000">
              <a:off x="2044905" y="115451"/>
              <a:ext cx="6333801" cy="6300334"/>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41" name="Google Shape;2141;p72"/>
            <p:cNvCxnSpPr/>
            <p:nvPr/>
          </p:nvCxnSpPr>
          <p:spPr>
            <a:xfrm rot="10800000">
              <a:off x="1269678" y="-1"/>
              <a:ext cx="725748" cy="6415786"/>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42" name="Google Shape;2142;p72"/>
            <p:cNvCxnSpPr/>
            <p:nvPr/>
          </p:nvCxnSpPr>
          <p:spPr>
            <a:xfrm rot="10800000">
              <a:off x="378990" y="16494"/>
              <a:ext cx="1649427" cy="638279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sp>
          <p:nvSpPr>
            <p:cNvPr id="2143" name="Google Shape;2143;p72"/>
            <p:cNvSpPr txBox="1"/>
            <p:nvPr/>
          </p:nvSpPr>
          <p:spPr>
            <a:xfrm>
              <a:off x="7216578" y="1055554"/>
              <a:ext cx="652781"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a:t>
              </a:r>
              <a:endParaRPr/>
            </a:p>
          </p:txBody>
        </p:sp>
        <p:sp>
          <p:nvSpPr>
            <p:cNvPr id="2144" name="Google Shape;2144;p72"/>
            <p:cNvSpPr txBox="1"/>
            <p:nvPr/>
          </p:nvSpPr>
          <p:spPr>
            <a:xfrm>
              <a:off x="0" y="799590"/>
              <a:ext cx="652780"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a:t>
              </a:r>
              <a:endParaRPr/>
            </a:p>
          </p:txBody>
        </p:sp>
      </p:grpSp>
      <p:grpSp>
        <p:nvGrpSpPr>
          <p:cNvPr id="2145" name="Google Shape;2145;p72"/>
          <p:cNvGrpSpPr/>
          <p:nvPr/>
        </p:nvGrpSpPr>
        <p:grpSpPr>
          <a:xfrm>
            <a:off x="3962400" y="1905573"/>
            <a:ext cx="6858000" cy="6477003"/>
            <a:chOff x="0" y="-2"/>
            <a:chExt cx="6858000" cy="6477002"/>
          </a:xfrm>
        </p:grpSpPr>
        <p:grpSp>
          <p:nvGrpSpPr>
            <p:cNvPr id="2146" name="Google Shape;2146;p72"/>
            <p:cNvGrpSpPr/>
            <p:nvPr/>
          </p:nvGrpSpPr>
          <p:grpSpPr>
            <a:xfrm>
              <a:off x="0" y="-2"/>
              <a:ext cx="6858000" cy="6477002"/>
              <a:chOff x="0" y="-1"/>
              <a:chExt cx="6858000" cy="6477001"/>
            </a:xfrm>
          </p:grpSpPr>
          <p:sp>
            <p:nvSpPr>
              <p:cNvPr id="2147" name="Google Shape;2147;p72"/>
              <p:cNvSpPr/>
              <p:nvPr/>
            </p:nvSpPr>
            <p:spPr>
              <a:xfrm>
                <a:off x="0" y="533400"/>
                <a:ext cx="6858000" cy="5943600"/>
              </a:xfrm>
              <a:prstGeom prst="rect">
                <a:avLst/>
              </a:prstGeom>
              <a:noFill/>
              <a:ln cap="flat" cmpd="sng" w="152400">
                <a:solidFill>
                  <a:srgbClr val="000000"/>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2148" name="Google Shape;2148;p72"/>
              <p:cNvSpPr/>
              <p:nvPr/>
            </p:nvSpPr>
            <p:spPr>
              <a:xfrm>
                <a:off x="2743200" y="-1"/>
                <a:ext cx="1066800" cy="1066801"/>
              </a:xfrm>
              <a:prstGeom prst="ellipse">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sp>
          <p:nvSpPr>
            <p:cNvPr id="2149" name="Google Shape;2149;p72"/>
            <p:cNvSpPr txBox="1"/>
            <p:nvPr/>
          </p:nvSpPr>
          <p:spPr>
            <a:xfrm>
              <a:off x="3918372" y="653239"/>
              <a:ext cx="1670095" cy="7013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pinhole</a:t>
              </a:r>
              <a:endParaRPr/>
            </a:p>
          </p:txBody>
        </p:sp>
      </p:grpSp>
      <p:grpSp>
        <p:nvGrpSpPr>
          <p:cNvPr id="2150" name="Google Shape;2150;p72"/>
          <p:cNvGrpSpPr/>
          <p:nvPr/>
        </p:nvGrpSpPr>
        <p:grpSpPr>
          <a:xfrm>
            <a:off x="12169912" y="1829376"/>
            <a:ext cx="7467604" cy="6534292"/>
            <a:chOff x="-1" y="0"/>
            <a:chExt cx="7467603" cy="6534291"/>
          </a:xfrm>
        </p:grpSpPr>
        <p:grpSp>
          <p:nvGrpSpPr>
            <p:cNvPr id="2151" name="Google Shape;2151;p72"/>
            <p:cNvGrpSpPr/>
            <p:nvPr/>
          </p:nvGrpSpPr>
          <p:grpSpPr>
            <a:xfrm>
              <a:off x="-1" y="0"/>
              <a:ext cx="7467603" cy="6534291"/>
              <a:chOff x="-1" y="0"/>
              <a:chExt cx="7467602" cy="6534290"/>
            </a:xfrm>
          </p:grpSpPr>
          <p:cxnSp>
            <p:nvCxnSpPr>
              <p:cNvPr id="2152" name="Google Shape;2152;p72"/>
              <p:cNvCxnSpPr/>
              <p:nvPr/>
            </p:nvCxnSpPr>
            <p:spPr>
              <a:xfrm>
                <a:off x="-1" y="6531115"/>
                <a:ext cx="7467602" cy="3175"/>
              </a:xfrm>
              <a:prstGeom prst="straightConnector1">
                <a:avLst/>
              </a:prstGeom>
              <a:noFill/>
              <a:ln cap="flat" cmpd="sng" w="152400">
                <a:solidFill>
                  <a:srgbClr val="000000"/>
                </a:solidFill>
                <a:prstDash val="solid"/>
                <a:round/>
                <a:headEnd len="sm" w="sm" type="none"/>
                <a:tailEnd len="sm" w="sm" type="none"/>
              </a:ln>
              <a:effectLst>
                <a:outerShdw blurRad="76200" rotWithShape="0" dir="5400000" dist="38100">
                  <a:srgbClr val="000000">
                    <a:alpha val="37647"/>
                  </a:srgbClr>
                </a:outerShdw>
              </a:effectLst>
            </p:spPr>
          </p:cxnSp>
          <p:sp>
            <p:nvSpPr>
              <p:cNvPr id="2153" name="Google Shape;2153;p72"/>
              <p:cNvSpPr/>
              <p:nvPr/>
            </p:nvSpPr>
            <p:spPr>
              <a:xfrm>
                <a:off x="3070086" y="0"/>
                <a:ext cx="1066801" cy="1066801"/>
              </a:xfrm>
              <a:prstGeom prst="ellipse">
                <a:avLst/>
              </a:prstGeom>
              <a:solidFill>
                <a:srgbClr val="000000"/>
              </a:solidFill>
              <a:ln cap="flat" cmpd="sng" w="12700">
                <a:solidFill>
                  <a:srgbClr val="4A7EBB"/>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sp>
          <p:nvSpPr>
            <p:cNvPr id="2154" name="Google Shape;2154;p72"/>
            <p:cNvSpPr txBox="1"/>
            <p:nvPr/>
          </p:nvSpPr>
          <p:spPr>
            <a:xfrm>
              <a:off x="4106029" y="695574"/>
              <a:ext cx="2610169"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Anti-pinhole</a:t>
              </a:r>
              <a:endParaRPr/>
            </a:p>
          </p:txBody>
        </p:sp>
      </p:grpSp>
      <p:grpSp>
        <p:nvGrpSpPr>
          <p:cNvPr id="2155" name="Google Shape;2155;p72"/>
          <p:cNvGrpSpPr/>
          <p:nvPr/>
        </p:nvGrpSpPr>
        <p:grpSpPr>
          <a:xfrm>
            <a:off x="5043803" y="1905576"/>
            <a:ext cx="2968970" cy="6373922"/>
            <a:chOff x="0" y="0"/>
            <a:chExt cx="2968969" cy="6373920"/>
          </a:xfrm>
        </p:grpSpPr>
        <p:cxnSp>
          <p:nvCxnSpPr>
            <p:cNvPr id="2156" name="Google Shape;2156;p72"/>
            <p:cNvCxnSpPr/>
            <p:nvPr/>
          </p:nvCxnSpPr>
          <p:spPr>
            <a:xfrm flipH="1" rot="10800000">
              <a:off x="0" y="24107"/>
              <a:ext cx="1797876" cy="6333317"/>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57" name="Google Shape;2157;p72"/>
            <p:cNvCxnSpPr/>
            <p:nvPr/>
          </p:nvCxnSpPr>
          <p:spPr>
            <a:xfrm flipH="1" rot="10800000">
              <a:off x="32995" y="0"/>
              <a:ext cx="2162204" cy="6373920"/>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58" name="Google Shape;2158;p72"/>
            <p:cNvCxnSpPr/>
            <p:nvPr/>
          </p:nvCxnSpPr>
          <p:spPr>
            <a:xfrm flipH="1" rot="10800000">
              <a:off x="49488" y="24107"/>
              <a:ext cx="2523623" cy="630033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cxnSp>
          <p:nvCxnSpPr>
            <p:cNvPr id="2159" name="Google Shape;2159;p72"/>
            <p:cNvCxnSpPr/>
            <p:nvPr/>
          </p:nvCxnSpPr>
          <p:spPr>
            <a:xfrm flipH="1" rot="10800000">
              <a:off x="49491" y="7613"/>
              <a:ext cx="2919478" cy="6349813"/>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sp>
        <p:nvSpPr>
          <p:cNvPr id="2160" name="Google Shape;2160;p72"/>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161" name="Google Shape;2161;p72"/>
          <p:cNvSpPr txBox="1"/>
          <p:nvPr/>
        </p:nvSpPr>
        <p:spPr>
          <a:xfrm>
            <a:off x="20633943" y="13287883"/>
            <a:ext cx="3639313" cy="39903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000"/>
              <a:buFont typeface="Helvetica Neue Light"/>
              <a:buNone/>
            </a:pPr>
            <a:r>
              <a:rPr b="0" i="0" lang="en-US" sz="20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5" name="Shape 2165"/>
        <p:cNvGrpSpPr/>
        <p:nvPr/>
      </p:nvGrpSpPr>
      <p:grpSpPr>
        <a:xfrm>
          <a:off x="0" y="0"/>
          <a:ext cx="0" cy="0"/>
          <a:chOff x="0" y="0"/>
          <a:chExt cx="0" cy="0"/>
        </a:xfrm>
      </p:grpSpPr>
      <p:sp>
        <p:nvSpPr>
          <p:cNvPr id="2166" name="Google Shape;2166;p74"/>
          <p:cNvSpPr/>
          <p:nvPr/>
        </p:nvSpPr>
        <p:spPr>
          <a:xfrm rot="5400000">
            <a:off x="-1371600" y="4419599"/>
            <a:ext cx="13716000" cy="4876801"/>
          </a:xfrm>
          <a:custGeom>
            <a:rect b="b" l="l" r="r" t="t"/>
            <a:pathLst>
              <a:path extrusionOk="0" h="21600" w="21600">
                <a:moveTo>
                  <a:pt x="0" y="21600"/>
                </a:moveTo>
                <a:lnTo>
                  <a:pt x="3404" y="0"/>
                </a:lnTo>
                <a:lnTo>
                  <a:pt x="18196" y="0"/>
                </a:lnTo>
                <a:lnTo>
                  <a:pt x="21600" y="21600"/>
                </a:lnTo>
                <a:close/>
              </a:path>
            </a:pathLst>
          </a:custGeom>
          <a:solidFill>
            <a:srgbClr val="D9D9D9"/>
          </a:solidFill>
          <a:ln cap="flat" cmpd="sng" w="12700">
            <a:solidFill>
              <a:srgbClr val="4A7EBB"/>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2167" name="Google Shape;2167;p74"/>
          <p:cNvSpPr/>
          <p:nvPr/>
        </p:nvSpPr>
        <p:spPr>
          <a:xfrm flipH="1" rot="-5400000">
            <a:off x="12039600" y="4419600"/>
            <a:ext cx="13716000" cy="4876800"/>
          </a:xfrm>
          <a:custGeom>
            <a:rect b="b" l="l" r="r" t="t"/>
            <a:pathLst>
              <a:path extrusionOk="0" h="21600" w="21600">
                <a:moveTo>
                  <a:pt x="0" y="21600"/>
                </a:moveTo>
                <a:lnTo>
                  <a:pt x="3271" y="0"/>
                </a:lnTo>
                <a:lnTo>
                  <a:pt x="18329" y="0"/>
                </a:lnTo>
                <a:lnTo>
                  <a:pt x="21600" y="21600"/>
                </a:lnTo>
                <a:close/>
              </a:path>
            </a:pathLst>
          </a:custGeom>
          <a:solidFill>
            <a:srgbClr val="A6A6A6"/>
          </a:solidFill>
          <a:ln cap="flat" cmpd="sng" w="12700">
            <a:solidFill>
              <a:srgbClr val="4A7EBB"/>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2168" name="Google Shape;2168;p74"/>
          <p:cNvSpPr/>
          <p:nvPr/>
        </p:nvSpPr>
        <p:spPr>
          <a:xfrm rot="10800000">
            <a:off x="3048000" y="0"/>
            <a:ext cx="18288000" cy="2133600"/>
          </a:xfrm>
          <a:custGeom>
            <a:rect b="b" l="l" r="r" t="t"/>
            <a:pathLst>
              <a:path extrusionOk="0" h="21600" w="21600">
                <a:moveTo>
                  <a:pt x="0" y="21600"/>
                </a:moveTo>
                <a:lnTo>
                  <a:pt x="5722" y="0"/>
                </a:lnTo>
                <a:lnTo>
                  <a:pt x="15878" y="0"/>
                </a:lnTo>
                <a:lnTo>
                  <a:pt x="21600" y="21600"/>
                </a:lnTo>
                <a:close/>
              </a:path>
            </a:pathLst>
          </a:custGeom>
          <a:solidFill>
            <a:srgbClr val="F2F2F2"/>
          </a:solidFill>
          <a:ln cap="flat" cmpd="sng" w="12700">
            <a:solidFill>
              <a:srgbClr val="4A7EBB"/>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2169" name="Google Shape;2169;p74"/>
          <p:cNvSpPr/>
          <p:nvPr/>
        </p:nvSpPr>
        <p:spPr>
          <a:xfrm flipH="1">
            <a:off x="3048000" y="11582400"/>
            <a:ext cx="18288000" cy="2133600"/>
          </a:xfrm>
          <a:custGeom>
            <a:rect b="b" l="l" r="r" t="t"/>
            <a:pathLst>
              <a:path extrusionOk="0" h="21600" w="21600">
                <a:moveTo>
                  <a:pt x="0" y="21600"/>
                </a:moveTo>
                <a:lnTo>
                  <a:pt x="5722" y="0"/>
                </a:lnTo>
                <a:lnTo>
                  <a:pt x="15878" y="0"/>
                </a:lnTo>
                <a:lnTo>
                  <a:pt x="21600" y="21600"/>
                </a:lnTo>
                <a:close/>
              </a:path>
            </a:pathLst>
          </a:custGeom>
          <a:solidFill>
            <a:srgbClr val="948A54"/>
          </a:solidFill>
          <a:ln cap="flat" cmpd="sng" w="12700">
            <a:solidFill>
              <a:srgbClr val="4A7EBB"/>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2170" name="Google Shape;2170;p74"/>
          <p:cNvSpPr/>
          <p:nvPr/>
        </p:nvSpPr>
        <p:spPr>
          <a:xfrm>
            <a:off x="7924800" y="2149475"/>
            <a:ext cx="8534400" cy="9448801"/>
          </a:xfrm>
          <a:prstGeom prst="rect">
            <a:avLst/>
          </a:prstGeom>
          <a:solidFill>
            <a:srgbClr val="BFBFBF"/>
          </a:solidFill>
          <a:ln cap="flat" cmpd="sng" w="12700">
            <a:solidFill>
              <a:srgbClr val="4A7EB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nvGrpSpPr>
          <p:cNvPr id="2171" name="Google Shape;2171;p74"/>
          <p:cNvGrpSpPr/>
          <p:nvPr/>
        </p:nvGrpSpPr>
        <p:grpSpPr>
          <a:xfrm>
            <a:off x="17002124" y="4038599"/>
            <a:ext cx="3908427" cy="3581401"/>
            <a:chOff x="-2" y="-1"/>
            <a:chExt cx="3908426" cy="3581401"/>
          </a:xfrm>
        </p:grpSpPr>
        <p:sp>
          <p:nvSpPr>
            <p:cNvPr id="2172" name="Google Shape;2172;p74"/>
            <p:cNvSpPr/>
            <p:nvPr/>
          </p:nvSpPr>
          <p:spPr>
            <a:xfrm flipH="1" rot="-5400000">
              <a:off x="163511" y="-163513"/>
              <a:ext cx="3581401" cy="3908426"/>
            </a:xfrm>
            <a:custGeom>
              <a:rect b="b" l="l" r="r" t="t"/>
              <a:pathLst>
                <a:path extrusionOk="0" h="21600" w="21600">
                  <a:moveTo>
                    <a:pt x="0" y="21600"/>
                  </a:moveTo>
                  <a:lnTo>
                    <a:pt x="5400" y="0"/>
                  </a:lnTo>
                  <a:lnTo>
                    <a:pt x="16200" y="0"/>
                  </a:lnTo>
                  <a:lnTo>
                    <a:pt x="21600" y="21600"/>
                  </a:lnTo>
                  <a:close/>
                </a:path>
              </a:pathLst>
            </a:custGeom>
            <a:solidFill>
              <a:srgbClr val="D9D9D9"/>
            </a:solidFill>
            <a:ln cap="flat" cmpd="sng" w="12700">
              <a:solidFill>
                <a:srgbClr val="4A7EBB"/>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2173" name="Google Shape;2173;p74"/>
            <p:cNvSpPr/>
            <p:nvPr/>
          </p:nvSpPr>
          <p:spPr>
            <a:xfrm flipH="1" rot="-5400000">
              <a:off x="400049" y="57149"/>
              <a:ext cx="3352801" cy="3663950"/>
            </a:xfrm>
            <a:custGeom>
              <a:rect b="b" l="l" r="r" t="t"/>
              <a:pathLst>
                <a:path extrusionOk="0" h="21600" w="21600">
                  <a:moveTo>
                    <a:pt x="0" y="21600"/>
                  </a:moveTo>
                  <a:lnTo>
                    <a:pt x="5400" y="0"/>
                  </a:lnTo>
                  <a:lnTo>
                    <a:pt x="16200" y="0"/>
                  </a:lnTo>
                  <a:lnTo>
                    <a:pt x="21600" y="21600"/>
                  </a:lnTo>
                  <a:close/>
                </a:path>
              </a:pathLst>
            </a:custGeom>
            <a:solidFill>
              <a:srgbClr val="FFFFFF"/>
            </a:solidFill>
            <a:ln cap="flat" cmpd="sng" w="12700">
              <a:solidFill>
                <a:srgbClr val="4A7EBB"/>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cxnSp>
          <p:nvCxnSpPr>
            <p:cNvPr id="2174" name="Google Shape;2174;p74"/>
            <p:cNvCxnSpPr/>
            <p:nvPr/>
          </p:nvCxnSpPr>
          <p:spPr>
            <a:xfrm>
              <a:off x="6348" y="885826"/>
              <a:ext cx="241301" cy="168275"/>
            </a:xfrm>
            <a:prstGeom prst="straightConnector1">
              <a:avLst/>
            </a:prstGeom>
            <a:noFill/>
            <a:ln cap="flat" cmpd="sng" w="50800">
              <a:solidFill>
                <a:srgbClr val="4F81BD"/>
              </a:solidFill>
              <a:prstDash val="solid"/>
              <a:round/>
              <a:headEnd len="sm" w="sm" type="none"/>
              <a:tailEnd len="sm" w="sm" type="none"/>
            </a:ln>
            <a:effectLst>
              <a:outerShdw blurRad="76200" rotWithShape="0" dir="5400000" dist="38100">
                <a:srgbClr val="000000">
                  <a:alpha val="37647"/>
                </a:srgbClr>
              </a:outerShdw>
            </a:effectLst>
          </p:spPr>
        </p:cxnSp>
      </p:grpSp>
      <p:sp>
        <p:nvSpPr>
          <p:cNvPr id="2175" name="Google Shape;2175;p74"/>
          <p:cNvSpPr/>
          <p:nvPr/>
        </p:nvSpPr>
        <p:spPr>
          <a:xfrm>
            <a:off x="17513300" y="4699000"/>
            <a:ext cx="2327276" cy="8578850"/>
          </a:xfrm>
          <a:custGeom>
            <a:rect b="b" l="l" r="r" t="t"/>
            <a:pathLst>
              <a:path extrusionOk="0" h="21600" w="21600">
                <a:moveTo>
                  <a:pt x="2125" y="17423"/>
                </a:moveTo>
                <a:lnTo>
                  <a:pt x="2479" y="13905"/>
                </a:lnTo>
                <a:lnTo>
                  <a:pt x="708" y="13356"/>
                </a:lnTo>
                <a:lnTo>
                  <a:pt x="3895" y="9398"/>
                </a:lnTo>
                <a:lnTo>
                  <a:pt x="4603" y="4727"/>
                </a:lnTo>
                <a:lnTo>
                  <a:pt x="7613" y="3847"/>
                </a:lnTo>
                <a:lnTo>
                  <a:pt x="7259" y="3518"/>
                </a:lnTo>
                <a:lnTo>
                  <a:pt x="4957" y="2803"/>
                </a:lnTo>
                <a:lnTo>
                  <a:pt x="4957" y="934"/>
                </a:lnTo>
                <a:lnTo>
                  <a:pt x="8498" y="0"/>
                </a:lnTo>
                <a:lnTo>
                  <a:pt x="11331" y="0"/>
                </a:lnTo>
                <a:lnTo>
                  <a:pt x="13456" y="715"/>
                </a:lnTo>
                <a:lnTo>
                  <a:pt x="14518" y="2253"/>
                </a:lnTo>
                <a:lnTo>
                  <a:pt x="13279" y="3133"/>
                </a:lnTo>
                <a:lnTo>
                  <a:pt x="18767" y="4287"/>
                </a:lnTo>
                <a:lnTo>
                  <a:pt x="20007" y="5606"/>
                </a:lnTo>
                <a:lnTo>
                  <a:pt x="17174" y="10443"/>
                </a:lnTo>
                <a:lnTo>
                  <a:pt x="18413" y="11157"/>
                </a:lnTo>
                <a:lnTo>
                  <a:pt x="17705" y="11927"/>
                </a:lnTo>
                <a:lnTo>
                  <a:pt x="16820" y="12641"/>
                </a:lnTo>
                <a:lnTo>
                  <a:pt x="16820" y="15609"/>
                </a:lnTo>
                <a:lnTo>
                  <a:pt x="18236" y="17423"/>
                </a:lnTo>
                <a:lnTo>
                  <a:pt x="21600" y="21105"/>
                </a:lnTo>
                <a:lnTo>
                  <a:pt x="14164" y="21490"/>
                </a:lnTo>
                <a:lnTo>
                  <a:pt x="13987" y="20721"/>
                </a:lnTo>
                <a:lnTo>
                  <a:pt x="16111" y="20666"/>
                </a:lnTo>
                <a:lnTo>
                  <a:pt x="11154" y="16983"/>
                </a:lnTo>
                <a:lnTo>
                  <a:pt x="11331" y="15005"/>
                </a:lnTo>
                <a:lnTo>
                  <a:pt x="9384" y="15994"/>
                </a:lnTo>
                <a:lnTo>
                  <a:pt x="8321" y="21160"/>
                </a:lnTo>
                <a:lnTo>
                  <a:pt x="0" y="21600"/>
                </a:lnTo>
                <a:lnTo>
                  <a:pt x="2656" y="20501"/>
                </a:lnTo>
              </a:path>
            </a:pathLst>
          </a:custGeom>
          <a:solidFill>
            <a:srgbClr val="000000"/>
          </a:solidFill>
          <a:ln>
            <a:noFill/>
          </a:ln>
          <a:effectLst>
            <a:outerShdw blurRad="76200" rotWithShape="0" dir="5400000" dist="38100">
              <a:srgbClr val="000000">
                <a:alpha val="3764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176" name="Google Shape;2176;p74"/>
          <p:cNvSpPr txBox="1"/>
          <p:nvPr>
            <p:ph type="title"/>
          </p:nvPr>
        </p:nvSpPr>
        <p:spPr>
          <a:xfrm>
            <a:off x="3962400" y="27013"/>
            <a:ext cx="16459200" cy="22860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Clr>
                <a:srgbClr val="000000"/>
              </a:buClr>
              <a:buSzPct val="100000"/>
              <a:buFont typeface="Calibri"/>
              <a:buNone/>
            </a:pPr>
            <a:r>
              <a:rPr lang="en-US" sz="7040"/>
              <a:t>Mixed accidental pinhole and </a:t>
            </a:r>
            <a:br>
              <a:rPr lang="en-US" sz="7040"/>
            </a:br>
            <a:r>
              <a:rPr lang="en-US" sz="7040"/>
              <a:t>anti-pinhole cameras</a:t>
            </a:r>
            <a:endParaRPr/>
          </a:p>
        </p:txBody>
      </p:sp>
      <p:sp>
        <p:nvSpPr>
          <p:cNvPr id="2177" name="Google Shape;2177;p74"/>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1" name="Shape 2181"/>
        <p:cNvGrpSpPr/>
        <p:nvPr/>
      </p:nvGrpSpPr>
      <p:grpSpPr>
        <a:xfrm>
          <a:off x="0" y="0"/>
          <a:ext cx="0" cy="0"/>
          <a:chOff x="0" y="0"/>
          <a:chExt cx="0" cy="0"/>
        </a:xfrm>
      </p:grpSpPr>
      <p:pic>
        <p:nvPicPr>
          <p:cNvPr descr="MVI_5695.mov" id="2182" name="Google Shape;2182;p75"/>
          <p:cNvPicPr preferRelativeResize="0"/>
          <p:nvPr/>
        </p:nvPicPr>
        <p:blipFill rotWithShape="1">
          <a:blip r:embed="rId3">
            <a:alphaModFix/>
          </a:blip>
          <a:srcRect b="0" l="0" r="0" t="0"/>
          <a:stretch/>
        </p:blipFill>
        <p:spPr>
          <a:xfrm>
            <a:off x="4064000" y="2543946"/>
            <a:ext cx="16256000" cy="9144001"/>
          </a:xfrm>
          <a:prstGeom prst="rect">
            <a:avLst/>
          </a:prstGeom>
          <a:noFill/>
          <a:ln>
            <a:noFill/>
          </a:ln>
        </p:spPr>
      </p:pic>
      <p:sp>
        <p:nvSpPr>
          <p:cNvPr id="2183" name="Google Shape;2183;p75"/>
          <p:cNvSpPr txBox="1"/>
          <p:nvPr>
            <p:ph type="title"/>
          </p:nvPr>
        </p:nvSpPr>
        <p:spPr>
          <a:xfrm>
            <a:off x="3962400" y="13541"/>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7040"/>
              <a:buFont typeface="Calibri"/>
              <a:buNone/>
            </a:pPr>
            <a:r>
              <a:rPr lang="en-US" sz="7040"/>
              <a:t>Mixed accidental pinhole and </a:t>
            </a:r>
            <a:br>
              <a:rPr lang="en-US" sz="7040"/>
            </a:br>
            <a:r>
              <a:rPr lang="en-US" sz="7040"/>
              <a:t>anti-pinhole cameras</a:t>
            </a:r>
            <a:endParaRPr/>
          </a:p>
        </p:txBody>
      </p:sp>
      <p:sp>
        <p:nvSpPr>
          <p:cNvPr id="2184" name="Google Shape;2184;p75"/>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185" name="Google Shape;2185;p75"/>
          <p:cNvSpPr txBox="1"/>
          <p:nvPr/>
        </p:nvSpPr>
        <p:spPr>
          <a:xfrm>
            <a:off x="20633943" y="13287883"/>
            <a:ext cx="3639313" cy="39903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000"/>
              <a:buFont typeface="Helvetica Neue Light"/>
              <a:buNone/>
            </a:pPr>
            <a:r>
              <a:rPr b="0" i="0" lang="en-US" sz="20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9" name="Shape 2189"/>
        <p:cNvGrpSpPr/>
        <p:nvPr/>
      </p:nvGrpSpPr>
      <p:grpSpPr>
        <a:xfrm>
          <a:off x="0" y="0"/>
          <a:ext cx="0" cy="0"/>
          <a:chOff x="0" y="0"/>
          <a:chExt cx="0" cy="0"/>
        </a:xfrm>
      </p:grpSpPr>
      <p:grpSp>
        <p:nvGrpSpPr>
          <p:cNvPr id="2190" name="Google Shape;2190;p76"/>
          <p:cNvGrpSpPr/>
          <p:nvPr/>
        </p:nvGrpSpPr>
        <p:grpSpPr>
          <a:xfrm>
            <a:off x="3774264" y="4417671"/>
            <a:ext cx="4887086" cy="3490770"/>
            <a:chOff x="-1" y="0"/>
            <a:chExt cx="4887084" cy="3490768"/>
          </a:xfrm>
        </p:grpSpPr>
        <p:cxnSp>
          <p:nvCxnSpPr>
            <p:cNvPr id="2191" name="Google Shape;2191;p76"/>
            <p:cNvCxnSpPr/>
            <p:nvPr/>
          </p:nvCxnSpPr>
          <p:spPr>
            <a:xfrm>
              <a:off x="30191" y="737776"/>
              <a:ext cx="4841796" cy="700040"/>
            </a:xfrm>
            <a:prstGeom prst="straightConnector1">
              <a:avLst/>
            </a:prstGeom>
            <a:noFill/>
            <a:ln cap="flat" cmpd="sng" w="50800">
              <a:solidFill>
                <a:srgbClr val="FF0000"/>
              </a:solidFill>
              <a:prstDash val="solid"/>
              <a:round/>
              <a:headEnd len="sm" w="sm" type="none"/>
              <a:tailEnd len="sm" w="sm" type="none"/>
            </a:ln>
          </p:spPr>
        </p:cxnSp>
        <p:cxnSp>
          <p:nvCxnSpPr>
            <p:cNvPr id="2192" name="Google Shape;2192;p76"/>
            <p:cNvCxnSpPr/>
            <p:nvPr/>
          </p:nvCxnSpPr>
          <p:spPr>
            <a:xfrm flipH="1" rot="10800000">
              <a:off x="0" y="0"/>
              <a:ext cx="4509702" cy="726458"/>
            </a:xfrm>
            <a:prstGeom prst="straightConnector1">
              <a:avLst/>
            </a:prstGeom>
            <a:noFill/>
            <a:ln cap="flat" cmpd="sng" w="50800">
              <a:solidFill>
                <a:srgbClr val="FF0000"/>
              </a:solidFill>
              <a:prstDash val="solid"/>
              <a:round/>
              <a:headEnd len="sm" w="sm" type="none"/>
              <a:tailEnd len="sm" w="sm" type="none"/>
            </a:ln>
          </p:spPr>
        </p:cxnSp>
        <p:cxnSp>
          <p:nvCxnSpPr>
            <p:cNvPr id="2193" name="Google Shape;2193;p76"/>
            <p:cNvCxnSpPr/>
            <p:nvPr/>
          </p:nvCxnSpPr>
          <p:spPr>
            <a:xfrm flipH="1" rot="10800000">
              <a:off x="-1" y="679285"/>
              <a:ext cx="4717261" cy="47175"/>
            </a:xfrm>
            <a:prstGeom prst="straightConnector1">
              <a:avLst/>
            </a:prstGeom>
            <a:noFill/>
            <a:ln cap="flat" cmpd="sng" w="50800">
              <a:solidFill>
                <a:srgbClr val="FF0000"/>
              </a:solidFill>
              <a:prstDash val="solid"/>
              <a:round/>
              <a:headEnd len="sm" w="sm" type="none"/>
              <a:tailEnd len="sm" w="sm" type="none"/>
            </a:ln>
          </p:spPr>
        </p:cxnSp>
        <p:cxnSp>
          <p:nvCxnSpPr>
            <p:cNvPr id="2194" name="Google Shape;2194;p76"/>
            <p:cNvCxnSpPr/>
            <p:nvPr/>
          </p:nvCxnSpPr>
          <p:spPr>
            <a:xfrm>
              <a:off x="1" y="726459"/>
              <a:ext cx="4679523" cy="235863"/>
            </a:xfrm>
            <a:prstGeom prst="straightConnector1">
              <a:avLst/>
            </a:prstGeom>
            <a:noFill/>
            <a:ln cap="flat" cmpd="sng" w="50800">
              <a:solidFill>
                <a:srgbClr val="FF0000"/>
              </a:solidFill>
              <a:prstDash val="solid"/>
              <a:round/>
              <a:headEnd len="sm" w="sm" type="none"/>
              <a:tailEnd len="sm" w="sm" type="none"/>
            </a:ln>
          </p:spPr>
        </p:cxnSp>
        <p:cxnSp>
          <p:nvCxnSpPr>
            <p:cNvPr id="2195" name="Google Shape;2195;p76"/>
            <p:cNvCxnSpPr/>
            <p:nvPr/>
          </p:nvCxnSpPr>
          <p:spPr>
            <a:xfrm>
              <a:off x="1" y="726460"/>
              <a:ext cx="4830475" cy="462290"/>
            </a:xfrm>
            <a:prstGeom prst="straightConnector1">
              <a:avLst/>
            </a:prstGeom>
            <a:noFill/>
            <a:ln cap="flat" cmpd="sng" w="50800">
              <a:solidFill>
                <a:srgbClr val="FF0000"/>
              </a:solidFill>
              <a:prstDash val="solid"/>
              <a:round/>
              <a:headEnd len="sm" w="sm" type="none"/>
              <a:tailEnd len="sm" w="sm" type="none"/>
            </a:ln>
          </p:spPr>
        </p:cxnSp>
        <p:cxnSp>
          <p:nvCxnSpPr>
            <p:cNvPr id="2196" name="Google Shape;2196;p76"/>
            <p:cNvCxnSpPr/>
            <p:nvPr/>
          </p:nvCxnSpPr>
          <p:spPr>
            <a:xfrm>
              <a:off x="-1" y="726459"/>
              <a:ext cx="4868213" cy="1066101"/>
            </a:xfrm>
            <a:prstGeom prst="straightConnector1">
              <a:avLst/>
            </a:prstGeom>
            <a:noFill/>
            <a:ln cap="flat" cmpd="sng" w="50800">
              <a:solidFill>
                <a:srgbClr val="FF0000"/>
              </a:solidFill>
              <a:prstDash val="solid"/>
              <a:round/>
              <a:headEnd len="sm" w="sm" type="none"/>
              <a:tailEnd len="sm" w="sm" type="none"/>
            </a:ln>
          </p:spPr>
        </p:cxnSp>
        <p:cxnSp>
          <p:nvCxnSpPr>
            <p:cNvPr id="2197" name="Google Shape;2197;p76"/>
            <p:cNvCxnSpPr/>
            <p:nvPr/>
          </p:nvCxnSpPr>
          <p:spPr>
            <a:xfrm>
              <a:off x="1" y="726460"/>
              <a:ext cx="4849346" cy="1537826"/>
            </a:xfrm>
            <a:prstGeom prst="straightConnector1">
              <a:avLst/>
            </a:prstGeom>
            <a:noFill/>
            <a:ln cap="flat" cmpd="sng" w="50800">
              <a:solidFill>
                <a:srgbClr val="FF0000"/>
              </a:solidFill>
              <a:prstDash val="solid"/>
              <a:round/>
              <a:headEnd len="sm" w="sm" type="none"/>
              <a:tailEnd len="sm" w="sm" type="none"/>
            </a:ln>
          </p:spPr>
        </p:cxnSp>
        <p:cxnSp>
          <p:nvCxnSpPr>
            <p:cNvPr id="2198" name="Google Shape;2198;p76"/>
            <p:cNvCxnSpPr/>
            <p:nvPr/>
          </p:nvCxnSpPr>
          <p:spPr>
            <a:xfrm>
              <a:off x="2" y="726459"/>
              <a:ext cx="4830474" cy="2292590"/>
            </a:xfrm>
            <a:prstGeom prst="straightConnector1">
              <a:avLst/>
            </a:prstGeom>
            <a:noFill/>
            <a:ln cap="flat" cmpd="sng" w="50800">
              <a:solidFill>
                <a:srgbClr val="FF0000"/>
              </a:solidFill>
              <a:prstDash val="solid"/>
              <a:round/>
              <a:headEnd len="sm" w="sm" type="none"/>
              <a:tailEnd len="sm" w="sm" type="none"/>
            </a:ln>
          </p:spPr>
        </p:cxnSp>
        <p:cxnSp>
          <p:nvCxnSpPr>
            <p:cNvPr id="2199" name="Google Shape;2199;p76"/>
            <p:cNvCxnSpPr/>
            <p:nvPr/>
          </p:nvCxnSpPr>
          <p:spPr>
            <a:xfrm>
              <a:off x="-1" y="726456"/>
              <a:ext cx="4887084" cy="2764312"/>
            </a:xfrm>
            <a:prstGeom prst="straightConnector1">
              <a:avLst/>
            </a:prstGeom>
            <a:noFill/>
            <a:ln cap="flat" cmpd="sng" w="50800">
              <a:solidFill>
                <a:srgbClr val="FF0000"/>
              </a:solidFill>
              <a:prstDash val="solid"/>
              <a:round/>
              <a:headEnd len="sm" w="sm" type="none"/>
              <a:tailEnd len="sm" w="sm" type="none"/>
            </a:ln>
          </p:spPr>
        </p:cxnSp>
        <p:cxnSp>
          <p:nvCxnSpPr>
            <p:cNvPr id="2200" name="Google Shape;2200;p76"/>
            <p:cNvCxnSpPr/>
            <p:nvPr/>
          </p:nvCxnSpPr>
          <p:spPr>
            <a:xfrm>
              <a:off x="2" y="726455"/>
              <a:ext cx="4849344" cy="1934076"/>
            </a:xfrm>
            <a:prstGeom prst="straightConnector1">
              <a:avLst/>
            </a:prstGeom>
            <a:noFill/>
            <a:ln cap="flat" cmpd="sng" w="50800">
              <a:solidFill>
                <a:srgbClr val="FF0000"/>
              </a:solidFill>
              <a:prstDash val="solid"/>
              <a:round/>
              <a:headEnd len="sm" w="sm" type="none"/>
              <a:tailEnd len="sm" w="sm" type="none"/>
            </a:ln>
          </p:spPr>
        </p:cxnSp>
        <p:cxnSp>
          <p:nvCxnSpPr>
            <p:cNvPr id="2201" name="Google Shape;2201;p76"/>
            <p:cNvCxnSpPr/>
            <p:nvPr/>
          </p:nvCxnSpPr>
          <p:spPr>
            <a:xfrm flipH="1" rot="10800000">
              <a:off x="-1" y="283033"/>
              <a:ext cx="4717262" cy="443425"/>
            </a:xfrm>
            <a:prstGeom prst="straightConnector1">
              <a:avLst/>
            </a:prstGeom>
            <a:noFill/>
            <a:ln cap="flat" cmpd="sng" w="50800">
              <a:solidFill>
                <a:srgbClr val="FF0000"/>
              </a:solidFill>
              <a:prstDash val="solid"/>
              <a:round/>
              <a:headEnd len="sm" w="sm" type="none"/>
              <a:tailEnd len="sm" w="sm" type="none"/>
            </a:ln>
          </p:spPr>
        </p:cxnSp>
        <p:sp>
          <p:nvSpPr>
            <p:cNvPr id="2202" name="Google Shape;2202;p76"/>
            <p:cNvSpPr/>
            <p:nvPr/>
          </p:nvSpPr>
          <p:spPr>
            <a:xfrm>
              <a:off x="1" y="641547"/>
              <a:ext cx="188691" cy="169821"/>
            </a:xfrm>
            <a:prstGeom prst="rect">
              <a:avLst/>
            </a:prstGeom>
            <a:solidFill>
              <a:srgbClr val="FF0000"/>
            </a:solidFill>
            <a:ln cap="flat" cmpd="sng" w="12700">
              <a:solidFill>
                <a:srgbClr val="4A7EBB"/>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2203" name="Google Shape;2203;p76"/>
          <p:cNvGrpSpPr/>
          <p:nvPr/>
        </p:nvGrpSpPr>
        <p:grpSpPr>
          <a:xfrm>
            <a:off x="9929398" y="4402578"/>
            <a:ext cx="4887086" cy="3490769"/>
            <a:chOff x="-1" y="0"/>
            <a:chExt cx="4887084" cy="3490768"/>
          </a:xfrm>
        </p:grpSpPr>
        <p:cxnSp>
          <p:nvCxnSpPr>
            <p:cNvPr id="2204" name="Google Shape;2204;p76"/>
            <p:cNvCxnSpPr/>
            <p:nvPr/>
          </p:nvCxnSpPr>
          <p:spPr>
            <a:xfrm flipH="1" rot="10800000">
              <a:off x="0" y="0"/>
              <a:ext cx="4509702" cy="726458"/>
            </a:xfrm>
            <a:prstGeom prst="straightConnector1">
              <a:avLst/>
            </a:prstGeom>
            <a:noFill/>
            <a:ln cap="flat" cmpd="sng" w="50800">
              <a:solidFill>
                <a:srgbClr val="FF0000"/>
              </a:solidFill>
              <a:prstDash val="solid"/>
              <a:round/>
              <a:headEnd len="sm" w="sm" type="none"/>
              <a:tailEnd len="sm" w="sm" type="none"/>
            </a:ln>
          </p:spPr>
        </p:cxnSp>
        <p:cxnSp>
          <p:nvCxnSpPr>
            <p:cNvPr id="2205" name="Google Shape;2205;p76"/>
            <p:cNvCxnSpPr/>
            <p:nvPr/>
          </p:nvCxnSpPr>
          <p:spPr>
            <a:xfrm flipH="1" rot="10800000">
              <a:off x="-1" y="679283"/>
              <a:ext cx="4717261" cy="47175"/>
            </a:xfrm>
            <a:prstGeom prst="straightConnector1">
              <a:avLst/>
            </a:prstGeom>
            <a:noFill/>
            <a:ln cap="flat" cmpd="sng" w="50800">
              <a:solidFill>
                <a:srgbClr val="FF0000"/>
              </a:solidFill>
              <a:prstDash val="solid"/>
              <a:round/>
              <a:headEnd len="sm" w="sm" type="none"/>
              <a:tailEnd len="sm" w="sm" type="none"/>
            </a:ln>
          </p:spPr>
        </p:cxnSp>
        <p:cxnSp>
          <p:nvCxnSpPr>
            <p:cNvPr id="2206" name="Google Shape;2206;p76"/>
            <p:cNvCxnSpPr/>
            <p:nvPr/>
          </p:nvCxnSpPr>
          <p:spPr>
            <a:xfrm>
              <a:off x="1" y="726458"/>
              <a:ext cx="4679523" cy="235862"/>
            </a:xfrm>
            <a:prstGeom prst="straightConnector1">
              <a:avLst/>
            </a:prstGeom>
            <a:noFill/>
            <a:ln cap="flat" cmpd="sng" w="50800">
              <a:solidFill>
                <a:srgbClr val="FF0000"/>
              </a:solidFill>
              <a:prstDash val="solid"/>
              <a:round/>
              <a:headEnd len="sm" w="sm" type="none"/>
              <a:tailEnd len="sm" w="sm" type="none"/>
            </a:ln>
          </p:spPr>
        </p:cxnSp>
        <p:cxnSp>
          <p:nvCxnSpPr>
            <p:cNvPr id="2207" name="Google Shape;2207;p76"/>
            <p:cNvCxnSpPr/>
            <p:nvPr/>
          </p:nvCxnSpPr>
          <p:spPr>
            <a:xfrm>
              <a:off x="-1" y="726457"/>
              <a:ext cx="4732358" cy="496258"/>
            </a:xfrm>
            <a:prstGeom prst="straightConnector1">
              <a:avLst/>
            </a:prstGeom>
            <a:noFill/>
            <a:ln cap="flat" cmpd="sng" w="50800">
              <a:solidFill>
                <a:srgbClr val="FF0000"/>
              </a:solidFill>
              <a:prstDash val="solid"/>
              <a:round/>
              <a:headEnd len="sm" w="sm" type="none"/>
              <a:tailEnd len="sm" w="sm" type="none"/>
            </a:ln>
          </p:spPr>
        </p:cxnSp>
        <p:cxnSp>
          <p:nvCxnSpPr>
            <p:cNvPr id="2208" name="Google Shape;2208;p76"/>
            <p:cNvCxnSpPr/>
            <p:nvPr/>
          </p:nvCxnSpPr>
          <p:spPr>
            <a:xfrm>
              <a:off x="2" y="726457"/>
              <a:ext cx="4830474" cy="2292590"/>
            </a:xfrm>
            <a:prstGeom prst="straightConnector1">
              <a:avLst/>
            </a:prstGeom>
            <a:noFill/>
            <a:ln cap="flat" cmpd="sng" w="50800">
              <a:solidFill>
                <a:srgbClr val="FF0000"/>
              </a:solidFill>
              <a:prstDash val="solid"/>
              <a:round/>
              <a:headEnd len="sm" w="sm" type="none"/>
              <a:tailEnd len="sm" w="sm" type="none"/>
            </a:ln>
          </p:spPr>
        </p:cxnSp>
        <p:cxnSp>
          <p:nvCxnSpPr>
            <p:cNvPr id="2209" name="Google Shape;2209;p76"/>
            <p:cNvCxnSpPr/>
            <p:nvPr/>
          </p:nvCxnSpPr>
          <p:spPr>
            <a:xfrm>
              <a:off x="-1" y="726456"/>
              <a:ext cx="4887084" cy="2764312"/>
            </a:xfrm>
            <a:prstGeom prst="straightConnector1">
              <a:avLst/>
            </a:prstGeom>
            <a:noFill/>
            <a:ln cap="flat" cmpd="sng" w="50800">
              <a:solidFill>
                <a:srgbClr val="FF0000"/>
              </a:solidFill>
              <a:prstDash val="solid"/>
              <a:round/>
              <a:headEnd len="sm" w="sm" type="none"/>
              <a:tailEnd len="sm" w="sm" type="none"/>
            </a:ln>
          </p:spPr>
        </p:cxnSp>
        <p:cxnSp>
          <p:nvCxnSpPr>
            <p:cNvPr id="2210" name="Google Shape;2210;p76"/>
            <p:cNvCxnSpPr/>
            <p:nvPr/>
          </p:nvCxnSpPr>
          <p:spPr>
            <a:xfrm>
              <a:off x="2" y="726455"/>
              <a:ext cx="4849344" cy="1934076"/>
            </a:xfrm>
            <a:prstGeom prst="straightConnector1">
              <a:avLst/>
            </a:prstGeom>
            <a:noFill/>
            <a:ln cap="flat" cmpd="sng" w="50800">
              <a:solidFill>
                <a:srgbClr val="FF0000"/>
              </a:solidFill>
              <a:prstDash val="solid"/>
              <a:round/>
              <a:headEnd len="sm" w="sm" type="none"/>
              <a:tailEnd len="sm" w="sm" type="none"/>
            </a:ln>
          </p:spPr>
        </p:cxnSp>
        <p:cxnSp>
          <p:nvCxnSpPr>
            <p:cNvPr id="2211" name="Google Shape;2211;p76"/>
            <p:cNvCxnSpPr/>
            <p:nvPr/>
          </p:nvCxnSpPr>
          <p:spPr>
            <a:xfrm flipH="1" rot="10800000">
              <a:off x="-1" y="283033"/>
              <a:ext cx="4717262" cy="443425"/>
            </a:xfrm>
            <a:prstGeom prst="straightConnector1">
              <a:avLst/>
            </a:prstGeom>
            <a:noFill/>
            <a:ln cap="flat" cmpd="sng" w="50800">
              <a:solidFill>
                <a:srgbClr val="FF0000"/>
              </a:solidFill>
              <a:prstDash val="solid"/>
              <a:round/>
              <a:headEnd len="sm" w="sm" type="none"/>
              <a:tailEnd len="sm" w="sm" type="none"/>
            </a:ln>
          </p:spPr>
        </p:cxnSp>
        <p:sp>
          <p:nvSpPr>
            <p:cNvPr id="2212" name="Google Shape;2212;p76"/>
            <p:cNvSpPr/>
            <p:nvPr/>
          </p:nvSpPr>
          <p:spPr>
            <a:xfrm>
              <a:off x="1" y="641545"/>
              <a:ext cx="188691" cy="169821"/>
            </a:xfrm>
            <a:prstGeom prst="rect">
              <a:avLst/>
            </a:prstGeom>
            <a:solidFill>
              <a:srgbClr val="FF6600"/>
            </a:solidFill>
            <a:ln cap="flat" cmpd="sng" w="12700">
              <a:solidFill>
                <a:srgbClr val="4A7EBB"/>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2213" name="Google Shape;2213;p76"/>
          <p:cNvGrpSpPr/>
          <p:nvPr/>
        </p:nvGrpSpPr>
        <p:grpSpPr>
          <a:xfrm>
            <a:off x="3357724" y="2591500"/>
            <a:ext cx="4114878" cy="5524503"/>
            <a:chOff x="0" y="0"/>
            <a:chExt cx="4114876" cy="5524503"/>
          </a:xfrm>
        </p:grpSpPr>
        <p:sp>
          <p:nvSpPr>
            <p:cNvPr id="2214" name="Google Shape;2214;p76"/>
            <p:cNvSpPr/>
            <p:nvPr/>
          </p:nvSpPr>
          <p:spPr>
            <a:xfrm>
              <a:off x="416543" y="1052540"/>
              <a:ext cx="3698333" cy="4471963"/>
            </a:xfrm>
            <a:custGeom>
              <a:rect b="b" l="l" r="r" t="t"/>
              <a:pathLst>
                <a:path extrusionOk="0" h="21600" w="21600">
                  <a:moveTo>
                    <a:pt x="21490" y="4375"/>
                  </a:moveTo>
                  <a:lnTo>
                    <a:pt x="21490" y="91"/>
                  </a:lnTo>
                  <a:lnTo>
                    <a:pt x="0" y="0"/>
                  </a:lnTo>
                  <a:lnTo>
                    <a:pt x="110" y="21600"/>
                  </a:lnTo>
                  <a:lnTo>
                    <a:pt x="21600" y="21509"/>
                  </a:lnTo>
                  <a:lnTo>
                    <a:pt x="21600" y="17499"/>
                  </a:lnTo>
                </a:path>
              </a:pathLst>
            </a:custGeom>
            <a:noFill/>
            <a:ln cap="flat" cmpd="sng" w="50800">
              <a:solidFill>
                <a:srgbClr val="000000"/>
              </a:solidFill>
              <a:prstDash val="solid"/>
              <a:round/>
              <a:headEnd len="sm" w="sm" type="none"/>
              <a:tailEnd len="sm" w="sm" type="none"/>
            </a:ln>
            <a:effectLst>
              <a:outerShdw blurRad="76200" rotWithShape="0" dir="5400000" dist="38100">
                <a:srgbClr val="000000">
                  <a:alpha val="3764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cxnSp>
          <p:nvCxnSpPr>
            <p:cNvPr id="2215" name="Google Shape;2215;p76"/>
            <p:cNvCxnSpPr/>
            <p:nvPr/>
          </p:nvCxnSpPr>
          <p:spPr>
            <a:xfrm>
              <a:off x="0" y="0"/>
              <a:ext cx="1270000" cy="1270000"/>
            </a:xfrm>
            <a:prstGeom prst="straightConnector1">
              <a:avLst/>
            </a:prstGeom>
            <a:noFill/>
            <a:ln>
              <a:noFill/>
            </a:ln>
          </p:spPr>
        </p:cxnSp>
      </p:grpSp>
      <p:sp>
        <p:nvSpPr>
          <p:cNvPr id="2216" name="Google Shape;2216;p76"/>
          <p:cNvSpPr/>
          <p:nvPr/>
        </p:nvSpPr>
        <p:spPr>
          <a:xfrm>
            <a:off x="13567354" y="5700757"/>
            <a:ext cx="150953" cy="735893"/>
          </a:xfrm>
          <a:prstGeom prst="rect">
            <a:avLst/>
          </a:prstGeom>
          <a:solidFill>
            <a:srgbClr val="00000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nvGrpSpPr>
          <p:cNvPr id="2217" name="Google Shape;2217;p76"/>
          <p:cNvGrpSpPr/>
          <p:nvPr/>
        </p:nvGrpSpPr>
        <p:grpSpPr>
          <a:xfrm>
            <a:off x="8853650" y="2578802"/>
            <a:ext cx="4774086" cy="5522108"/>
            <a:chOff x="0" y="0"/>
            <a:chExt cx="4774084" cy="5522107"/>
          </a:xfrm>
        </p:grpSpPr>
        <p:sp>
          <p:nvSpPr>
            <p:cNvPr id="2218" name="Google Shape;2218;p76"/>
            <p:cNvSpPr/>
            <p:nvPr/>
          </p:nvSpPr>
          <p:spPr>
            <a:xfrm>
              <a:off x="1075751" y="1050144"/>
              <a:ext cx="3698333" cy="4471963"/>
            </a:xfrm>
            <a:custGeom>
              <a:rect b="b" l="l" r="r" t="t"/>
              <a:pathLst>
                <a:path extrusionOk="0" h="21600" w="21600">
                  <a:moveTo>
                    <a:pt x="21490" y="4375"/>
                  </a:moveTo>
                  <a:lnTo>
                    <a:pt x="21490" y="91"/>
                  </a:lnTo>
                  <a:lnTo>
                    <a:pt x="0" y="0"/>
                  </a:lnTo>
                  <a:lnTo>
                    <a:pt x="110" y="21600"/>
                  </a:lnTo>
                  <a:lnTo>
                    <a:pt x="21600" y="21509"/>
                  </a:lnTo>
                  <a:lnTo>
                    <a:pt x="21600" y="17499"/>
                  </a:lnTo>
                </a:path>
              </a:pathLst>
            </a:custGeom>
            <a:noFill/>
            <a:ln cap="flat" cmpd="sng" w="50800">
              <a:solidFill>
                <a:srgbClr val="000000"/>
              </a:solidFill>
              <a:prstDash val="solid"/>
              <a:round/>
              <a:headEnd len="sm" w="sm" type="none"/>
              <a:tailEnd len="sm" w="sm" type="none"/>
            </a:ln>
            <a:effectLst>
              <a:outerShdw blurRad="76200" rotWithShape="0" dir="5400000" dist="38100">
                <a:srgbClr val="000000">
                  <a:alpha val="3764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cxnSp>
          <p:nvCxnSpPr>
            <p:cNvPr id="2219" name="Google Shape;2219;p76"/>
            <p:cNvCxnSpPr/>
            <p:nvPr/>
          </p:nvCxnSpPr>
          <p:spPr>
            <a:xfrm>
              <a:off x="0" y="0"/>
              <a:ext cx="1270000" cy="1270000"/>
            </a:xfrm>
            <a:prstGeom prst="straightConnector1">
              <a:avLst/>
            </a:prstGeom>
            <a:noFill/>
            <a:ln>
              <a:noFill/>
            </a:ln>
          </p:spPr>
        </p:cxnSp>
      </p:grpSp>
      <p:grpSp>
        <p:nvGrpSpPr>
          <p:cNvPr id="2220" name="Google Shape;2220;p76"/>
          <p:cNvGrpSpPr/>
          <p:nvPr/>
        </p:nvGrpSpPr>
        <p:grpSpPr>
          <a:xfrm>
            <a:off x="15039975" y="2591500"/>
            <a:ext cx="6025954" cy="5494315"/>
            <a:chOff x="0" y="0"/>
            <a:chExt cx="6025953" cy="5494314"/>
          </a:xfrm>
        </p:grpSpPr>
        <p:sp>
          <p:nvSpPr>
            <p:cNvPr id="2221" name="Google Shape;2221;p76"/>
            <p:cNvSpPr txBox="1"/>
            <p:nvPr/>
          </p:nvSpPr>
          <p:spPr>
            <a:xfrm>
              <a:off x="0" y="2320540"/>
              <a:ext cx="788909" cy="131804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rgbClr val="000000"/>
                  </a:solidFill>
                  <a:latin typeface="Arial"/>
                  <a:ea typeface="Arial"/>
                  <a:cs typeface="Arial"/>
                  <a:sym typeface="Arial"/>
                </a:rPr>
                <a:t>=</a:t>
              </a:r>
              <a:endParaRPr/>
            </a:p>
          </p:txBody>
        </p:sp>
        <p:grpSp>
          <p:nvGrpSpPr>
            <p:cNvPr id="2222" name="Google Shape;2222;p76"/>
            <p:cNvGrpSpPr/>
            <p:nvPr/>
          </p:nvGrpSpPr>
          <p:grpSpPr>
            <a:xfrm>
              <a:off x="1157737" y="0"/>
              <a:ext cx="4868216" cy="5494314"/>
              <a:chOff x="-2" y="0"/>
              <a:chExt cx="4868215" cy="5494314"/>
            </a:xfrm>
          </p:grpSpPr>
          <p:grpSp>
            <p:nvGrpSpPr>
              <p:cNvPr id="2223" name="Google Shape;2223;p76"/>
              <p:cNvGrpSpPr/>
              <p:nvPr/>
            </p:nvGrpSpPr>
            <p:grpSpPr>
              <a:xfrm>
                <a:off x="-2" y="1022350"/>
                <a:ext cx="4868215" cy="4471964"/>
                <a:chOff x="-1" y="0"/>
                <a:chExt cx="4868213" cy="4471962"/>
              </a:xfrm>
            </p:grpSpPr>
            <p:cxnSp>
              <p:nvCxnSpPr>
                <p:cNvPr id="2224" name="Google Shape;2224;p76"/>
                <p:cNvCxnSpPr/>
                <p:nvPr/>
              </p:nvCxnSpPr>
              <p:spPr>
                <a:xfrm>
                  <a:off x="-1" y="1500089"/>
                  <a:ext cx="4868213" cy="1066101"/>
                </a:xfrm>
                <a:prstGeom prst="straightConnector1">
                  <a:avLst/>
                </a:prstGeom>
                <a:noFill/>
                <a:ln cap="flat" cmpd="sng" w="50800">
                  <a:solidFill>
                    <a:srgbClr val="FF0000"/>
                  </a:solidFill>
                  <a:prstDash val="solid"/>
                  <a:round/>
                  <a:headEnd len="sm" w="sm" type="none"/>
                  <a:tailEnd len="sm" w="sm" type="none"/>
                </a:ln>
              </p:spPr>
            </p:cxnSp>
            <p:cxnSp>
              <p:nvCxnSpPr>
                <p:cNvPr id="2225" name="Google Shape;2225;p76"/>
                <p:cNvCxnSpPr/>
                <p:nvPr/>
              </p:nvCxnSpPr>
              <p:spPr>
                <a:xfrm>
                  <a:off x="2" y="1500090"/>
                  <a:ext cx="4849345" cy="1537826"/>
                </a:xfrm>
                <a:prstGeom prst="straightConnector1">
                  <a:avLst/>
                </a:prstGeom>
                <a:noFill/>
                <a:ln cap="flat" cmpd="sng" w="50800">
                  <a:solidFill>
                    <a:srgbClr val="FF0000"/>
                  </a:solidFill>
                  <a:prstDash val="solid"/>
                  <a:round/>
                  <a:headEnd len="sm" w="sm" type="none"/>
                  <a:tailEnd len="sm" w="sm" type="none"/>
                </a:ln>
              </p:spPr>
            </p:cxnSp>
            <p:cxnSp>
              <p:nvCxnSpPr>
                <p:cNvPr id="2226" name="Google Shape;2226;p76"/>
                <p:cNvCxnSpPr/>
                <p:nvPr/>
              </p:nvCxnSpPr>
              <p:spPr>
                <a:xfrm>
                  <a:off x="1" y="1500088"/>
                  <a:ext cx="4841796" cy="700040"/>
                </a:xfrm>
                <a:prstGeom prst="straightConnector1">
                  <a:avLst/>
                </a:prstGeom>
                <a:noFill/>
                <a:ln cap="flat" cmpd="sng" w="50800">
                  <a:solidFill>
                    <a:srgbClr val="FF0000"/>
                  </a:solidFill>
                  <a:prstDash val="solid"/>
                  <a:round/>
                  <a:headEnd len="sm" w="sm" type="none"/>
                  <a:tailEnd len="sm" w="sm" type="none"/>
                </a:ln>
              </p:spPr>
            </p:cxnSp>
            <p:sp>
              <p:nvSpPr>
                <p:cNvPr id="2227" name="Google Shape;2227;p76"/>
                <p:cNvSpPr/>
                <p:nvPr/>
              </p:nvSpPr>
              <p:spPr>
                <a:xfrm>
                  <a:off x="2" y="0"/>
                  <a:ext cx="3698333" cy="4471962"/>
                </a:xfrm>
                <a:custGeom>
                  <a:rect b="b" l="l" r="r" t="t"/>
                  <a:pathLst>
                    <a:path extrusionOk="0" h="21600" w="21600">
                      <a:moveTo>
                        <a:pt x="21490" y="9570"/>
                      </a:moveTo>
                      <a:lnTo>
                        <a:pt x="21490" y="91"/>
                      </a:lnTo>
                      <a:lnTo>
                        <a:pt x="0" y="0"/>
                      </a:lnTo>
                      <a:lnTo>
                        <a:pt x="110" y="21600"/>
                      </a:lnTo>
                      <a:lnTo>
                        <a:pt x="21600" y="21509"/>
                      </a:lnTo>
                      <a:lnTo>
                        <a:pt x="21600" y="13853"/>
                      </a:lnTo>
                    </a:path>
                  </a:pathLst>
                </a:custGeom>
                <a:noFill/>
                <a:ln cap="flat" cmpd="sng" w="50800">
                  <a:solidFill>
                    <a:srgbClr val="000000"/>
                  </a:solidFill>
                  <a:prstDash val="solid"/>
                  <a:round/>
                  <a:headEnd len="sm" w="sm" type="none"/>
                  <a:tailEnd len="sm" w="sm" type="none"/>
                </a:ln>
                <a:effectLst>
                  <a:outerShdw blurRad="76200" rotWithShape="0" dir="5400000" dist="38100">
                    <a:srgbClr val="000000">
                      <a:alpha val="37647"/>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Calibri"/>
                    <a:buNone/>
                  </a:pPr>
                  <a:r>
                    <a:t/>
                  </a:r>
                  <a:endParaRPr b="0" i="0" sz="3600" u="none" cap="none" strike="noStrike">
                    <a:solidFill>
                      <a:srgbClr val="000000"/>
                    </a:solidFill>
                    <a:latin typeface="Calibri"/>
                    <a:ea typeface="Calibri"/>
                    <a:cs typeface="Calibri"/>
                    <a:sym typeface="Calibri"/>
                  </a:endParaRPr>
                </a:p>
              </p:txBody>
            </p:sp>
            <p:sp>
              <p:nvSpPr>
                <p:cNvPr id="2228" name="Google Shape;2228;p76"/>
                <p:cNvSpPr/>
                <p:nvPr/>
              </p:nvSpPr>
              <p:spPr>
                <a:xfrm>
                  <a:off x="2" y="1415179"/>
                  <a:ext cx="188691" cy="169821"/>
                </a:xfrm>
                <a:prstGeom prst="rect">
                  <a:avLst/>
                </a:prstGeom>
                <a:solidFill>
                  <a:srgbClr val="3366FF"/>
                </a:solidFill>
                <a:ln cap="flat" cmpd="sng" w="12700">
                  <a:solidFill>
                    <a:srgbClr val="4A7EBB"/>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sp>
            <p:nvSpPr>
              <p:cNvPr id="2229" name="Google Shape;2229;p76"/>
              <p:cNvSpPr txBox="1"/>
              <p:nvPr/>
            </p:nvSpPr>
            <p:spPr>
              <a:xfrm>
                <a:off x="18760" y="0"/>
                <a:ext cx="3643333"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Difference image</a:t>
                </a:r>
                <a:endParaRPr/>
              </a:p>
            </p:txBody>
          </p:sp>
        </p:grpSp>
      </p:grpSp>
      <p:grpSp>
        <p:nvGrpSpPr>
          <p:cNvPr id="2230" name="Google Shape;2230;p76"/>
          <p:cNvGrpSpPr/>
          <p:nvPr/>
        </p:nvGrpSpPr>
        <p:grpSpPr>
          <a:xfrm>
            <a:off x="8792802" y="4851660"/>
            <a:ext cx="625993" cy="6274227"/>
            <a:chOff x="0" y="0"/>
            <a:chExt cx="625992" cy="6274226"/>
          </a:xfrm>
        </p:grpSpPr>
        <p:sp>
          <p:nvSpPr>
            <p:cNvPr id="2231" name="Google Shape;2231;p76"/>
            <p:cNvSpPr txBox="1"/>
            <p:nvPr/>
          </p:nvSpPr>
          <p:spPr>
            <a:xfrm>
              <a:off x="92075" y="0"/>
              <a:ext cx="533917" cy="131804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rgbClr val="000000"/>
                  </a:solidFill>
                  <a:latin typeface="Arial"/>
                  <a:ea typeface="Arial"/>
                  <a:cs typeface="Arial"/>
                  <a:sym typeface="Arial"/>
                </a:rPr>
                <a:t>-</a:t>
              </a:r>
              <a:endParaRPr/>
            </a:p>
          </p:txBody>
        </p:sp>
        <p:sp>
          <p:nvSpPr>
            <p:cNvPr id="2232" name="Google Shape;2232;p76"/>
            <p:cNvSpPr txBox="1"/>
            <p:nvPr/>
          </p:nvSpPr>
          <p:spPr>
            <a:xfrm>
              <a:off x="0" y="4956183"/>
              <a:ext cx="533916" cy="131804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rgbClr val="000000"/>
                  </a:solidFill>
                  <a:latin typeface="Arial"/>
                  <a:ea typeface="Arial"/>
                  <a:cs typeface="Arial"/>
                  <a:sym typeface="Arial"/>
                </a:rPr>
                <a:t>-</a:t>
              </a:r>
              <a:endParaRPr/>
            </a:p>
          </p:txBody>
        </p:sp>
      </p:grpSp>
      <p:sp>
        <p:nvSpPr>
          <p:cNvPr id="2233" name="Google Shape;2233;p76"/>
          <p:cNvSpPr txBox="1"/>
          <p:nvPr/>
        </p:nvSpPr>
        <p:spPr>
          <a:xfrm>
            <a:off x="15027275" y="9725339"/>
            <a:ext cx="1918514" cy="131804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rgbClr val="000000"/>
                </a:solidFill>
                <a:latin typeface="Arial"/>
                <a:ea typeface="Arial"/>
                <a:cs typeface="Arial"/>
                <a:sym typeface="Arial"/>
              </a:rPr>
              <a:t>=  ?</a:t>
            </a:r>
            <a:endParaRPr/>
          </a:p>
        </p:txBody>
      </p:sp>
      <p:sp>
        <p:nvSpPr>
          <p:cNvPr id="2234" name="Google Shape;2234;p76"/>
          <p:cNvSpPr txBox="1"/>
          <p:nvPr>
            <p:ph type="title"/>
          </p:nvPr>
        </p:nvSpPr>
        <p:spPr>
          <a:xfrm>
            <a:off x="3962400" y="13541"/>
            <a:ext cx="16459200" cy="2286001"/>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rgbClr val="000000"/>
              </a:buClr>
              <a:buSzPts val="7040"/>
              <a:buFont typeface="Calibri"/>
              <a:buNone/>
            </a:pPr>
            <a:r>
              <a:rPr lang="en-US" sz="7040"/>
              <a:t>Mixed accidental pinhole and </a:t>
            </a:r>
            <a:br>
              <a:rPr lang="en-US" sz="7040"/>
            </a:br>
            <a:r>
              <a:rPr lang="en-US" sz="7040"/>
              <a:t>anti-pinhole cameras</a:t>
            </a:r>
            <a:endParaRPr/>
          </a:p>
        </p:txBody>
      </p:sp>
      <p:pic>
        <p:nvPicPr>
          <p:cNvPr descr="Picture 14" id="2235" name="Google Shape;2235;p76"/>
          <p:cNvPicPr preferRelativeResize="0"/>
          <p:nvPr/>
        </p:nvPicPr>
        <p:blipFill rotWithShape="1">
          <a:blip r:embed="rId3">
            <a:alphaModFix/>
          </a:blip>
          <a:srcRect b="0" l="0" r="0" t="0"/>
          <a:stretch/>
        </p:blipFill>
        <p:spPr>
          <a:xfrm>
            <a:off x="3380442" y="9433996"/>
            <a:ext cx="5331235" cy="3183159"/>
          </a:xfrm>
          <a:prstGeom prst="rect">
            <a:avLst/>
          </a:prstGeom>
          <a:noFill/>
          <a:ln>
            <a:noFill/>
          </a:ln>
        </p:spPr>
      </p:pic>
      <p:pic>
        <p:nvPicPr>
          <p:cNvPr descr="Picture 3" id="2236" name="Google Shape;2236;p76"/>
          <p:cNvPicPr preferRelativeResize="0"/>
          <p:nvPr/>
        </p:nvPicPr>
        <p:blipFill rotWithShape="1">
          <a:blip r:embed="rId4">
            <a:alphaModFix/>
          </a:blip>
          <a:srcRect b="0" l="0" r="0" t="0"/>
          <a:stretch/>
        </p:blipFill>
        <p:spPr>
          <a:xfrm>
            <a:off x="9356800" y="9436065"/>
            <a:ext cx="5352637" cy="3179177"/>
          </a:xfrm>
          <a:prstGeom prst="rect">
            <a:avLst/>
          </a:prstGeom>
          <a:noFill/>
          <a:ln>
            <a:noFill/>
          </a:ln>
        </p:spPr>
      </p:pic>
      <p:sp>
        <p:nvSpPr>
          <p:cNvPr id="2237" name="Google Shape;2237;p76"/>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238" name="Google Shape;2238;p76"/>
          <p:cNvSpPr txBox="1"/>
          <p:nvPr/>
        </p:nvSpPr>
        <p:spPr>
          <a:xfrm>
            <a:off x="20633943" y="13287883"/>
            <a:ext cx="3639313" cy="39903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000"/>
              <a:buFont typeface="Helvetica Neue Light"/>
              <a:buNone/>
            </a:pPr>
            <a:r>
              <a:rPr b="0" i="0" lang="en-US" sz="20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2" name="Shape 2242"/>
        <p:cNvGrpSpPr/>
        <p:nvPr/>
      </p:nvGrpSpPr>
      <p:grpSpPr>
        <a:xfrm>
          <a:off x="0" y="0"/>
          <a:ext cx="0" cy="0"/>
          <a:chOff x="0" y="0"/>
          <a:chExt cx="0" cy="0"/>
        </a:xfrm>
      </p:grpSpPr>
      <p:pic>
        <p:nvPicPr>
          <p:cNvPr descr="Picture 2" id="2243" name="Google Shape;2243;p78"/>
          <p:cNvPicPr preferRelativeResize="0"/>
          <p:nvPr/>
        </p:nvPicPr>
        <p:blipFill rotWithShape="1">
          <a:blip r:embed="rId3">
            <a:alphaModFix/>
          </a:blip>
          <a:srcRect b="0" l="0" r="0" t="0"/>
          <a:stretch/>
        </p:blipFill>
        <p:spPr>
          <a:xfrm>
            <a:off x="12117969" y="4039070"/>
            <a:ext cx="5521451" cy="5449233"/>
          </a:xfrm>
          <a:prstGeom prst="rect">
            <a:avLst/>
          </a:prstGeom>
          <a:noFill/>
          <a:ln>
            <a:noFill/>
          </a:ln>
        </p:spPr>
      </p:pic>
      <p:pic>
        <p:nvPicPr>
          <p:cNvPr descr="Picture 6" id="2244" name="Google Shape;2244;p78"/>
          <p:cNvPicPr preferRelativeResize="0"/>
          <p:nvPr/>
        </p:nvPicPr>
        <p:blipFill rotWithShape="1">
          <a:blip r:embed="rId4">
            <a:alphaModFix/>
          </a:blip>
          <a:srcRect b="0" l="0" r="0" t="0"/>
          <a:stretch/>
        </p:blipFill>
        <p:spPr>
          <a:xfrm>
            <a:off x="6161202" y="4029928"/>
            <a:ext cx="5672721" cy="5474523"/>
          </a:xfrm>
          <a:prstGeom prst="rect">
            <a:avLst/>
          </a:prstGeom>
          <a:noFill/>
          <a:ln>
            <a:noFill/>
          </a:ln>
        </p:spPr>
      </p:pic>
      <p:sp>
        <p:nvSpPr>
          <p:cNvPr id="2245" name="Google Shape;2245;p78"/>
          <p:cNvSpPr txBox="1"/>
          <p:nvPr/>
        </p:nvSpPr>
        <p:spPr>
          <a:xfrm>
            <a:off x="6828648" y="3287741"/>
            <a:ext cx="4465311" cy="7013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Body as the occluder</a:t>
            </a:r>
            <a:endParaRPr/>
          </a:p>
        </p:txBody>
      </p:sp>
      <p:sp>
        <p:nvSpPr>
          <p:cNvPr id="2246" name="Google Shape;2246;p78"/>
          <p:cNvSpPr txBox="1"/>
          <p:nvPr/>
        </p:nvSpPr>
        <p:spPr>
          <a:xfrm>
            <a:off x="4081327" y="296694"/>
            <a:ext cx="16276200" cy="289380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800"/>
              <a:buFont typeface="Arial"/>
              <a:buNone/>
            </a:pPr>
            <a:r>
              <a:rPr b="0" i="0" lang="en-US" sz="8800" u="none" cap="none" strike="noStrike">
                <a:solidFill>
                  <a:srgbClr val="000000"/>
                </a:solidFill>
                <a:latin typeface="Arial"/>
                <a:ea typeface="Arial"/>
                <a:cs typeface="Arial"/>
                <a:sym typeface="Arial"/>
              </a:rPr>
              <a:t>Mixed accidental pinhole and </a:t>
            </a:r>
            <a:br>
              <a:rPr b="0" i="0" lang="en-US" sz="8800" u="none" cap="none" strike="noStrike">
                <a:solidFill>
                  <a:srgbClr val="000000"/>
                </a:solidFill>
                <a:latin typeface="Arial"/>
                <a:ea typeface="Arial"/>
                <a:cs typeface="Arial"/>
                <a:sym typeface="Arial"/>
              </a:rPr>
            </a:br>
            <a:r>
              <a:rPr b="0" i="0" lang="en-US" sz="8800" u="none" cap="none" strike="noStrike">
                <a:solidFill>
                  <a:srgbClr val="000000"/>
                </a:solidFill>
                <a:latin typeface="Arial"/>
                <a:ea typeface="Arial"/>
                <a:cs typeface="Arial"/>
                <a:sym typeface="Arial"/>
              </a:rPr>
              <a:t>anti-pinhole cameras</a:t>
            </a:r>
            <a:endParaRPr/>
          </a:p>
        </p:txBody>
      </p:sp>
      <p:cxnSp>
        <p:nvCxnSpPr>
          <p:cNvPr id="2247" name="Google Shape;2247;p78"/>
          <p:cNvCxnSpPr/>
          <p:nvPr/>
        </p:nvCxnSpPr>
        <p:spPr>
          <a:xfrm>
            <a:off x="15134161" y="7945487"/>
            <a:ext cx="471163" cy="983191"/>
          </a:xfrm>
          <a:prstGeom prst="straightConnector1">
            <a:avLst/>
          </a:prstGeom>
          <a:noFill/>
          <a:ln cap="flat" cmpd="sng" w="152400">
            <a:solidFill>
              <a:srgbClr val="FF0000"/>
            </a:solidFill>
            <a:prstDash val="solid"/>
            <a:round/>
            <a:headEnd len="sm" w="sm" type="none"/>
            <a:tailEnd len="med" w="med" type="triangle"/>
          </a:ln>
          <a:effectLst>
            <a:outerShdw blurRad="76200" rotWithShape="0" dir="5400000" dist="38100">
              <a:srgbClr val="000000">
                <a:alpha val="37647"/>
              </a:srgbClr>
            </a:outerShdw>
          </a:effectLst>
        </p:spPr>
      </p:cxnSp>
      <p:cxnSp>
        <p:nvCxnSpPr>
          <p:cNvPr id="2248" name="Google Shape;2248;p78"/>
          <p:cNvCxnSpPr/>
          <p:nvPr/>
        </p:nvCxnSpPr>
        <p:spPr>
          <a:xfrm>
            <a:off x="9295931" y="7044234"/>
            <a:ext cx="243351" cy="939777"/>
          </a:xfrm>
          <a:prstGeom prst="straightConnector1">
            <a:avLst/>
          </a:prstGeom>
          <a:noFill/>
          <a:ln cap="flat" cmpd="sng" w="152400">
            <a:solidFill>
              <a:srgbClr val="FF0000"/>
            </a:solidFill>
            <a:prstDash val="solid"/>
            <a:round/>
            <a:headEnd len="sm" w="sm" type="none"/>
            <a:tailEnd len="med" w="med" type="triangle"/>
          </a:ln>
          <a:effectLst>
            <a:outerShdw blurRad="76200" rotWithShape="0" dir="5400000" dist="38100">
              <a:srgbClr val="000000">
                <a:alpha val="37647"/>
              </a:srgbClr>
            </a:outerShdw>
          </a:effectLst>
        </p:spPr>
      </p:cxnSp>
      <p:sp>
        <p:nvSpPr>
          <p:cNvPr id="2249" name="Google Shape;2249;p78"/>
          <p:cNvSpPr txBox="1"/>
          <p:nvPr/>
        </p:nvSpPr>
        <p:spPr>
          <a:xfrm>
            <a:off x="12227631" y="3333510"/>
            <a:ext cx="5193974"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View outside the window</a:t>
            </a:r>
            <a:endParaRPr/>
          </a:p>
        </p:txBody>
      </p:sp>
      <p:sp>
        <p:nvSpPr>
          <p:cNvPr id="2250" name="Google Shape;2250;p78"/>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251" name="Google Shape;2251;p78"/>
          <p:cNvSpPr txBox="1"/>
          <p:nvPr/>
        </p:nvSpPr>
        <p:spPr>
          <a:xfrm>
            <a:off x="20633943" y="13287883"/>
            <a:ext cx="3639313" cy="39903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000"/>
              <a:buFont typeface="Helvetica Neue Light"/>
              <a:buNone/>
            </a:pPr>
            <a:r>
              <a:rPr b="0" i="0" lang="en-US" sz="20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5" name="Shape 2255"/>
        <p:cNvGrpSpPr/>
        <p:nvPr/>
      </p:nvGrpSpPr>
      <p:grpSpPr>
        <a:xfrm>
          <a:off x="0" y="0"/>
          <a:ext cx="0" cy="0"/>
          <a:chOff x="0" y="0"/>
          <a:chExt cx="0" cy="0"/>
        </a:xfrm>
      </p:grpSpPr>
      <p:sp>
        <p:nvSpPr>
          <p:cNvPr id="2256" name="Google Shape;2256;p79"/>
          <p:cNvSpPr txBox="1"/>
          <p:nvPr>
            <p:ph type="title"/>
          </p:nvPr>
        </p:nvSpPr>
        <p:spPr>
          <a:xfrm>
            <a:off x="3048000" y="0"/>
            <a:ext cx="18440400" cy="12192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6951"/>
              <a:buFont typeface="Calibri"/>
              <a:buNone/>
            </a:pPr>
            <a:r>
              <a:rPr lang="en-US" sz="6951"/>
              <a:t>Looking for a small accidental occluder</a:t>
            </a:r>
            <a:endParaRPr/>
          </a:p>
        </p:txBody>
      </p:sp>
      <p:sp>
        <p:nvSpPr>
          <p:cNvPr id="2257" name="Google Shape;2257;p79"/>
          <p:cNvSpPr txBox="1"/>
          <p:nvPr/>
        </p:nvSpPr>
        <p:spPr>
          <a:xfrm>
            <a:off x="17576165" y="5508626"/>
            <a:ext cx="322606"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a:t>
            </a:r>
            <a:endParaRPr/>
          </a:p>
        </p:txBody>
      </p:sp>
      <p:sp>
        <p:nvSpPr>
          <p:cNvPr id="2258" name="Google Shape;2258;p79"/>
          <p:cNvSpPr txBox="1"/>
          <p:nvPr/>
        </p:nvSpPr>
        <p:spPr>
          <a:xfrm>
            <a:off x="17880965" y="5813426"/>
            <a:ext cx="322606"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a:t>
            </a:r>
            <a:endParaRPr/>
          </a:p>
        </p:txBody>
      </p:sp>
      <p:sp>
        <p:nvSpPr>
          <p:cNvPr id="2259" name="Google Shape;2259;p79"/>
          <p:cNvSpPr txBox="1"/>
          <p:nvPr/>
        </p:nvSpPr>
        <p:spPr>
          <a:xfrm>
            <a:off x="18185765" y="6118226"/>
            <a:ext cx="322606"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a:t>
            </a:r>
            <a:endParaRPr/>
          </a:p>
        </p:txBody>
      </p:sp>
      <p:cxnSp>
        <p:nvCxnSpPr>
          <p:cNvPr id="2260" name="Google Shape;2260;p79"/>
          <p:cNvCxnSpPr/>
          <p:nvPr/>
        </p:nvCxnSpPr>
        <p:spPr>
          <a:xfrm>
            <a:off x="11734798" y="762001"/>
            <a:ext cx="9601204" cy="7619998"/>
          </a:xfrm>
          <a:prstGeom prst="straightConnector1">
            <a:avLst/>
          </a:prstGeom>
          <a:noFill/>
          <a:ln cap="flat" cmpd="sng" w="50800">
            <a:solidFill>
              <a:srgbClr val="4F81BD"/>
            </a:solidFill>
            <a:prstDash val="solid"/>
            <a:round/>
            <a:headEnd len="sm" w="sm" type="none"/>
            <a:tailEnd len="med" w="med" type="triangle"/>
          </a:ln>
          <a:effectLst>
            <a:outerShdw blurRad="76200" rotWithShape="0" dir="5400000" dist="38100">
              <a:srgbClr val="000000">
                <a:alpha val="37647"/>
              </a:srgbClr>
            </a:outerShdw>
          </a:effectLst>
        </p:spPr>
      </p:cxnSp>
      <p:grpSp>
        <p:nvGrpSpPr>
          <p:cNvPr id="2261" name="Google Shape;2261;p79"/>
          <p:cNvGrpSpPr/>
          <p:nvPr/>
        </p:nvGrpSpPr>
        <p:grpSpPr>
          <a:xfrm>
            <a:off x="12039600" y="7581944"/>
            <a:ext cx="9124950" cy="6095956"/>
            <a:chOff x="0" y="-1"/>
            <a:chExt cx="9124950" cy="6095955"/>
          </a:xfrm>
        </p:grpSpPr>
        <p:sp>
          <p:nvSpPr>
            <p:cNvPr id="2262" name="Google Shape;2262;p79"/>
            <p:cNvSpPr txBox="1"/>
            <p:nvPr/>
          </p:nvSpPr>
          <p:spPr>
            <a:xfrm>
              <a:off x="8050307" y="-1"/>
              <a:ext cx="576879" cy="7013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t3</a:t>
              </a:r>
              <a:endParaRPr/>
            </a:p>
          </p:txBody>
        </p:sp>
        <p:pic>
          <p:nvPicPr>
            <p:cNvPr descr="Picture 4" id="2263" name="Google Shape;2263;p79"/>
            <p:cNvPicPr preferRelativeResize="0"/>
            <p:nvPr/>
          </p:nvPicPr>
          <p:blipFill rotWithShape="1">
            <a:blip r:embed="rId3">
              <a:alphaModFix/>
            </a:blip>
            <a:srcRect b="0" l="0" r="0" t="0"/>
            <a:stretch/>
          </p:blipFill>
          <p:spPr>
            <a:xfrm>
              <a:off x="0" y="647653"/>
              <a:ext cx="9124950" cy="5448301"/>
            </a:xfrm>
            <a:prstGeom prst="rect">
              <a:avLst/>
            </a:prstGeom>
            <a:noFill/>
            <a:ln>
              <a:noFill/>
            </a:ln>
          </p:spPr>
        </p:pic>
      </p:grpSp>
      <p:grpSp>
        <p:nvGrpSpPr>
          <p:cNvPr id="2264" name="Google Shape;2264;p79"/>
          <p:cNvGrpSpPr/>
          <p:nvPr/>
        </p:nvGrpSpPr>
        <p:grpSpPr>
          <a:xfrm>
            <a:off x="7459960" y="4382094"/>
            <a:ext cx="9124951" cy="6089058"/>
            <a:chOff x="0" y="-1"/>
            <a:chExt cx="9124950" cy="6089056"/>
          </a:xfrm>
        </p:grpSpPr>
        <p:sp>
          <p:nvSpPr>
            <p:cNvPr id="2265" name="Google Shape;2265;p79"/>
            <p:cNvSpPr txBox="1"/>
            <p:nvPr/>
          </p:nvSpPr>
          <p:spPr>
            <a:xfrm>
              <a:off x="8451423" y="-1"/>
              <a:ext cx="576879" cy="7013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t2</a:t>
              </a:r>
              <a:endParaRPr/>
            </a:p>
          </p:txBody>
        </p:sp>
        <p:pic>
          <p:nvPicPr>
            <p:cNvPr descr="Picture 3" id="2266" name="Google Shape;2266;p79"/>
            <p:cNvPicPr preferRelativeResize="0"/>
            <p:nvPr/>
          </p:nvPicPr>
          <p:blipFill rotWithShape="1">
            <a:blip r:embed="rId4">
              <a:alphaModFix/>
            </a:blip>
            <a:srcRect b="0" l="0" r="0" t="0"/>
            <a:stretch/>
          </p:blipFill>
          <p:spPr>
            <a:xfrm>
              <a:off x="0" y="669329"/>
              <a:ext cx="9124950" cy="5419726"/>
            </a:xfrm>
            <a:prstGeom prst="rect">
              <a:avLst/>
            </a:prstGeom>
            <a:noFill/>
            <a:ln>
              <a:noFill/>
            </a:ln>
          </p:spPr>
        </p:pic>
      </p:grpSp>
      <p:grpSp>
        <p:nvGrpSpPr>
          <p:cNvPr id="2267" name="Google Shape;2267;p79"/>
          <p:cNvGrpSpPr/>
          <p:nvPr/>
        </p:nvGrpSpPr>
        <p:grpSpPr>
          <a:xfrm>
            <a:off x="14774746" y="7733424"/>
            <a:ext cx="5500808" cy="4938005"/>
            <a:chOff x="0" y="-1"/>
            <a:chExt cx="5500806" cy="4938004"/>
          </a:xfrm>
        </p:grpSpPr>
        <p:sp>
          <p:nvSpPr>
            <p:cNvPr id="2268" name="Google Shape;2268;p79"/>
            <p:cNvSpPr/>
            <p:nvPr/>
          </p:nvSpPr>
          <p:spPr>
            <a:xfrm>
              <a:off x="4443529" y="3229850"/>
              <a:ext cx="1057277" cy="1708153"/>
            </a:xfrm>
            <a:prstGeom prst="ellipse">
              <a:avLst/>
            </a:prstGeom>
            <a:noFill/>
            <a:ln cap="flat" cmpd="sng" w="50800">
              <a:solidFill>
                <a:srgbClr val="FF0000"/>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2269" name="Google Shape;2269;p79"/>
            <p:cNvSpPr/>
            <p:nvPr/>
          </p:nvSpPr>
          <p:spPr>
            <a:xfrm>
              <a:off x="0" y="-1"/>
              <a:ext cx="1104633" cy="1833890"/>
            </a:xfrm>
            <a:prstGeom prst="ellipse">
              <a:avLst/>
            </a:prstGeom>
            <a:noFill/>
            <a:ln cap="flat" cmpd="sng" w="50800">
              <a:solidFill>
                <a:srgbClr val="FF0000"/>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grpSp>
        <p:nvGrpSpPr>
          <p:cNvPr id="2270" name="Google Shape;2270;p79"/>
          <p:cNvGrpSpPr/>
          <p:nvPr/>
        </p:nvGrpSpPr>
        <p:grpSpPr>
          <a:xfrm>
            <a:off x="3067050" y="1363959"/>
            <a:ext cx="10367952" cy="5448302"/>
            <a:chOff x="0" y="0"/>
            <a:chExt cx="10367951" cy="5448301"/>
          </a:xfrm>
        </p:grpSpPr>
        <p:pic>
          <p:nvPicPr>
            <p:cNvPr descr="Picture 14" id="2271" name="Google Shape;2271;p79"/>
            <p:cNvPicPr preferRelativeResize="0"/>
            <p:nvPr/>
          </p:nvPicPr>
          <p:blipFill rotWithShape="1">
            <a:blip r:embed="rId5">
              <a:alphaModFix/>
            </a:blip>
            <a:srcRect b="0" l="0" r="0" t="0"/>
            <a:stretch/>
          </p:blipFill>
          <p:spPr>
            <a:xfrm>
              <a:off x="0" y="0"/>
              <a:ext cx="9124950" cy="5448301"/>
            </a:xfrm>
            <a:prstGeom prst="rect">
              <a:avLst/>
            </a:prstGeom>
            <a:noFill/>
            <a:ln>
              <a:noFill/>
            </a:ln>
          </p:spPr>
        </p:pic>
        <p:cxnSp>
          <p:nvCxnSpPr>
            <p:cNvPr id="2272" name="Google Shape;2272;p79"/>
            <p:cNvCxnSpPr/>
            <p:nvPr/>
          </p:nvCxnSpPr>
          <p:spPr>
            <a:xfrm>
              <a:off x="9097950" y="0"/>
              <a:ext cx="1270001" cy="1270000"/>
            </a:xfrm>
            <a:prstGeom prst="straightConnector1">
              <a:avLst/>
            </a:prstGeom>
            <a:noFill/>
            <a:ln>
              <a:noFill/>
            </a:ln>
          </p:spPr>
        </p:cxnSp>
      </p:grpSp>
      <p:sp>
        <p:nvSpPr>
          <p:cNvPr id="2273" name="Google Shape;2273;p79"/>
          <p:cNvSpPr txBox="1"/>
          <p:nvPr/>
        </p:nvSpPr>
        <p:spPr>
          <a:xfrm>
            <a:off x="13632815" y="2438400"/>
            <a:ext cx="322606"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a:t>
            </a:r>
            <a:endParaRPr/>
          </a:p>
        </p:txBody>
      </p:sp>
      <p:sp>
        <p:nvSpPr>
          <p:cNvPr id="2274" name="Google Shape;2274;p79"/>
          <p:cNvSpPr txBox="1"/>
          <p:nvPr/>
        </p:nvSpPr>
        <p:spPr>
          <a:xfrm>
            <a:off x="13937615" y="2743200"/>
            <a:ext cx="322606"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a:t>
            </a:r>
            <a:endParaRPr/>
          </a:p>
        </p:txBody>
      </p:sp>
      <p:sp>
        <p:nvSpPr>
          <p:cNvPr id="2275" name="Google Shape;2275;p79"/>
          <p:cNvSpPr txBox="1"/>
          <p:nvPr/>
        </p:nvSpPr>
        <p:spPr>
          <a:xfrm>
            <a:off x="14242415" y="3048000"/>
            <a:ext cx="322606"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a:t>
            </a:r>
            <a:endParaRPr/>
          </a:p>
        </p:txBody>
      </p:sp>
      <p:grpSp>
        <p:nvGrpSpPr>
          <p:cNvPr id="2276" name="Google Shape;2276;p79"/>
          <p:cNvGrpSpPr/>
          <p:nvPr/>
        </p:nvGrpSpPr>
        <p:grpSpPr>
          <a:xfrm>
            <a:off x="10687049" y="1524000"/>
            <a:ext cx="5950504" cy="8881353"/>
            <a:chOff x="-1" y="0"/>
            <a:chExt cx="5950504" cy="8881353"/>
          </a:xfrm>
        </p:grpSpPr>
        <p:sp>
          <p:nvSpPr>
            <p:cNvPr id="2277" name="Google Shape;2277;p79"/>
            <p:cNvSpPr/>
            <p:nvPr/>
          </p:nvSpPr>
          <p:spPr>
            <a:xfrm>
              <a:off x="4445549" y="3744200"/>
              <a:ext cx="1504954" cy="5137153"/>
            </a:xfrm>
            <a:prstGeom prst="ellipse">
              <a:avLst/>
            </a:prstGeom>
            <a:noFill/>
            <a:ln cap="flat" cmpd="sng" w="76200">
              <a:solidFill>
                <a:srgbClr val="008000"/>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sp>
          <p:nvSpPr>
            <p:cNvPr id="2278" name="Google Shape;2278;p79"/>
            <p:cNvSpPr/>
            <p:nvPr/>
          </p:nvSpPr>
          <p:spPr>
            <a:xfrm>
              <a:off x="-1" y="0"/>
              <a:ext cx="1504953" cy="5137153"/>
            </a:xfrm>
            <a:prstGeom prst="ellipse">
              <a:avLst/>
            </a:prstGeom>
            <a:noFill/>
            <a:ln cap="flat" cmpd="sng" w="76200">
              <a:solidFill>
                <a:srgbClr val="008000"/>
              </a:solidFill>
              <a:prstDash val="solid"/>
              <a:round/>
              <a:headEnd len="sm" w="sm" type="none"/>
              <a:tailEnd len="sm" w="sm" type="none"/>
            </a:ln>
            <a:effectLst>
              <a:outerShdw blurRad="76200" rotWithShape="0" dir="5400000" dist="38100">
                <a:srgbClr val="000000">
                  <a:alpha val="34901"/>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Calibri"/>
                <a:buNone/>
              </a:pPr>
              <a:r>
                <a:t/>
              </a:r>
              <a:endParaRPr b="0" i="0" sz="3600" u="none" cap="none" strike="noStrike">
                <a:solidFill>
                  <a:srgbClr val="FFFFFF"/>
                </a:solidFill>
                <a:latin typeface="Calibri"/>
                <a:ea typeface="Calibri"/>
                <a:cs typeface="Calibri"/>
                <a:sym typeface="Calibri"/>
              </a:endParaRPr>
            </a:p>
          </p:txBody>
        </p:sp>
      </p:grpSp>
      <p:sp>
        <p:nvSpPr>
          <p:cNvPr id="2279" name="Google Shape;2279;p79"/>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280" name="Google Shape;2280;p79"/>
          <p:cNvSpPr txBox="1"/>
          <p:nvPr/>
        </p:nvSpPr>
        <p:spPr>
          <a:xfrm>
            <a:off x="-1" y="13287883"/>
            <a:ext cx="3639313" cy="39903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000"/>
              <a:buFont typeface="Helvetica Neue Light"/>
              <a:buNone/>
            </a:pPr>
            <a:r>
              <a:rPr b="0" i="0" lang="en-US" sz="20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4" name="Shape 2284"/>
        <p:cNvGrpSpPr/>
        <p:nvPr/>
      </p:nvGrpSpPr>
      <p:grpSpPr>
        <a:xfrm>
          <a:off x="0" y="0"/>
          <a:ext cx="0" cy="0"/>
          <a:chOff x="0" y="0"/>
          <a:chExt cx="0" cy="0"/>
        </a:xfrm>
      </p:grpSpPr>
      <p:pic>
        <p:nvPicPr>
          <p:cNvPr descr="Picture 1" id="2285" name="Google Shape;2285;p81"/>
          <p:cNvPicPr preferRelativeResize="0"/>
          <p:nvPr/>
        </p:nvPicPr>
        <p:blipFill rotWithShape="1">
          <a:blip r:embed="rId3">
            <a:alphaModFix/>
          </a:blip>
          <a:srcRect b="0" l="0" r="0" t="0"/>
          <a:stretch/>
        </p:blipFill>
        <p:spPr>
          <a:xfrm>
            <a:off x="9303449" y="2431474"/>
            <a:ext cx="5943601" cy="5467351"/>
          </a:xfrm>
          <a:prstGeom prst="rect">
            <a:avLst/>
          </a:prstGeom>
          <a:noFill/>
          <a:ln>
            <a:noFill/>
          </a:ln>
        </p:spPr>
      </p:pic>
      <p:pic>
        <p:nvPicPr>
          <p:cNvPr descr="Picture 2" id="2286" name="Google Shape;2286;p81"/>
          <p:cNvPicPr preferRelativeResize="0"/>
          <p:nvPr/>
        </p:nvPicPr>
        <p:blipFill rotWithShape="1">
          <a:blip r:embed="rId4">
            <a:alphaModFix/>
          </a:blip>
          <a:srcRect b="0" l="0" r="0" t="0"/>
          <a:stretch/>
        </p:blipFill>
        <p:spPr>
          <a:xfrm>
            <a:off x="15576410" y="2431471"/>
            <a:ext cx="5521451" cy="5449234"/>
          </a:xfrm>
          <a:prstGeom prst="rect">
            <a:avLst/>
          </a:prstGeom>
          <a:noFill/>
          <a:ln>
            <a:noFill/>
          </a:ln>
        </p:spPr>
      </p:pic>
      <p:pic>
        <p:nvPicPr>
          <p:cNvPr descr="Picture 6" id="2287" name="Google Shape;2287;p81"/>
          <p:cNvPicPr preferRelativeResize="0"/>
          <p:nvPr/>
        </p:nvPicPr>
        <p:blipFill rotWithShape="1">
          <a:blip r:embed="rId5">
            <a:alphaModFix/>
          </a:blip>
          <a:srcRect b="0" l="0" r="0" t="0"/>
          <a:stretch/>
        </p:blipFill>
        <p:spPr>
          <a:xfrm>
            <a:off x="3289496" y="2448649"/>
            <a:ext cx="5672721" cy="5474523"/>
          </a:xfrm>
          <a:prstGeom prst="rect">
            <a:avLst/>
          </a:prstGeom>
          <a:noFill/>
          <a:ln>
            <a:noFill/>
          </a:ln>
        </p:spPr>
      </p:pic>
      <p:sp>
        <p:nvSpPr>
          <p:cNvPr id="2288" name="Google Shape;2288;p81"/>
          <p:cNvSpPr txBox="1"/>
          <p:nvPr/>
        </p:nvSpPr>
        <p:spPr>
          <a:xfrm>
            <a:off x="3956942" y="1706464"/>
            <a:ext cx="4465311"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Body as the occluder</a:t>
            </a:r>
            <a:endParaRPr/>
          </a:p>
        </p:txBody>
      </p:sp>
      <p:sp>
        <p:nvSpPr>
          <p:cNvPr id="2289" name="Google Shape;2289;p81"/>
          <p:cNvSpPr txBox="1"/>
          <p:nvPr/>
        </p:nvSpPr>
        <p:spPr>
          <a:xfrm>
            <a:off x="10117200" y="1697900"/>
            <a:ext cx="4516210"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Hand as the occluder</a:t>
            </a:r>
            <a:endParaRPr/>
          </a:p>
        </p:txBody>
      </p:sp>
      <p:sp>
        <p:nvSpPr>
          <p:cNvPr id="2290" name="Google Shape;2290;p81"/>
          <p:cNvSpPr txBox="1"/>
          <p:nvPr/>
        </p:nvSpPr>
        <p:spPr>
          <a:xfrm>
            <a:off x="3139439" y="219710"/>
            <a:ext cx="18257521" cy="1287781"/>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500"/>
              <a:buFont typeface="Calibri"/>
              <a:buNone/>
            </a:pPr>
            <a:r>
              <a:rPr b="0" i="0" lang="en-US" sz="7500" u="none" cap="none" strike="noStrike">
                <a:solidFill>
                  <a:srgbClr val="000000"/>
                </a:solidFill>
                <a:latin typeface="Calibri"/>
                <a:ea typeface="Calibri"/>
                <a:cs typeface="Calibri"/>
                <a:sym typeface="Calibri"/>
              </a:rPr>
              <a:t>Looking for a small accidental occluder</a:t>
            </a:r>
            <a:endParaRPr/>
          </a:p>
        </p:txBody>
      </p:sp>
      <p:sp>
        <p:nvSpPr>
          <p:cNvPr id="2291" name="Google Shape;2291;p81"/>
          <p:cNvSpPr txBox="1"/>
          <p:nvPr/>
        </p:nvSpPr>
        <p:spPr>
          <a:xfrm>
            <a:off x="15660506" y="1785808"/>
            <a:ext cx="5193973"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View outside the window</a:t>
            </a:r>
            <a:endParaRPr/>
          </a:p>
        </p:txBody>
      </p:sp>
      <p:sp>
        <p:nvSpPr>
          <p:cNvPr id="2292" name="Google Shape;2292;p81"/>
          <p:cNvSpPr txBox="1"/>
          <p:nvPr>
            <p:ph idx="12" type="sldNum"/>
          </p:nvPr>
        </p:nvSpPr>
        <p:spPr>
          <a:xfrm>
            <a:off x="19906337" y="12808585"/>
            <a:ext cx="515264" cy="538480"/>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Calibri"/>
              <a:buNone/>
            </a:pPr>
            <a:fld id="{00000000-1234-1234-1234-123412341234}" type="slidenum">
              <a:rPr lang="en-US">
                <a:solidFill>
                  <a:srgbClr val="888888"/>
                </a:solidFill>
                <a:latin typeface="Calibri"/>
                <a:ea typeface="Calibri"/>
                <a:cs typeface="Calibri"/>
                <a:sym typeface="Calibri"/>
              </a:rPr>
              <a:t>‹#›</a:t>
            </a:fld>
            <a:endParaRPr/>
          </a:p>
        </p:txBody>
      </p:sp>
      <p:sp>
        <p:nvSpPr>
          <p:cNvPr id="2293" name="Google Shape;2293;p81"/>
          <p:cNvSpPr txBox="1"/>
          <p:nvPr/>
        </p:nvSpPr>
        <p:spPr>
          <a:xfrm>
            <a:off x="20633943" y="13287883"/>
            <a:ext cx="3639313" cy="399034"/>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000"/>
              <a:buFont typeface="Helvetica Neue Light"/>
              <a:buNone/>
            </a:pPr>
            <a:r>
              <a:rPr b="0" i="0" lang="en-US" sz="20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7" name="Shape 2297"/>
        <p:cNvGrpSpPr/>
        <p:nvPr/>
      </p:nvGrpSpPr>
      <p:grpSpPr>
        <a:xfrm>
          <a:off x="0" y="0"/>
          <a:ext cx="0" cy="0"/>
          <a:chOff x="0" y="0"/>
          <a:chExt cx="0" cy="0"/>
        </a:xfrm>
      </p:grpSpPr>
      <p:pic>
        <p:nvPicPr>
          <p:cNvPr descr="Picture 12" id="2298" name="Google Shape;2298;p83"/>
          <p:cNvPicPr preferRelativeResize="0"/>
          <p:nvPr/>
        </p:nvPicPr>
        <p:blipFill rotWithShape="1">
          <a:blip r:embed="rId3">
            <a:alphaModFix/>
          </a:blip>
          <a:srcRect b="0" l="0" r="0" t="0"/>
          <a:stretch/>
        </p:blipFill>
        <p:spPr>
          <a:xfrm>
            <a:off x="13204828" y="4997453"/>
            <a:ext cx="6911975" cy="4575175"/>
          </a:xfrm>
          <a:prstGeom prst="rect">
            <a:avLst/>
          </a:prstGeom>
          <a:noFill/>
          <a:ln>
            <a:noFill/>
          </a:ln>
        </p:spPr>
      </p:pic>
      <p:pic>
        <p:nvPicPr>
          <p:cNvPr descr="Picture 13" id="2299" name="Google Shape;2299;p83"/>
          <p:cNvPicPr preferRelativeResize="0"/>
          <p:nvPr/>
        </p:nvPicPr>
        <p:blipFill rotWithShape="1">
          <a:blip r:embed="rId4">
            <a:alphaModFix/>
          </a:blip>
          <a:srcRect b="0" l="0" r="0" t="0"/>
          <a:stretch/>
        </p:blipFill>
        <p:spPr>
          <a:xfrm>
            <a:off x="5181600" y="4806951"/>
            <a:ext cx="5943600" cy="4946651"/>
          </a:xfrm>
          <a:prstGeom prst="rect">
            <a:avLst/>
          </a:prstGeom>
          <a:noFill/>
          <a:ln>
            <a:noFill/>
          </a:ln>
        </p:spPr>
      </p:pic>
      <p:sp>
        <p:nvSpPr>
          <p:cNvPr id="2300" name="Google Shape;2300;p83"/>
          <p:cNvSpPr txBox="1"/>
          <p:nvPr/>
        </p:nvSpPr>
        <p:spPr>
          <a:xfrm>
            <a:off x="16944339" y="13100051"/>
            <a:ext cx="7424857" cy="6654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Figure source: Stephen E. Palmer, 2002</a:t>
            </a:r>
            <a:endParaRPr/>
          </a:p>
        </p:txBody>
      </p:sp>
      <p:sp>
        <p:nvSpPr>
          <p:cNvPr id="2301" name="Google Shape;2301;p83"/>
          <p:cNvSpPr txBox="1"/>
          <p:nvPr>
            <p:ph type="title"/>
          </p:nvPr>
        </p:nvSpPr>
        <p:spPr>
          <a:xfrm>
            <a:off x="609600" y="914400"/>
            <a:ext cx="23164800" cy="16764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a:latin typeface="Helvetica Neue"/>
                <a:ea typeface="Helvetica Neue"/>
                <a:cs typeface="Helvetica Neue"/>
                <a:sym typeface="Helvetica Neue"/>
              </a:rPr>
              <a:t>Projection from 3D to 2D</a:t>
            </a:r>
            <a:endParaRPr/>
          </a:p>
        </p:txBody>
      </p:sp>
      <p:sp>
        <p:nvSpPr>
          <p:cNvPr id="2302" name="Google Shape;2302;p83"/>
          <p:cNvSpPr txBox="1"/>
          <p:nvPr/>
        </p:nvSpPr>
        <p:spPr>
          <a:xfrm>
            <a:off x="6492239" y="3616323"/>
            <a:ext cx="3001835" cy="1033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Open Sans"/>
              <a:buNone/>
            </a:pPr>
            <a:r>
              <a:rPr b="0" i="1" lang="en-US" sz="5600" u="none" cap="none" strike="noStrike">
                <a:solidFill>
                  <a:srgbClr val="000000"/>
                </a:solidFill>
                <a:latin typeface="Open Sans"/>
                <a:ea typeface="Open Sans"/>
                <a:cs typeface="Open Sans"/>
                <a:sym typeface="Open Sans"/>
              </a:rPr>
              <a:t>3D world</a:t>
            </a:r>
            <a:endParaRPr/>
          </a:p>
        </p:txBody>
      </p:sp>
      <p:sp>
        <p:nvSpPr>
          <p:cNvPr id="2303" name="Google Shape;2303;p83"/>
          <p:cNvSpPr txBox="1"/>
          <p:nvPr/>
        </p:nvSpPr>
        <p:spPr>
          <a:xfrm>
            <a:off x="15179039" y="3810000"/>
            <a:ext cx="3239364" cy="103378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Open Sans"/>
              <a:buNone/>
            </a:pPr>
            <a:r>
              <a:rPr b="0" i="1" lang="en-US" sz="5600" u="none" cap="none" strike="noStrike">
                <a:solidFill>
                  <a:srgbClr val="000000"/>
                </a:solidFill>
                <a:latin typeface="Open Sans"/>
                <a:ea typeface="Open Sans"/>
                <a:cs typeface="Open Sans"/>
                <a:sym typeface="Open Sans"/>
              </a:rPr>
              <a:t>2D image</a:t>
            </a:r>
            <a:endParaRPr/>
          </a:p>
        </p:txBody>
      </p:sp>
      <p:sp>
        <p:nvSpPr>
          <p:cNvPr id="2304" name="Google Shape;2304;p83"/>
          <p:cNvSpPr txBox="1"/>
          <p:nvPr/>
        </p:nvSpPr>
        <p:spPr>
          <a:xfrm>
            <a:off x="4844798" y="15428475"/>
            <a:ext cx="16276321" cy="2496821"/>
          </a:xfrm>
          <a:prstGeom prst="rect">
            <a:avLst/>
          </a:prstGeom>
          <a:noFill/>
          <a:ln>
            <a:noFill/>
          </a:ln>
        </p:spPr>
        <p:txBody>
          <a:bodyPr anchorCtr="0" anchor="t" bIns="91425" lIns="91425" spcFirstLastPara="1" rIns="91425" wrap="square" tIns="91425">
            <a:spAutoFit/>
          </a:bodyPr>
          <a:lstStyle/>
          <a:p>
            <a:pPr indent="-685800" lvl="0" marL="685800" marR="0" rtl="0" algn="l">
              <a:lnSpc>
                <a:spcPct val="100000"/>
              </a:lnSpc>
              <a:spcBef>
                <a:spcPts val="0"/>
              </a:spcBef>
              <a:spcAft>
                <a:spcPts val="0"/>
              </a:spcAft>
              <a:buClr>
                <a:srgbClr val="000000"/>
              </a:buClr>
              <a:buSzPts val="5600"/>
              <a:buFont typeface="Open Sans"/>
              <a:buNone/>
            </a:pPr>
            <a:r>
              <a:rPr b="0" i="0" lang="en-US" sz="5600" u="none" cap="none" strike="noStrike">
                <a:solidFill>
                  <a:srgbClr val="000000"/>
                </a:solidFill>
                <a:latin typeface="Open Sans"/>
                <a:ea typeface="Open Sans"/>
                <a:cs typeface="Open Sans"/>
                <a:sym typeface="Open Sans"/>
              </a:rPr>
              <a:t>What have we lost?</a:t>
            </a:r>
            <a:endParaRPr/>
          </a:p>
          <a:p>
            <a:pPr indent="-571500" lvl="1" marL="1028700" marR="0" rtl="0" algn="l">
              <a:lnSpc>
                <a:spcPct val="100000"/>
              </a:lnSpc>
              <a:spcBef>
                <a:spcPts val="900"/>
              </a:spcBef>
              <a:spcAft>
                <a:spcPts val="0"/>
              </a:spcAft>
              <a:buClr>
                <a:srgbClr val="000000"/>
              </a:buClr>
              <a:buSzPts val="4000"/>
              <a:buFont typeface="Open Sans"/>
              <a:buChar char="•"/>
            </a:pPr>
            <a:r>
              <a:rPr b="0" i="0" lang="en-US" sz="4000" u="none" cap="none" strike="noStrike">
                <a:solidFill>
                  <a:srgbClr val="000000"/>
                </a:solidFill>
                <a:latin typeface="Open Sans"/>
                <a:ea typeface="Open Sans"/>
                <a:cs typeface="Open Sans"/>
                <a:sym typeface="Open Sans"/>
              </a:rPr>
              <a:t>Angles</a:t>
            </a:r>
            <a:endParaRPr/>
          </a:p>
          <a:p>
            <a:pPr indent="-571500" lvl="1" marL="1028700" marR="0" rtl="0" algn="l">
              <a:lnSpc>
                <a:spcPct val="100000"/>
              </a:lnSpc>
              <a:spcBef>
                <a:spcPts val="900"/>
              </a:spcBef>
              <a:spcAft>
                <a:spcPts val="0"/>
              </a:spcAft>
              <a:buClr>
                <a:srgbClr val="000000"/>
              </a:buClr>
              <a:buSzPts val="4000"/>
              <a:buFont typeface="Open Sans"/>
              <a:buChar char="•"/>
            </a:pPr>
            <a:r>
              <a:rPr b="0" i="0" lang="en-US" sz="4000" u="none" cap="none" strike="noStrike">
                <a:solidFill>
                  <a:srgbClr val="000000"/>
                </a:solidFill>
                <a:latin typeface="Open Sans"/>
                <a:ea typeface="Open Sans"/>
                <a:cs typeface="Open Sans"/>
                <a:sym typeface="Open Sans"/>
              </a:rPr>
              <a:t>Distances (lengths)</a:t>
            </a:r>
            <a:endParaRPr/>
          </a:p>
        </p:txBody>
      </p:sp>
      <p:sp>
        <p:nvSpPr>
          <p:cNvPr id="2305" name="Google Shape;2305;p83"/>
          <p:cNvSpPr txBox="1"/>
          <p:nvPr/>
        </p:nvSpPr>
        <p:spPr>
          <a:xfrm>
            <a:off x="16944340" y="12547602"/>
            <a:ext cx="3270687" cy="6908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0" i="0" lang="en-US" sz="3300" u="none" cap="none" strike="noStrike">
                <a:solidFill>
                  <a:srgbClr val="000000"/>
                </a:solidFill>
                <a:latin typeface="Arial"/>
                <a:ea typeface="Arial"/>
                <a:cs typeface="Arial"/>
                <a:sym typeface="Arial"/>
              </a:rPr>
              <a:t>Slide by A. Efros</a:t>
            </a:r>
            <a:endParaRPr/>
          </a:p>
        </p:txBody>
      </p:sp>
      <p:sp>
        <p:nvSpPr>
          <p:cNvPr id="2306" name="Google Shape;2306;p83"/>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0" name="Shape 2310"/>
        <p:cNvGrpSpPr/>
        <p:nvPr/>
      </p:nvGrpSpPr>
      <p:grpSpPr>
        <a:xfrm>
          <a:off x="0" y="0"/>
          <a:ext cx="0" cy="0"/>
          <a:chOff x="0" y="0"/>
          <a:chExt cx="0" cy="0"/>
        </a:xfrm>
      </p:grpSpPr>
      <p:pic>
        <p:nvPicPr>
          <p:cNvPr descr="image.pdf" id="2311" name="Google Shape;2311;p84"/>
          <p:cNvPicPr preferRelativeResize="0"/>
          <p:nvPr/>
        </p:nvPicPr>
        <p:blipFill rotWithShape="1">
          <a:blip r:embed="rId3">
            <a:alphaModFix/>
          </a:blip>
          <a:srcRect b="0" l="0" r="0" t="0"/>
          <a:stretch/>
        </p:blipFill>
        <p:spPr>
          <a:xfrm>
            <a:off x="13204825" y="4416425"/>
            <a:ext cx="6911975" cy="4575175"/>
          </a:xfrm>
          <a:prstGeom prst="rect">
            <a:avLst/>
          </a:prstGeom>
          <a:noFill/>
          <a:ln>
            <a:noFill/>
          </a:ln>
        </p:spPr>
      </p:pic>
      <p:pic>
        <p:nvPicPr>
          <p:cNvPr descr="image.pdf" id="2312" name="Google Shape;2312;p84"/>
          <p:cNvPicPr preferRelativeResize="0"/>
          <p:nvPr/>
        </p:nvPicPr>
        <p:blipFill rotWithShape="1">
          <a:blip r:embed="rId4">
            <a:alphaModFix/>
          </a:blip>
          <a:srcRect b="10654" l="0" r="71795" t="0"/>
          <a:stretch/>
        </p:blipFill>
        <p:spPr>
          <a:xfrm>
            <a:off x="5181600" y="4419600"/>
            <a:ext cx="1676400" cy="4419600"/>
          </a:xfrm>
          <a:prstGeom prst="rect">
            <a:avLst/>
          </a:prstGeom>
          <a:noFill/>
          <a:ln>
            <a:noFill/>
          </a:ln>
        </p:spPr>
      </p:pic>
      <p:sp>
        <p:nvSpPr>
          <p:cNvPr id="2313" name="Google Shape;2313;p84"/>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b="0" lang="en-US" sz="2400">
                <a:latin typeface="Helvetica Neue Light"/>
                <a:ea typeface="Helvetica Neue Light"/>
                <a:cs typeface="Helvetica Neue Light"/>
                <a:sym typeface="Helvetica Neue Light"/>
              </a:rPr>
              <a:t>‹#›</a:t>
            </a:fld>
            <a:endParaRPr/>
          </a:p>
        </p:txBody>
      </p:sp>
      <p:sp>
        <p:nvSpPr>
          <p:cNvPr id="2314" name="Google Shape;2314;p84"/>
          <p:cNvSpPr txBox="1"/>
          <p:nvPr/>
        </p:nvSpPr>
        <p:spPr>
          <a:xfrm>
            <a:off x="6492239" y="2743200"/>
            <a:ext cx="3001835" cy="98511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Arial"/>
              <a:buNone/>
            </a:pPr>
            <a:r>
              <a:rPr b="0" i="1" lang="en-US" sz="5600" u="none" cap="none" strike="noStrike">
                <a:solidFill>
                  <a:srgbClr val="000000"/>
                </a:solidFill>
                <a:latin typeface="Arial"/>
                <a:ea typeface="Arial"/>
                <a:cs typeface="Arial"/>
                <a:sym typeface="Arial"/>
              </a:rPr>
              <a:t>3D world</a:t>
            </a:r>
            <a:endParaRPr/>
          </a:p>
        </p:txBody>
      </p:sp>
      <p:sp>
        <p:nvSpPr>
          <p:cNvPr id="2315" name="Google Shape;2315;p84"/>
          <p:cNvSpPr txBox="1"/>
          <p:nvPr/>
        </p:nvSpPr>
        <p:spPr>
          <a:xfrm>
            <a:off x="15179039" y="2743200"/>
            <a:ext cx="3239364" cy="98511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Arial"/>
              <a:buNone/>
            </a:pPr>
            <a:r>
              <a:rPr b="0" i="1" lang="en-US" sz="5600" u="none" cap="none" strike="noStrike">
                <a:solidFill>
                  <a:srgbClr val="000000"/>
                </a:solidFill>
                <a:latin typeface="Arial"/>
                <a:ea typeface="Arial"/>
                <a:cs typeface="Arial"/>
                <a:sym typeface="Arial"/>
              </a:rPr>
              <a:t>2D image</a:t>
            </a:r>
            <a:endParaRPr/>
          </a:p>
        </p:txBody>
      </p:sp>
      <p:cxnSp>
        <p:nvCxnSpPr>
          <p:cNvPr id="2316" name="Google Shape;2316;p84"/>
          <p:cNvCxnSpPr/>
          <p:nvPr/>
        </p:nvCxnSpPr>
        <p:spPr>
          <a:xfrm>
            <a:off x="6858000" y="5181600"/>
            <a:ext cx="0" cy="3352800"/>
          </a:xfrm>
          <a:prstGeom prst="straightConnector1">
            <a:avLst/>
          </a:prstGeom>
          <a:noFill/>
          <a:ln cap="flat" cmpd="sng" w="76200">
            <a:solidFill>
              <a:srgbClr val="000000"/>
            </a:solidFill>
            <a:prstDash val="solid"/>
            <a:round/>
            <a:headEnd len="sm" w="sm" type="none"/>
            <a:tailEnd len="sm" w="sm" type="none"/>
          </a:ln>
        </p:spPr>
      </p:cxnSp>
      <p:sp>
        <p:nvSpPr>
          <p:cNvPr id="2317" name="Google Shape;2317;p84"/>
          <p:cNvSpPr txBox="1"/>
          <p:nvPr/>
        </p:nvSpPr>
        <p:spPr>
          <a:xfrm>
            <a:off x="6492240" y="8991600"/>
            <a:ext cx="2076396" cy="12347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Painted </a:t>
            </a:r>
            <a:endParaRPr/>
          </a:p>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backdrop</a:t>
            </a:r>
            <a:endParaRPr/>
          </a:p>
        </p:txBody>
      </p:sp>
      <p:cxnSp>
        <p:nvCxnSpPr>
          <p:cNvPr id="2318" name="Google Shape;2318;p84"/>
          <p:cNvCxnSpPr/>
          <p:nvPr/>
        </p:nvCxnSpPr>
        <p:spPr>
          <a:xfrm rot="10800000">
            <a:off x="7010400" y="8686800"/>
            <a:ext cx="457201" cy="304800"/>
          </a:xfrm>
          <a:prstGeom prst="straightConnector1">
            <a:avLst/>
          </a:prstGeom>
          <a:noFill/>
          <a:ln cap="flat" cmpd="sng" w="12700">
            <a:solidFill>
              <a:srgbClr val="000000"/>
            </a:solidFill>
            <a:prstDash val="solid"/>
            <a:round/>
            <a:headEnd len="sm" w="sm" type="none"/>
            <a:tailEnd len="med" w="med" type="triangle"/>
          </a:ln>
        </p:spPr>
      </p:cxnSp>
      <p:sp>
        <p:nvSpPr>
          <p:cNvPr id="2319" name="Google Shape;2319;p84"/>
          <p:cNvSpPr txBox="1"/>
          <p:nvPr/>
        </p:nvSpPr>
        <p:spPr>
          <a:xfrm>
            <a:off x="20305594" y="12979400"/>
            <a:ext cx="3865123" cy="609601"/>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3300"/>
              <a:buFont typeface="Arial"/>
              <a:buNone/>
            </a:pPr>
            <a:r>
              <a:rPr b="0" i="0" lang="en-US" sz="3300" u="none" cap="none" strike="noStrike">
                <a:solidFill>
                  <a:srgbClr val="000000"/>
                </a:solidFill>
                <a:latin typeface="Arial"/>
                <a:ea typeface="Arial"/>
                <a:cs typeface="Arial"/>
                <a:sym typeface="Arial"/>
              </a:rPr>
              <a:t>Source: S. Lazebnik</a:t>
            </a:r>
            <a:endParaRPr/>
          </a:p>
        </p:txBody>
      </p:sp>
      <p:sp>
        <p:nvSpPr>
          <p:cNvPr id="2320" name="Google Shape;2320;p84"/>
          <p:cNvSpPr txBox="1"/>
          <p:nvPr>
            <p:ph idx="4294967295" type="ctrTitle"/>
          </p:nvPr>
        </p:nvSpPr>
        <p:spPr>
          <a:xfrm>
            <a:off x="609600" y="660400"/>
            <a:ext cx="23164800" cy="16764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9856"/>
              <a:buFont typeface="Helvetica Neue"/>
              <a:buNone/>
            </a:pPr>
            <a:r>
              <a:rPr b="0" i="0" lang="en-US" sz="9856" u="none" cap="none" strike="noStrike">
                <a:solidFill>
                  <a:srgbClr val="000000"/>
                </a:solidFill>
                <a:latin typeface="Helvetica Neue"/>
                <a:ea typeface="Helvetica Neue"/>
                <a:cs typeface="Helvetica Neue"/>
                <a:sym typeface="Helvetica Neue"/>
              </a:rPr>
              <a:t>Projection from 3D to 2D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4" name="Shape 2324"/>
        <p:cNvGrpSpPr/>
        <p:nvPr/>
      </p:nvGrpSpPr>
      <p:grpSpPr>
        <a:xfrm>
          <a:off x="0" y="0"/>
          <a:ext cx="0" cy="0"/>
          <a:chOff x="0" y="0"/>
          <a:chExt cx="0" cy="0"/>
        </a:xfrm>
      </p:grpSpPr>
      <p:sp>
        <p:nvSpPr>
          <p:cNvPr id="2325" name="Google Shape;2325;p87"/>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spAutoFit/>
          </a:bodyPr>
          <a:lstStyle/>
          <a:p>
            <a:pPr indent="0" lvl="0" marL="0" rtl="0" algn="ctr">
              <a:lnSpc>
                <a:spcPct val="100000"/>
              </a:lnSpc>
              <a:spcBef>
                <a:spcPts val="0"/>
              </a:spcBef>
              <a:spcAft>
                <a:spcPts val="0"/>
              </a:spcAft>
              <a:buClr>
                <a:srgbClr val="000000"/>
              </a:buClr>
              <a:buSzPts val="2400"/>
              <a:buFont typeface="Helvetica Neue Light"/>
              <a:buNone/>
            </a:pPr>
            <a:fld id="{00000000-1234-1234-1234-123412341234}" type="slidenum">
              <a:rPr b="0" lang="en-US" sz="2400">
                <a:latin typeface="Helvetica Neue Light"/>
                <a:ea typeface="Helvetica Neue Light"/>
                <a:cs typeface="Helvetica Neue Light"/>
                <a:sym typeface="Helvetica Neue Light"/>
              </a:rPr>
              <a:t>‹#›</a:t>
            </a:fld>
            <a:endParaRPr/>
          </a:p>
        </p:txBody>
      </p:sp>
      <p:pic>
        <p:nvPicPr>
          <p:cNvPr descr="Picture 20" id="2326" name="Google Shape;2326;p87"/>
          <p:cNvPicPr preferRelativeResize="0"/>
          <p:nvPr/>
        </p:nvPicPr>
        <p:blipFill rotWithShape="1">
          <a:blip r:embed="rId3">
            <a:alphaModFix/>
          </a:blip>
          <a:srcRect b="0" l="0" r="0" t="0"/>
          <a:stretch/>
        </p:blipFill>
        <p:spPr>
          <a:xfrm>
            <a:off x="6019801" y="2571750"/>
            <a:ext cx="12858751" cy="8572500"/>
          </a:xfrm>
          <a:prstGeom prst="rect">
            <a:avLst/>
          </a:prstGeom>
          <a:noFill/>
          <a:ln>
            <a:noFill/>
          </a:ln>
        </p:spPr>
      </p:pic>
      <p:sp>
        <p:nvSpPr>
          <p:cNvPr id="2327" name="Google Shape;2327;p87"/>
          <p:cNvSpPr txBox="1"/>
          <p:nvPr/>
        </p:nvSpPr>
        <p:spPr>
          <a:xfrm>
            <a:off x="20569847" y="12947010"/>
            <a:ext cx="3513506"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S. Lazebnik</a:t>
            </a:r>
            <a:endParaRPr/>
          </a:p>
        </p:txBody>
      </p:sp>
      <p:sp>
        <p:nvSpPr>
          <p:cNvPr id="2328" name="Google Shape;2328;p87"/>
          <p:cNvSpPr txBox="1"/>
          <p:nvPr>
            <p:ph type="title"/>
          </p:nvPr>
        </p:nvSpPr>
        <p:spPr>
          <a:xfrm>
            <a:off x="4419600" y="152400"/>
            <a:ext cx="15544800" cy="16764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9000"/>
              <a:buFont typeface="Helvetica Neue"/>
              <a:buNone/>
            </a:pPr>
            <a:r>
              <a:rPr lang="en-US" sz="9000"/>
              <a:t>Fooling the eye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2" name="Shape 2332"/>
        <p:cNvGrpSpPr/>
        <p:nvPr/>
      </p:nvGrpSpPr>
      <p:grpSpPr>
        <a:xfrm>
          <a:off x="0" y="0"/>
          <a:ext cx="0" cy="0"/>
          <a:chOff x="0" y="0"/>
          <a:chExt cx="0" cy="0"/>
        </a:xfrm>
      </p:grpSpPr>
      <p:pic>
        <p:nvPicPr>
          <p:cNvPr descr="sidewalk art globe" id="2333" name="Google Shape;2333;p88"/>
          <p:cNvPicPr preferRelativeResize="0"/>
          <p:nvPr/>
        </p:nvPicPr>
        <p:blipFill rotWithShape="1">
          <a:blip r:embed="rId3">
            <a:alphaModFix/>
          </a:blip>
          <a:srcRect b="0" l="0" r="0" t="0"/>
          <a:stretch/>
        </p:blipFill>
        <p:spPr>
          <a:xfrm>
            <a:off x="5791200" y="3810000"/>
            <a:ext cx="12801600" cy="8534400"/>
          </a:xfrm>
          <a:prstGeom prst="rect">
            <a:avLst/>
          </a:prstGeom>
          <a:noFill/>
          <a:ln>
            <a:noFill/>
          </a:ln>
        </p:spPr>
      </p:pic>
      <p:sp>
        <p:nvSpPr>
          <p:cNvPr id="2334" name="Google Shape;2334;p88"/>
          <p:cNvSpPr txBox="1"/>
          <p:nvPr>
            <p:ph idx="4294967295" type="title"/>
          </p:nvPr>
        </p:nvSpPr>
        <p:spPr>
          <a:xfrm>
            <a:off x="4419600" y="152400"/>
            <a:ext cx="15544800" cy="1676400"/>
          </a:xfrm>
          <a:prstGeom prst="rect">
            <a:avLst/>
          </a:prstGeom>
          <a:noFill/>
          <a:ln>
            <a:noFill/>
          </a:ln>
        </p:spPr>
        <p:txBody>
          <a:bodyPr anchorCtr="0" anchor="ctr"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6800"/>
              <a:buFont typeface="Arial"/>
              <a:buNone/>
            </a:pPr>
            <a:r>
              <a:rPr lang="en-US" sz="6800">
                <a:latin typeface="Arial"/>
                <a:ea typeface="Arial"/>
                <a:cs typeface="Arial"/>
                <a:sym typeface="Arial"/>
              </a:rPr>
              <a:t>Fooling the eye</a:t>
            </a:r>
            <a:endParaRPr/>
          </a:p>
        </p:txBody>
      </p:sp>
      <p:sp>
        <p:nvSpPr>
          <p:cNvPr id="2335" name="Google Shape;2335;p88"/>
          <p:cNvSpPr txBox="1"/>
          <p:nvPr/>
        </p:nvSpPr>
        <p:spPr>
          <a:xfrm>
            <a:off x="3901440" y="12954000"/>
            <a:ext cx="16885920"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Making of 3D sidewalk art: </a:t>
            </a:r>
            <a:r>
              <a:rPr b="0" i="0" lang="en-US" sz="3600" u="sng" cap="none" strike="noStrike">
                <a:solidFill>
                  <a:srgbClr val="0000FF"/>
                </a:solidFill>
                <a:latin typeface="Arial"/>
                <a:ea typeface="Arial"/>
                <a:cs typeface="Arial"/>
                <a:sym typeface="Arial"/>
                <a:hlinkClick r:id="rId4">
                  <a:extLst>
                    <a:ext uri="{A12FA001-AC4F-418D-AE19-62706E023703}">
                      <ahyp:hlinkClr val="tx"/>
                    </a:ext>
                  </a:extLst>
                </a:hlinkClick>
              </a:rPr>
              <a:t>http://www.youtube.com/watch?v=3SNYtd0Ayt0</a:t>
            </a:r>
            <a:endParaRPr/>
          </a:p>
        </p:txBody>
      </p:sp>
      <p:sp>
        <p:nvSpPr>
          <p:cNvPr id="2336" name="Google Shape;2336;p88"/>
          <p:cNvSpPr txBox="1"/>
          <p:nvPr/>
        </p:nvSpPr>
        <p:spPr>
          <a:xfrm>
            <a:off x="20569847" y="12947010"/>
            <a:ext cx="3513506"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S. Lazebnik</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0" name="Shape 2340"/>
        <p:cNvGrpSpPr/>
        <p:nvPr/>
      </p:nvGrpSpPr>
      <p:grpSpPr>
        <a:xfrm>
          <a:off x="0" y="0"/>
          <a:ext cx="0" cy="0"/>
          <a:chOff x="0" y="0"/>
          <a:chExt cx="0" cy="0"/>
        </a:xfrm>
      </p:grpSpPr>
      <p:sp>
        <p:nvSpPr>
          <p:cNvPr id="2341" name="Google Shape;2341;p89"/>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a:latin typeface="Helvetica Neue"/>
                <a:ea typeface="Helvetica Neue"/>
                <a:cs typeface="Helvetica Neue"/>
                <a:sym typeface="Helvetica Neue"/>
              </a:rPr>
              <a:t>Müller-Lyer Illusion</a:t>
            </a:r>
            <a:endParaRPr/>
          </a:p>
        </p:txBody>
      </p:sp>
      <p:sp>
        <p:nvSpPr>
          <p:cNvPr id="2342" name="Google Shape;2342;p89"/>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343" name="Google Shape;2343;p89"/>
          <p:cNvSpPr txBox="1"/>
          <p:nvPr/>
        </p:nvSpPr>
        <p:spPr>
          <a:xfrm>
            <a:off x="45123" y="12972410"/>
            <a:ext cx="549775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 S. Lazebnik</a:t>
            </a:r>
            <a:endParaRPr/>
          </a:p>
        </p:txBody>
      </p:sp>
      <p:grpSp>
        <p:nvGrpSpPr>
          <p:cNvPr id="2344" name="Google Shape;2344;p89"/>
          <p:cNvGrpSpPr/>
          <p:nvPr/>
        </p:nvGrpSpPr>
        <p:grpSpPr>
          <a:xfrm>
            <a:off x="8250884" y="6141432"/>
            <a:ext cx="7882234" cy="1433136"/>
            <a:chOff x="0" y="-1"/>
            <a:chExt cx="7882233" cy="1433134"/>
          </a:xfrm>
        </p:grpSpPr>
        <p:cxnSp>
          <p:nvCxnSpPr>
            <p:cNvPr id="2345" name="Google Shape;2345;p89"/>
            <p:cNvCxnSpPr/>
            <p:nvPr/>
          </p:nvCxnSpPr>
          <p:spPr>
            <a:xfrm>
              <a:off x="3582832" y="716566"/>
              <a:ext cx="3582833" cy="1"/>
            </a:xfrm>
            <a:prstGeom prst="straightConnector1">
              <a:avLst/>
            </a:prstGeom>
            <a:noFill/>
            <a:ln cap="flat" cmpd="sng" w="38100">
              <a:solidFill>
                <a:srgbClr val="000000"/>
              </a:solidFill>
              <a:prstDash val="solid"/>
              <a:round/>
              <a:headEnd len="sm" w="sm" type="none"/>
              <a:tailEnd len="sm" w="sm" type="none"/>
            </a:ln>
          </p:spPr>
        </p:cxnSp>
        <p:cxnSp>
          <p:nvCxnSpPr>
            <p:cNvPr id="2346" name="Google Shape;2346;p89"/>
            <p:cNvCxnSpPr/>
            <p:nvPr/>
          </p:nvCxnSpPr>
          <p:spPr>
            <a:xfrm rot="10800000">
              <a:off x="7165665" y="716566"/>
              <a:ext cx="716568" cy="716567"/>
            </a:xfrm>
            <a:prstGeom prst="straightConnector1">
              <a:avLst/>
            </a:prstGeom>
            <a:noFill/>
            <a:ln cap="flat" cmpd="sng" w="38100">
              <a:solidFill>
                <a:srgbClr val="000000"/>
              </a:solidFill>
              <a:prstDash val="solid"/>
              <a:round/>
              <a:headEnd len="sm" w="sm" type="none"/>
              <a:tailEnd len="sm" w="sm" type="none"/>
            </a:ln>
          </p:spPr>
        </p:cxnSp>
        <p:cxnSp>
          <p:nvCxnSpPr>
            <p:cNvPr id="2347" name="Google Shape;2347;p89"/>
            <p:cNvCxnSpPr/>
            <p:nvPr/>
          </p:nvCxnSpPr>
          <p:spPr>
            <a:xfrm flipH="1" rot="10800000">
              <a:off x="7165665" y="-1"/>
              <a:ext cx="716568" cy="716568"/>
            </a:xfrm>
            <a:prstGeom prst="straightConnector1">
              <a:avLst/>
            </a:prstGeom>
            <a:noFill/>
            <a:ln cap="flat" cmpd="sng" w="38100">
              <a:solidFill>
                <a:srgbClr val="000000"/>
              </a:solidFill>
              <a:prstDash val="solid"/>
              <a:round/>
              <a:headEnd len="sm" w="sm" type="none"/>
              <a:tailEnd len="sm" w="sm" type="none"/>
            </a:ln>
          </p:spPr>
        </p:cxnSp>
        <p:cxnSp>
          <p:nvCxnSpPr>
            <p:cNvPr id="2348" name="Google Shape;2348;p89"/>
            <p:cNvCxnSpPr/>
            <p:nvPr/>
          </p:nvCxnSpPr>
          <p:spPr>
            <a:xfrm>
              <a:off x="0" y="716566"/>
              <a:ext cx="3582833" cy="1"/>
            </a:xfrm>
            <a:prstGeom prst="straightConnector1">
              <a:avLst/>
            </a:prstGeom>
            <a:noFill/>
            <a:ln cap="flat" cmpd="sng" w="38100">
              <a:solidFill>
                <a:srgbClr val="000000"/>
              </a:solidFill>
              <a:prstDash val="solid"/>
              <a:round/>
              <a:headEnd len="sm" w="sm" type="none"/>
              <a:tailEnd len="sm" w="sm" type="none"/>
            </a:ln>
          </p:spPr>
        </p:cxnSp>
        <p:cxnSp>
          <p:nvCxnSpPr>
            <p:cNvPr id="2349" name="Google Shape;2349;p89"/>
            <p:cNvCxnSpPr/>
            <p:nvPr/>
          </p:nvCxnSpPr>
          <p:spPr>
            <a:xfrm rot="10800000">
              <a:off x="0" y="716566"/>
              <a:ext cx="716567" cy="716567"/>
            </a:xfrm>
            <a:prstGeom prst="straightConnector1">
              <a:avLst/>
            </a:prstGeom>
            <a:noFill/>
            <a:ln cap="flat" cmpd="sng" w="38100">
              <a:solidFill>
                <a:srgbClr val="000000"/>
              </a:solidFill>
              <a:prstDash val="solid"/>
              <a:round/>
              <a:headEnd len="sm" w="sm" type="none"/>
              <a:tailEnd len="sm" w="sm" type="none"/>
            </a:ln>
          </p:spPr>
        </p:cxnSp>
        <p:cxnSp>
          <p:nvCxnSpPr>
            <p:cNvPr id="2350" name="Google Shape;2350;p89"/>
            <p:cNvCxnSpPr/>
            <p:nvPr/>
          </p:nvCxnSpPr>
          <p:spPr>
            <a:xfrm flipH="1" rot="10800000">
              <a:off x="0" y="-1"/>
              <a:ext cx="716567" cy="716568"/>
            </a:xfrm>
            <a:prstGeom prst="straightConnector1">
              <a:avLst/>
            </a:prstGeom>
            <a:noFill/>
            <a:ln cap="flat" cmpd="sng" w="38100">
              <a:solidFill>
                <a:srgbClr val="000000"/>
              </a:solidFill>
              <a:prstDash val="solid"/>
              <a:round/>
              <a:headEnd len="sm" w="sm" type="none"/>
              <a:tailEnd len="sm" w="sm" type="none"/>
            </a:ln>
          </p:spPr>
        </p:cxnSp>
        <p:cxnSp>
          <p:nvCxnSpPr>
            <p:cNvPr id="2351" name="Google Shape;2351;p89"/>
            <p:cNvCxnSpPr/>
            <p:nvPr/>
          </p:nvCxnSpPr>
          <p:spPr>
            <a:xfrm flipH="1" rot="10800000">
              <a:off x="2866265" y="716566"/>
              <a:ext cx="716568" cy="716567"/>
            </a:xfrm>
            <a:prstGeom prst="straightConnector1">
              <a:avLst/>
            </a:prstGeom>
            <a:noFill/>
            <a:ln cap="flat" cmpd="sng" w="38100">
              <a:solidFill>
                <a:srgbClr val="000000"/>
              </a:solidFill>
              <a:prstDash val="solid"/>
              <a:round/>
              <a:headEnd len="sm" w="sm" type="none"/>
              <a:tailEnd len="sm" w="sm" type="none"/>
            </a:ln>
          </p:spPr>
        </p:cxnSp>
        <p:cxnSp>
          <p:nvCxnSpPr>
            <p:cNvPr id="2352" name="Google Shape;2352;p89"/>
            <p:cNvCxnSpPr/>
            <p:nvPr/>
          </p:nvCxnSpPr>
          <p:spPr>
            <a:xfrm rot="10800000">
              <a:off x="2866265" y="-1"/>
              <a:ext cx="716568" cy="716568"/>
            </a:xfrm>
            <a:prstGeom prst="straightConnector1">
              <a:avLst/>
            </a:prstGeom>
            <a:noFill/>
            <a:ln cap="flat" cmpd="sng" w="38100">
              <a:solidFill>
                <a:srgbClr val="000000"/>
              </a:solidFill>
              <a:prstDash val="solid"/>
              <a:round/>
              <a:headEnd len="sm" w="sm" type="none"/>
              <a:tailEnd len="sm" w="sm" type="none"/>
            </a:ln>
          </p:spPr>
        </p:cxn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6" name="Shape 2356"/>
        <p:cNvGrpSpPr/>
        <p:nvPr/>
      </p:nvGrpSpPr>
      <p:grpSpPr>
        <a:xfrm>
          <a:off x="0" y="0"/>
          <a:ext cx="0" cy="0"/>
          <a:chOff x="0" y="0"/>
          <a:chExt cx="0" cy="0"/>
        </a:xfrm>
      </p:grpSpPr>
      <p:sp>
        <p:nvSpPr>
          <p:cNvPr id="2357" name="Google Shape;2357;p90"/>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a:latin typeface="Helvetica Neue"/>
                <a:ea typeface="Helvetica Neue"/>
                <a:cs typeface="Helvetica Neue"/>
                <a:sym typeface="Helvetica Neue"/>
              </a:rPr>
              <a:t>Müller-Lyer Illusion</a:t>
            </a:r>
            <a:endParaRPr/>
          </a:p>
        </p:txBody>
      </p:sp>
      <p:grpSp>
        <p:nvGrpSpPr>
          <p:cNvPr id="2358" name="Google Shape;2358;p90"/>
          <p:cNvGrpSpPr/>
          <p:nvPr/>
        </p:nvGrpSpPr>
        <p:grpSpPr>
          <a:xfrm>
            <a:off x="7406640" y="3505200"/>
            <a:ext cx="9509762" cy="7454900"/>
            <a:chOff x="0" y="0"/>
            <a:chExt cx="9509760" cy="7454900"/>
          </a:xfrm>
        </p:grpSpPr>
        <p:cxnSp>
          <p:nvCxnSpPr>
            <p:cNvPr id="2359" name="Google Shape;2359;p90"/>
            <p:cNvCxnSpPr/>
            <p:nvPr/>
          </p:nvCxnSpPr>
          <p:spPr>
            <a:xfrm>
              <a:off x="0" y="6184900"/>
              <a:ext cx="1270000" cy="1270000"/>
            </a:xfrm>
            <a:prstGeom prst="straightConnector1">
              <a:avLst/>
            </a:prstGeom>
            <a:noFill/>
            <a:ln>
              <a:noFill/>
            </a:ln>
          </p:spPr>
        </p:cxnSp>
        <p:pic>
          <p:nvPicPr>
            <p:cNvPr descr="Picture 8" id="2360" name="Google Shape;2360;p90"/>
            <p:cNvPicPr preferRelativeResize="0"/>
            <p:nvPr/>
          </p:nvPicPr>
          <p:blipFill rotWithShape="1">
            <a:blip r:embed="rId3">
              <a:alphaModFix/>
            </a:blip>
            <a:srcRect b="0" l="0" r="0" t="0"/>
            <a:stretch/>
          </p:blipFill>
          <p:spPr>
            <a:xfrm>
              <a:off x="518159" y="0"/>
              <a:ext cx="8991601" cy="5905500"/>
            </a:xfrm>
            <a:prstGeom prst="rect">
              <a:avLst/>
            </a:prstGeom>
            <a:noFill/>
            <a:ln>
              <a:noFill/>
            </a:ln>
          </p:spPr>
        </p:pic>
      </p:grpSp>
      <p:grpSp>
        <p:nvGrpSpPr>
          <p:cNvPr id="2361" name="Google Shape;2361;p90"/>
          <p:cNvGrpSpPr/>
          <p:nvPr/>
        </p:nvGrpSpPr>
        <p:grpSpPr>
          <a:xfrm>
            <a:off x="8534400" y="5086350"/>
            <a:ext cx="6096000" cy="2019300"/>
            <a:chOff x="0" y="0"/>
            <a:chExt cx="6096000" cy="2019300"/>
          </a:xfrm>
        </p:grpSpPr>
        <p:cxnSp>
          <p:nvCxnSpPr>
            <p:cNvPr id="2362" name="Google Shape;2362;p90"/>
            <p:cNvCxnSpPr/>
            <p:nvPr/>
          </p:nvCxnSpPr>
          <p:spPr>
            <a:xfrm>
              <a:off x="0" y="0"/>
              <a:ext cx="6096000" cy="0"/>
            </a:xfrm>
            <a:prstGeom prst="straightConnector1">
              <a:avLst/>
            </a:prstGeom>
            <a:noFill/>
            <a:ln cap="flat" cmpd="sng" w="50800">
              <a:solidFill>
                <a:srgbClr val="800080"/>
              </a:solidFill>
              <a:prstDash val="solid"/>
              <a:round/>
              <a:headEnd len="sm" w="sm" type="none"/>
              <a:tailEnd len="sm" w="sm" type="none"/>
            </a:ln>
          </p:spPr>
        </p:cxnSp>
        <p:cxnSp>
          <p:nvCxnSpPr>
            <p:cNvPr id="2363" name="Google Shape;2363;p90"/>
            <p:cNvCxnSpPr/>
            <p:nvPr/>
          </p:nvCxnSpPr>
          <p:spPr>
            <a:xfrm>
              <a:off x="0" y="2019300"/>
              <a:ext cx="6096000" cy="0"/>
            </a:xfrm>
            <a:prstGeom prst="straightConnector1">
              <a:avLst/>
            </a:prstGeom>
            <a:noFill/>
            <a:ln cap="flat" cmpd="sng" w="50800">
              <a:solidFill>
                <a:srgbClr val="800080"/>
              </a:solidFill>
              <a:prstDash val="solid"/>
              <a:round/>
              <a:headEnd len="sm" w="sm" type="none"/>
              <a:tailEnd len="sm" w="sm" type="none"/>
            </a:ln>
          </p:spPr>
        </p:cxnSp>
      </p:grpSp>
      <p:sp>
        <p:nvSpPr>
          <p:cNvPr id="2364" name="Google Shape;2364;p90"/>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365" name="Google Shape;2365;p90"/>
          <p:cNvSpPr txBox="1"/>
          <p:nvPr/>
        </p:nvSpPr>
        <p:spPr>
          <a:xfrm>
            <a:off x="45123" y="12972410"/>
            <a:ext cx="549775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 S. Lazebnik</a:t>
            </a:r>
            <a:endParaRPr/>
          </a:p>
        </p:txBody>
      </p:sp>
      <p:grpSp>
        <p:nvGrpSpPr>
          <p:cNvPr id="2366" name="Google Shape;2366;p90"/>
          <p:cNvGrpSpPr/>
          <p:nvPr/>
        </p:nvGrpSpPr>
        <p:grpSpPr>
          <a:xfrm>
            <a:off x="8250884" y="11201398"/>
            <a:ext cx="7882234" cy="1433136"/>
            <a:chOff x="0" y="-1"/>
            <a:chExt cx="7882233" cy="1433134"/>
          </a:xfrm>
        </p:grpSpPr>
        <p:cxnSp>
          <p:nvCxnSpPr>
            <p:cNvPr id="2367" name="Google Shape;2367;p90"/>
            <p:cNvCxnSpPr/>
            <p:nvPr/>
          </p:nvCxnSpPr>
          <p:spPr>
            <a:xfrm>
              <a:off x="3582832" y="716566"/>
              <a:ext cx="3582833" cy="1"/>
            </a:xfrm>
            <a:prstGeom prst="straightConnector1">
              <a:avLst/>
            </a:prstGeom>
            <a:noFill/>
            <a:ln cap="flat" cmpd="sng" w="38100">
              <a:solidFill>
                <a:srgbClr val="000000"/>
              </a:solidFill>
              <a:prstDash val="solid"/>
              <a:round/>
              <a:headEnd len="sm" w="sm" type="none"/>
              <a:tailEnd len="sm" w="sm" type="none"/>
            </a:ln>
          </p:spPr>
        </p:cxnSp>
        <p:cxnSp>
          <p:nvCxnSpPr>
            <p:cNvPr id="2368" name="Google Shape;2368;p90"/>
            <p:cNvCxnSpPr/>
            <p:nvPr/>
          </p:nvCxnSpPr>
          <p:spPr>
            <a:xfrm rot="10800000">
              <a:off x="7165665" y="716566"/>
              <a:ext cx="716568" cy="716567"/>
            </a:xfrm>
            <a:prstGeom prst="straightConnector1">
              <a:avLst/>
            </a:prstGeom>
            <a:noFill/>
            <a:ln cap="flat" cmpd="sng" w="38100">
              <a:solidFill>
                <a:srgbClr val="000000"/>
              </a:solidFill>
              <a:prstDash val="solid"/>
              <a:round/>
              <a:headEnd len="sm" w="sm" type="none"/>
              <a:tailEnd len="sm" w="sm" type="none"/>
            </a:ln>
          </p:spPr>
        </p:cxnSp>
        <p:cxnSp>
          <p:nvCxnSpPr>
            <p:cNvPr id="2369" name="Google Shape;2369;p90"/>
            <p:cNvCxnSpPr/>
            <p:nvPr/>
          </p:nvCxnSpPr>
          <p:spPr>
            <a:xfrm flipH="1" rot="10800000">
              <a:off x="7165665" y="-1"/>
              <a:ext cx="716568" cy="716568"/>
            </a:xfrm>
            <a:prstGeom prst="straightConnector1">
              <a:avLst/>
            </a:prstGeom>
            <a:noFill/>
            <a:ln cap="flat" cmpd="sng" w="38100">
              <a:solidFill>
                <a:srgbClr val="000000"/>
              </a:solidFill>
              <a:prstDash val="solid"/>
              <a:round/>
              <a:headEnd len="sm" w="sm" type="none"/>
              <a:tailEnd len="sm" w="sm" type="none"/>
            </a:ln>
          </p:spPr>
        </p:cxnSp>
        <p:cxnSp>
          <p:nvCxnSpPr>
            <p:cNvPr id="2370" name="Google Shape;2370;p90"/>
            <p:cNvCxnSpPr/>
            <p:nvPr/>
          </p:nvCxnSpPr>
          <p:spPr>
            <a:xfrm>
              <a:off x="0" y="716566"/>
              <a:ext cx="3582833" cy="1"/>
            </a:xfrm>
            <a:prstGeom prst="straightConnector1">
              <a:avLst/>
            </a:prstGeom>
            <a:noFill/>
            <a:ln cap="flat" cmpd="sng" w="38100">
              <a:solidFill>
                <a:srgbClr val="000000"/>
              </a:solidFill>
              <a:prstDash val="solid"/>
              <a:round/>
              <a:headEnd len="sm" w="sm" type="none"/>
              <a:tailEnd len="sm" w="sm" type="none"/>
            </a:ln>
          </p:spPr>
        </p:cxnSp>
        <p:cxnSp>
          <p:nvCxnSpPr>
            <p:cNvPr id="2371" name="Google Shape;2371;p90"/>
            <p:cNvCxnSpPr/>
            <p:nvPr/>
          </p:nvCxnSpPr>
          <p:spPr>
            <a:xfrm rot="10800000">
              <a:off x="0" y="716566"/>
              <a:ext cx="716567" cy="716567"/>
            </a:xfrm>
            <a:prstGeom prst="straightConnector1">
              <a:avLst/>
            </a:prstGeom>
            <a:noFill/>
            <a:ln cap="flat" cmpd="sng" w="38100">
              <a:solidFill>
                <a:srgbClr val="000000"/>
              </a:solidFill>
              <a:prstDash val="solid"/>
              <a:round/>
              <a:headEnd len="sm" w="sm" type="none"/>
              <a:tailEnd len="sm" w="sm" type="none"/>
            </a:ln>
          </p:spPr>
        </p:cxnSp>
        <p:cxnSp>
          <p:nvCxnSpPr>
            <p:cNvPr id="2372" name="Google Shape;2372;p90"/>
            <p:cNvCxnSpPr/>
            <p:nvPr/>
          </p:nvCxnSpPr>
          <p:spPr>
            <a:xfrm flipH="1" rot="10800000">
              <a:off x="0" y="-1"/>
              <a:ext cx="716567" cy="716568"/>
            </a:xfrm>
            <a:prstGeom prst="straightConnector1">
              <a:avLst/>
            </a:prstGeom>
            <a:noFill/>
            <a:ln cap="flat" cmpd="sng" w="38100">
              <a:solidFill>
                <a:srgbClr val="000000"/>
              </a:solidFill>
              <a:prstDash val="solid"/>
              <a:round/>
              <a:headEnd len="sm" w="sm" type="none"/>
              <a:tailEnd len="sm" w="sm" type="none"/>
            </a:ln>
          </p:spPr>
        </p:cxnSp>
        <p:cxnSp>
          <p:nvCxnSpPr>
            <p:cNvPr id="2373" name="Google Shape;2373;p90"/>
            <p:cNvCxnSpPr/>
            <p:nvPr/>
          </p:nvCxnSpPr>
          <p:spPr>
            <a:xfrm flipH="1" rot="10800000">
              <a:off x="2866265" y="716566"/>
              <a:ext cx="716568" cy="716567"/>
            </a:xfrm>
            <a:prstGeom prst="straightConnector1">
              <a:avLst/>
            </a:prstGeom>
            <a:noFill/>
            <a:ln cap="flat" cmpd="sng" w="38100">
              <a:solidFill>
                <a:srgbClr val="000000"/>
              </a:solidFill>
              <a:prstDash val="solid"/>
              <a:round/>
              <a:headEnd len="sm" w="sm" type="none"/>
              <a:tailEnd len="sm" w="sm" type="none"/>
            </a:ln>
          </p:spPr>
        </p:cxnSp>
        <p:cxnSp>
          <p:nvCxnSpPr>
            <p:cNvPr id="2374" name="Google Shape;2374;p90"/>
            <p:cNvCxnSpPr/>
            <p:nvPr/>
          </p:nvCxnSpPr>
          <p:spPr>
            <a:xfrm rot="10800000">
              <a:off x="2866265" y="-1"/>
              <a:ext cx="716568" cy="716568"/>
            </a:xfrm>
            <a:prstGeom prst="straightConnector1">
              <a:avLst/>
            </a:prstGeom>
            <a:noFill/>
            <a:ln cap="flat" cmpd="sng" w="38100">
              <a:solidFill>
                <a:srgbClr val="000000"/>
              </a:solidFill>
              <a:prstDash val="solid"/>
              <a:round/>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1"/>
                                        </p:tgtEl>
                                        <p:attrNameLst>
                                          <p:attrName>style.visibility</p:attrName>
                                        </p:attrNameLst>
                                      </p:cBhvr>
                                      <p:to>
                                        <p:strVal val="visible"/>
                                      </p:to>
                                    </p:set>
                                    <p:animEffect filter="fade" transition="in">
                                      <p:cBhvr>
                                        <p:cTn dur="500"/>
                                        <p:tgtEl>
                                          <p:spTgt spid="2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8" name="Shape 2378"/>
        <p:cNvGrpSpPr/>
        <p:nvPr/>
      </p:nvGrpSpPr>
      <p:grpSpPr>
        <a:xfrm>
          <a:off x="0" y="0"/>
          <a:ext cx="0" cy="0"/>
          <a:chOff x="0" y="0"/>
          <a:chExt cx="0" cy="0"/>
        </a:xfrm>
      </p:grpSpPr>
      <p:sp>
        <p:nvSpPr>
          <p:cNvPr id="2379" name="Google Shape;2379;p95"/>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rPr b="1" lang="en-US" sz="8800">
                <a:latin typeface="Open Sans"/>
                <a:ea typeface="Open Sans"/>
                <a:cs typeface="Open Sans"/>
                <a:sym typeface="Open Sans"/>
              </a:rPr>
              <a:t>Modeling projection</a:t>
            </a:r>
            <a:endParaRPr/>
          </a:p>
        </p:txBody>
      </p:sp>
      <p:sp>
        <p:nvSpPr>
          <p:cNvPr id="2380" name="Google Shape;2380;p95"/>
          <p:cNvSpPr txBox="1"/>
          <p:nvPr>
            <p:ph idx="1" type="body"/>
          </p:nvPr>
        </p:nvSpPr>
        <p:spPr>
          <a:xfrm>
            <a:off x="457201" y="3657600"/>
            <a:ext cx="12196328" cy="9253702"/>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5600"/>
              <a:buChar char="•"/>
            </a:pPr>
            <a:r>
              <a:rPr lang="en-US" sz="5600"/>
              <a:t>The coordinate system</a:t>
            </a:r>
            <a:endParaRPr/>
          </a:p>
          <a:p>
            <a:pPr indent="-571500" lvl="1" marL="1028700" rtl="0" algn="l">
              <a:lnSpc>
                <a:spcPct val="100000"/>
              </a:lnSpc>
              <a:spcBef>
                <a:spcPts val="900"/>
              </a:spcBef>
              <a:spcAft>
                <a:spcPts val="0"/>
              </a:spcAft>
              <a:buClr>
                <a:srgbClr val="000000"/>
              </a:buClr>
              <a:buSzPts val="4000"/>
              <a:buChar char="–"/>
            </a:pPr>
            <a:r>
              <a:rPr lang="en-US" sz="4000"/>
              <a:t>We use the pinhole model as an approximation</a:t>
            </a:r>
            <a:endParaRPr sz="5600"/>
          </a:p>
          <a:p>
            <a:pPr indent="-571500" lvl="1" marL="1028700" rtl="0" algn="l">
              <a:lnSpc>
                <a:spcPct val="100000"/>
              </a:lnSpc>
              <a:spcBef>
                <a:spcPts val="900"/>
              </a:spcBef>
              <a:spcAft>
                <a:spcPts val="0"/>
              </a:spcAft>
              <a:buClr>
                <a:srgbClr val="000000"/>
              </a:buClr>
              <a:buSzPts val="4000"/>
              <a:buChar char="–"/>
            </a:pPr>
            <a:r>
              <a:rPr lang="en-US" sz="4000"/>
              <a:t>Put the optical center (aka Center of Projection, or COP) at the origin</a:t>
            </a:r>
            <a:endParaRPr sz="5600"/>
          </a:p>
          <a:p>
            <a:pPr indent="-571500" lvl="1" marL="1028700" rtl="0" algn="l">
              <a:lnSpc>
                <a:spcPct val="100000"/>
              </a:lnSpc>
              <a:spcBef>
                <a:spcPts val="900"/>
              </a:spcBef>
              <a:spcAft>
                <a:spcPts val="0"/>
              </a:spcAft>
              <a:buClr>
                <a:srgbClr val="000000"/>
              </a:buClr>
              <a:buSzPts val="4000"/>
              <a:buChar char="–"/>
            </a:pPr>
            <a:r>
              <a:rPr lang="en-US" sz="4000"/>
              <a:t>Put the Image Plane (aka Projection Plane) </a:t>
            </a:r>
            <a:r>
              <a:rPr i="1" lang="en-US"/>
              <a:t>in front</a:t>
            </a:r>
            <a:r>
              <a:rPr lang="en-US" sz="4000"/>
              <a:t> of the COP</a:t>
            </a:r>
            <a:endParaRPr sz="3600"/>
          </a:p>
          <a:p>
            <a:pPr indent="-571500" lvl="1" marL="1028700" rtl="0" algn="l">
              <a:lnSpc>
                <a:spcPct val="100000"/>
              </a:lnSpc>
              <a:spcBef>
                <a:spcPts val="900"/>
              </a:spcBef>
              <a:spcAft>
                <a:spcPts val="0"/>
              </a:spcAft>
              <a:buClr>
                <a:srgbClr val="000000"/>
              </a:buClr>
              <a:buSzPts val="4000"/>
              <a:buChar char="–"/>
            </a:pPr>
            <a:r>
              <a:rPr lang="en-US" sz="4000"/>
              <a:t>The camera looks down the </a:t>
            </a:r>
            <a:r>
              <a:rPr i="1" lang="en-US"/>
              <a:t>positive</a:t>
            </a:r>
            <a:r>
              <a:rPr lang="en-US" sz="4000"/>
              <a:t> z-axis, and the y-axis points down</a:t>
            </a:r>
            <a:endParaRPr/>
          </a:p>
        </p:txBody>
      </p:sp>
      <p:grpSp>
        <p:nvGrpSpPr>
          <p:cNvPr id="2381" name="Google Shape;2381;p95"/>
          <p:cNvGrpSpPr/>
          <p:nvPr/>
        </p:nvGrpSpPr>
        <p:grpSpPr>
          <a:xfrm>
            <a:off x="14116217" y="3047997"/>
            <a:ext cx="7504619" cy="7317580"/>
            <a:chOff x="0" y="-1"/>
            <a:chExt cx="7504617" cy="7317578"/>
          </a:xfrm>
        </p:grpSpPr>
        <p:cxnSp>
          <p:nvCxnSpPr>
            <p:cNvPr id="2382" name="Google Shape;2382;p95"/>
            <p:cNvCxnSpPr/>
            <p:nvPr/>
          </p:nvCxnSpPr>
          <p:spPr>
            <a:xfrm flipH="1" rot="10800000">
              <a:off x="1925194" y="2105498"/>
              <a:ext cx="1" cy="4571999"/>
            </a:xfrm>
            <a:prstGeom prst="straightConnector1">
              <a:avLst/>
            </a:prstGeom>
            <a:noFill/>
            <a:ln cap="flat" cmpd="sng" w="50800">
              <a:solidFill>
                <a:srgbClr val="000000"/>
              </a:solidFill>
              <a:prstDash val="solid"/>
              <a:round/>
              <a:headEnd len="med" w="med" type="triangle"/>
              <a:tailEnd len="sm" w="sm" type="none"/>
            </a:ln>
          </p:spPr>
        </p:cxnSp>
        <p:cxnSp>
          <p:nvCxnSpPr>
            <p:cNvPr id="2383" name="Google Shape;2383;p95"/>
            <p:cNvCxnSpPr/>
            <p:nvPr/>
          </p:nvCxnSpPr>
          <p:spPr>
            <a:xfrm flipH="1" rot="10800000">
              <a:off x="386247" y="2105498"/>
              <a:ext cx="2108786" cy="2884485"/>
            </a:xfrm>
            <a:prstGeom prst="straightConnector1">
              <a:avLst/>
            </a:prstGeom>
            <a:noFill/>
            <a:ln cap="flat" cmpd="sng" w="50800">
              <a:solidFill>
                <a:srgbClr val="000000"/>
              </a:solidFill>
              <a:prstDash val="solid"/>
              <a:round/>
              <a:headEnd len="med" w="med" type="triangle"/>
              <a:tailEnd len="sm" w="sm" type="none"/>
            </a:ln>
          </p:spPr>
        </p:cxnSp>
        <p:sp>
          <p:nvSpPr>
            <p:cNvPr id="2384" name="Google Shape;2384;p95"/>
            <p:cNvSpPr txBox="1"/>
            <p:nvPr/>
          </p:nvSpPr>
          <p:spPr>
            <a:xfrm>
              <a:off x="6439258" y="2440608"/>
              <a:ext cx="505887" cy="7924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Open Sans"/>
                <a:buNone/>
              </a:pPr>
              <a:r>
                <a:rPr b="0" i="0" lang="en-US" sz="4000" u="none" cap="none" strike="noStrike">
                  <a:solidFill>
                    <a:srgbClr val="000000"/>
                  </a:solidFill>
                  <a:latin typeface="Open Sans"/>
                  <a:ea typeface="Open Sans"/>
                  <a:cs typeface="Open Sans"/>
                  <a:sym typeface="Open Sans"/>
                </a:rPr>
                <a:t>Z</a:t>
              </a:r>
              <a:endParaRPr/>
            </a:p>
          </p:txBody>
        </p:sp>
        <p:sp>
          <p:nvSpPr>
            <p:cNvPr id="2385" name="Google Shape;2385;p95"/>
            <p:cNvSpPr txBox="1"/>
            <p:nvPr/>
          </p:nvSpPr>
          <p:spPr>
            <a:xfrm>
              <a:off x="0" y="4892654"/>
              <a:ext cx="449580" cy="7924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Open Sans"/>
                <a:buNone/>
              </a:pPr>
              <a:r>
                <a:rPr b="0" i="0" lang="en-US" sz="4000" u="none" cap="none" strike="noStrike">
                  <a:solidFill>
                    <a:srgbClr val="000000"/>
                  </a:solidFill>
                  <a:latin typeface="Open Sans"/>
                  <a:ea typeface="Open Sans"/>
                  <a:cs typeface="Open Sans"/>
                  <a:sym typeface="Open Sans"/>
                </a:rPr>
                <a:t>x</a:t>
              </a:r>
              <a:endParaRPr/>
            </a:p>
          </p:txBody>
        </p:sp>
        <p:sp>
          <p:nvSpPr>
            <p:cNvPr id="2386" name="Google Shape;2386;p95"/>
            <p:cNvSpPr txBox="1"/>
            <p:nvPr/>
          </p:nvSpPr>
          <p:spPr>
            <a:xfrm>
              <a:off x="1714858" y="6525096"/>
              <a:ext cx="449581" cy="7924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Open Sans"/>
                <a:buNone/>
              </a:pPr>
              <a:r>
                <a:rPr b="0" i="0" lang="en-US" sz="4000" u="none" cap="none" strike="noStrike">
                  <a:solidFill>
                    <a:srgbClr val="000000"/>
                  </a:solidFill>
                  <a:latin typeface="Open Sans"/>
                  <a:ea typeface="Open Sans"/>
                  <a:cs typeface="Open Sans"/>
                  <a:sym typeface="Open Sans"/>
                </a:rPr>
                <a:t>y</a:t>
              </a:r>
              <a:endParaRPr/>
            </a:p>
          </p:txBody>
        </p:sp>
        <p:sp>
          <p:nvSpPr>
            <p:cNvPr id="2387" name="Google Shape;2387;p95"/>
            <p:cNvSpPr/>
            <p:nvPr/>
          </p:nvSpPr>
          <p:spPr>
            <a:xfrm>
              <a:off x="1806493" y="2758986"/>
              <a:ext cx="227989" cy="227989"/>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388" name="Google Shape;2388;p95"/>
            <p:cNvSpPr/>
            <p:nvPr/>
          </p:nvSpPr>
          <p:spPr>
            <a:xfrm flipH="1" rot="-5400000">
              <a:off x="1272426" y="2329170"/>
              <a:ext cx="5648916" cy="990575"/>
            </a:xfrm>
            <a:custGeom>
              <a:rect b="b" l="l" r="r" t="t"/>
              <a:pathLst>
                <a:path extrusionOk="0" h="21600" w="21600">
                  <a:moveTo>
                    <a:pt x="0" y="21600"/>
                  </a:moveTo>
                  <a:lnTo>
                    <a:pt x="7063" y="0"/>
                  </a:lnTo>
                  <a:lnTo>
                    <a:pt x="21600" y="0"/>
                  </a:lnTo>
                  <a:lnTo>
                    <a:pt x="14537" y="21600"/>
                  </a:lnTo>
                  <a:close/>
                </a:path>
              </a:pathLst>
            </a:custGeom>
            <a:solidFill>
              <a:srgbClr val="D9D9D9"/>
            </a:solid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cxnSp>
          <p:nvCxnSpPr>
            <p:cNvPr id="2389" name="Google Shape;2389;p95"/>
            <p:cNvCxnSpPr/>
            <p:nvPr/>
          </p:nvCxnSpPr>
          <p:spPr>
            <a:xfrm>
              <a:off x="1163194" y="2866328"/>
              <a:ext cx="2458821" cy="1"/>
            </a:xfrm>
            <a:prstGeom prst="straightConnector1">
              <a:avLst/>
            </a:prstGeom>
            <a:noFill/>
            <a:ln cap="flat" cmpd="sng" w="50800">
              <a:solidFill>
                <a:srgbClr val="000000"/>
              </a:solidFill>
              <a:prstDash val="solid"/>
              <a:round/>
              <a:headEnd len="sm" w="sm" type="none"/>
              <a:tailEnd len="sm" w="sm" type="none"/>
            </a:ln>
          </p:spPr>
        </p:cxnSp>
        <p:cxnSp>
          <p:nvCxnSpPr>
            <p:cNvPr id="2390" name="Google Shape;2390;p95"/>
            <p:cNvCxnSpPr/>
            <p:nvPr/>
          </p:nvCxnSpPr>
          <p:spPr>
            <a:xfrm>
              <a:off x="4139815" y="2867496"/>
              <a:ext cx="2268639" cy="1"/>
            </a:xfrm>
            <a:prstGeom prst="straightConnector1">
              <a:avLst/>
            </a:prstGeom>
            <a:noFill/>
            <a:ln cap="flat" cmpd="sng" w="50800">
              <a:solidFill>
                <a:srgbClr val="000000"/>
              </a:solidFill>
              <a:prstDash val="solid"/>
              <a:round/>
              <a:headEnd len="sm" w="sm" type="none"/>
              <a:tailEnd len="med" w="med" type="triangle"/>
            </a:ln>
          </p:spPr>
        </p:cxnSp>
        <p:cxnSp>
          <p:nvCxnSpPr>
            <p:cNvPr id="2391" name="Google Shape;2391;p95"/>
            <p:cNvCxnSpPr/>
            <p:nvPr/>
          </p:nvCxnSpPr>
          <p:spPr>
            <a:xfrm flipH="1" rot="10800000">
              <a:off x="1920063" y="2214242"/>
              <a:ext cx="1698893" cy="641803"/>
            </a:xfrm>
            <a:prstGeom prst="straightConnector1">
              <a:avLst/>
            </a:prstGeom>
            <a:noFill/>
            <a:ln cap="flat" cmpd="sng" w="38100">
              <a:solidFill>
                <a:srgbClr val="000000"/>
              </a:solidFill>
              <a:prstDash val="dash"/>
              <a:round/>
              <a:headEnd len="sm" w="sm" type="none"/>
              <a:tailEnd len="sm" w="sm" type="none"/>
            </a:ln>
          </p:spPr>
        </p:cxnSp>
        <p:cxnSp>
          <p:nvCxnSpPr>
            <p:cNvPr id="2392" name="Google Shape;2392;p95"/>
            <p:cNvCxnSpPr/>
            <p:nvPr/>
          </p:nvCxnSpPr>
          <p:spPr>
            <a:xfrm flipH="1" rot="10800000">
              <a:off x="4138792" y="1510968"/>
              <a:ext cx="1337907" cy="505427"/>
            </a:xfrm>
            <a:prstGeom prst="straightConnector1">
              <a:avLst/>
            </a:prstGeom>
            <a:noFill/>
            <a:ln cap="flat" cmpd="sng" w="38100">
              <a:solidFill>
                <a:srgbClr val="000000"/>
              </a:solidFill>
              <a:prstDash val="dash"/>
              <a:round/>
              <a:headEnd len="sm" w="sm" type="none"/>
              <a:tailEnd len="med" w="med" type="triangle"/>
            </a:ln>
          </p:spPr>
        </p:cxnSp>
        <p:sp>
          <p:nvSpPr>
            <p:cNvPr id="2393" name="Google Shape;2393;p95"/>
            <p:cNvSpPr/>
            <p:nvPr/>
          </p:nvSpPr>
          <p:spPr>
            <a:xfrm>
              <a:off x="5476698" y="1381717"/>
              <a:ext cx="222041" cy="222037"/>
            </a:xfrm>
            <a:prstGeom prst="ellipse">
              <a:avLst/>
            </a:prstGeom>
            <a:solidFill>
              <a:srgbClr val="FFC000"/>
            </a:solid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394" name="Google Shape;2394;p95"/>
            <p:cNvSpPr txBox="1"/>
            <p:nvPr/>
          </p:nvSpPr>
          <p:spPr>
            <a:xfrm>
              <a:off x="5674234" y="947852"/>
              <a:ext cx="1830383"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(X, Y, Z)</a:t>
              </a:r>
              <a:endParaRPr/>
            </a:p>
          </p:txBody>
        </p:sp>
        <p:sp>
          <p:nvSpPr>
            <p:cNvPr id="2395" name="Google Shape;2395;p95"/>
            <p:cNvSpPr/>
            <p:nvPr/>
          </p:nvSpPr>
          <p:spPr>
            <a:xfrm>
              <a:off x="4039348" y="1900283"/>
              <a:ext cx="222041" cy="222037"/>
            </a:xfrm>
            <a:prstGeom prst="ellipse">
              <a:avLst/>
            </a:prstGeom>
            <a:solidFill>
              <a:srgbClr val="FFC000"/>
            </a:solid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cxnSp>
          <p:nvCxnSpPr>
            <p:cNvPr id="2396" name="Google Shape;2396;p95"/>
            <p:cNvCxnSpPr/>
            <p:nvPr/>
          </p:nvCxnSpPr>
          <p:spPr>
            <a:xfrm>
              <a:off x="5582793" y="1603754"/>
              <a:ext cx="1" cy="1252291"/>
            </a:xfrm>
            <a:prstGeom prst="straightConnector1">
              <a:avLst/>
            </a:prstGeom>
            <a:noFill/>
            <a:ln cap="flat" cmpd="sng" w="38100">
              <a:solidFill>
                <a:srgbClr val="000000"/>
              </a:solidFill>
              <a:prstDash val="solid"/>
              <a:round/>
              <a:headEnd len="sm" w="sm" type="none"/>
              <a:tailEnd len="sm" w="sm" type="none"/>
            </a:ln>
          </p:spPr>
        </p:cxnSp>
        <p:cxnSp>
          <p:nvCxnSpPr>
            <p:cNvPr id="2397" name="Google Shape;2397;p95"/>
            <p:cNvCxnSpPr/>
            <p:nvPr/>
          </p:nvCxnSpPr>
          <p:spPr>
            <a:xfrm>
              <a:off x="4156153" y="2105496"/>
              <a:ext cx="1" cy="735221"/>
            </a:xfrm>
            <a:prstGeom prst="straightConnector1">
              <a:avLst/>
            </a:prstGeom>
            <a:noFill/>
            <a:ln cap="flat" cmpd="sng" w="38100">
              <a:solidFill>
                <a:srgbClr val="000000"/>
              </a:solidFill>
              <a:prstDash val="solid"/>
              <a:round/>
              <a:headEnd len="sm" w="sm" type="none"/>
              <a:tailEnd len="sm" w="sm" type="none"/>
            </a:ln>
          </p:spPr>
        </p:cxnSp>
        <p:sp>
          <p:nvSpPr>
            <p:cNvPr id="2398" name="Google Shape;2398;p95"/>
            <p:cNvSpPr txBox="1"/>
            <p:nvPr/>
          </p:nvSpPr>
          <p:spPr>
            <a:xfrm>
              <a:off x="4789708" y="201475"/>
              <a:ext cx="1795557"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(x’, y’, f)</a:t>
              </a:r>
              <a:endParaRPr/>
            </a:p>
          </p:txBody>
        </p:sp>
        <p:cxnSp>
          <p:nvCxnSpPr>
            <p:cNvPr id="2399" name="Google Shape;2399;p95"/>
            <p:cNvCxnSpPr/>
            <p:nvPr/>
          </p:nvCxnSpPr>
          <p:spPr>
            <a:xfrm>
              <a:off x="1920064" y="4582116"/>
              <a:ext cx="1681533" cy="1"/>
            </a:xfrm>
            <a:prstGeom prst="straightConnector1">
              <a:avLst/>
            </a:prstGeom>
            <a:noFill/>
            <a:ln cap="flat" cmpd="sng" w="38100">
              <a:solidFill>
                <a:srgbClr val="000000"/>
              </a:solidFill>
              <a:prstDash val="dot"/>
              <a:round/>
              <a:headEnd len="med" w="med" type="triangle"/>
              <a:tailEnd len="med" w="med" type="triangle"/>
            </a:ln>
          </p:spPr>
        </p:cxnSp>
        <p:sp>
          <p:nvSpPr>
            <p:cNvPr id="2400" name="Google Shape;2400;p95"/>
            <p:cNvSpPr txBox="1"/>
            <p:nvPr/>
          </p:nvSpPr>
          <p:spPr>
            <a:xfrm>
              <a:off x="2626234" y="3949548"/>
              <a:ext cx="322605"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f</a:t>
              </a:r>
              <a:endParaRPr/>
            </a:p>
          </p:txBody>
        </p:sp>
      </p:grpSp>
      <p:cxnSp>
        <p:nvCxnSpPr>
          <p:cNvPr id="2401" name="Google Shape;2401;p95"/>
          <p:cNvCxnSpPr/>
          <p:nvPr/>
        </p:nvCxnSpPr>
        <p:spPr>
          <a:xfrm flipH="1">
            <a:off x="18345088" y="3962400"/>
            <a:ext cx="917043" cy="1018399"/>
          </a:xfrm>
          <a:prstGeom prst="straightConnector1">
            <a:avLst/>
          </a:prstGeom>
          <a:noFill/>
          <a:ln cap="flat" cmpd="sng" w="38100">
            <a:solidFill>
              <a:srgbClr val="000000"/>
            </a:solidFill>
            <a:prstDash val="dot"/>
            <a:round/>
            <a:headEnd len="sm" w="sm" type="none"/>
            <a:tailEnd len="med" w="med" type="triangle"/>
          </a:ln>
        </p:spPr>
      </p:cxnSp>
      <p:cxnSp>
        <p:nvCxnSpPr>
          <p:cNvPr id="2402" name="Google Shape;2402;p95"/>
          <p:cNvCxnSpPr/>
          <p:nvPr/>
        </p:nvCxnSpPr>
        <p:spPr>
          <a:xfrm>
            <a:off x="14835808" y="3962924"/>
            <a:ext cx="1055683" cy="1620219"/>
          </a:xfrm>
          <a:prstGeom prst="straightConnector1">
            <a:avLst/>
          </a:prstGeom>
          <a:noFill/>
          <a:ln cap="flat" cmpd="sng" w="38100">
            <a:solidFill>
              <a:srgbClr val="000000"/>
            </a:solidFill>
            <a:prstDash val="dot"/>
            <a:round/>
            <a:headEnd len="sm" w="sm" type="none"/>
            <a:tailEnd len="med" w="med" type="triangle"/>
          </a:ln>
        </p:spPr>
      </p:cxnSp>
      <p:sp>
        <p:nvSpPr>
          <p:cNvPr id="2403" name="Google Shape;2403;p95"/>
          <p:cNvSpPr txBox="1"/>
          <p:nvPr/>
        </p:nvSpPr>
        <p:spPr>
          <a:xfrm>
            <a:off x="11673840" y="3223735"/>
            <a:ext cx="5658540"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Center of Projection (COP)</a:t>
            </a:r>
            <a:endParaRPr/>
          </a:p>
        </p:txBody>
      </p:sp>
      <p:cxnSp>
        <p:nvCxnSpPr>
          <p:cNvPr id="2404" name="Google Shape;2404;p95"/>
          <p:cNvCxnSpPr/>
          <p:nvPr/>
        </p:nvCxnSpPr>
        <p:spPr>
          <a:xfrm rot="10800000">
            <a:off x="18592799" y="7630119"/>
            <a:ext cx="1406335" cy="1627323"/>
          </a:xfrm>
          <a:prstGeom prst="straightConnector1">
            <a:avLst/>
          </a:prstGeom>
          <a:noFill/>
          <a:ln cap="flat" cmpd="sng" w="38100">
            <a:solidFill>
              <a:srgbClr val="000000"/>
            </a:solidFill>
            <a:prstDash val="dot"/>
            <a:round/>
            <a:headEnd len="sm" w="sm" type="none"/>
            <a:tailEnd len="med" w="med" type="triangle"/>
          </a:ln>
        </p:spPr>
      </p:cxnSp>
      <p:sp>
        <p:nvSpPr>
          <p:cNvPr id="2405" name="Google Shape;2405;p95"/>
          <p:cNvSpPr txBox="1"/>
          <p:nvPr/>
        </p:nvSpPr>
        <p:spPr>
          <a:xfrm>
            <a:off x="19238177" y="9234541"/>
            <a:ext cx="2762643"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Image Plane</a:t>
            </a:r>
            <a:endParaRPr/>
          </a:p>
        </p:txBody>
      </p:sp>
      <p:sp>
        <p:nvSpPr>
          <p:cNvPr id="2406" name="Google Shape;2406;p95"/>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407" name="Google Shape;2407;p95"/>
          <p:cNvSpPr txBox="1"/>
          <p:nvPr/>
        </p:nvSpPr>
        <p:spPr>
          <a:xfrm>
            <a:off x="20657248" y="129851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1" name="Shape 2411"/>
        <p:cNvGrpSpPr/>
        <p:nvPr/>
      </p:nvGrpSpPr>
      <p:grpSpPr>
        <a:xfrm>
          <a:off x="0" y="0"/>
          <a:ext cx="0" cy="0"/>
          <a:chOff x="0" y="0"/>
          <a:chExt cx="0" cy="0"/>
        </a:xfrm>
      </p:grpSpPr>
      <p:sp>
        <p:nvSpPr>
          <p:cNvPr id="2412" name="Google Shape;2412;p96"/>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rPr b="1" lang="en-US" sz="8800">
                <a:latin typeface="Open Sans"/>
                <a:ea typeface="Open Sans"/>
                <a:cs typeface="Open Sans"/>
                <a:sym typeface="Open Sans"/>
              </a:rPr>
              <a:t>Modeling projection</a:t>
            </a:r>
            <a:endParaRPr/>
          </a:p>
        </p:txBody>
      </p:sp>
      <p:grpSp>
        <p:nvGrpSpPr>
          <p:cNvPr id="2413" name="Google Shape;2413;p96"/>
          <p:cNvGrpSpPr/>
          <p:nvPr/>
        </p:nvGrpSpPr>
        <p:grpSpPr>
          <a:xfrm>
            <a:off x="14116217" y="3047997"/>
            <a:ext cx="7504619" cy="7317580"/>
            <a:chOff x="0" y="-1"/>
            <a:chExt cx="7504617" cy="7317578"/>
          </a:xfrm>
        </p:grpSpPr>
        <p:cxnSp>
          <p:nvCxnSpPr>
            <p:cNvPr id="2414" name="Google Shape;2414;p96"/>
            <p:cNvCxnSpPr/>
            <p:nvPr/>
          </p:nvCxnSpPr>
          <p:spPr>
            <a:xfrm flipH="1" rot="10800000">
              <a:off x="1925194" y="2105498"/>
              <a:ext cx="1" cy="4571999"/>
            </a:xfrm>
            <a:prstGeom prst="straightConnector1">
              <a:avLst/>
            </a:prstGeom>
            <a:noFill/>
            <a:ln cap="flat" cmpd="sng" w="50800">
              <a:solidFill>
                <a:srgbClr val="000000"/>
              </a:solidFill>
              <a:prstDash val="solid"/>
              <a:round/>
              <a:headEnd len="med" w="med" type="triangle"/>
              <a:tailEnd len="sm" w="sm" type="none"/>
            </a:ln>
          </p:spPr>
        </p:cxnSp>
        <p:cxnSp>
          <p:nvCxnSpPr>
            <p:cNvPr id="2415" name="Google Shape;2415;p96"/>
            <p:cNvCxnSpPr/>
            <p:nvPr/>
          </p:nvCxnSpPr>
          <p:spPr>
            <a:xfrm flipH="1" rot="10800000">
              <a:off x="386247" y="2105498"/>
              <a:ext cx="2108786" cy="2884485"/>
            </a:xfrm>
            <a:prstGeom prst="straightConnector1">
              <a:avLst/>
            </a:prstGeom>
            <a:noFill/>
            <a:ln cap="flat" cmpd="sng" w="50800">
              <a:solidFill>
                <a:srgbClr val="000000"/>
              </a:solidFill>
              <a:prstDash val="solid"/>
              <a:round/>
              <a:headEnd len="med" w="med" type="triangle"/>
              <a:tailEnd len="sm" w="sm" type="none"/>
            </a:ln>
          </p:spPr>
        </p:cxnSp>
        <p:sp>
          <p:nvSpPr>
            <p:cNvPr id="2416" name="Google Shape;2416;p96"/>
            <p:cNvSpPr txBox="1"/>
            <p:nvPr/>
          </p:nvSpPr>
          <p:spPr>
            <a:xfrm>
              <a:off x="6439258" y="2440608"/>
              <a:ext cx="505887" cy="7924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Open Sans"/>
                <a:buNone/>
              </a:pPr>
              <a:r>
                <a:rPr b="0" i="0" lang="en-US" sz="4000" u="none" cap="none" strike="noStrike">
                  <a:solidFill>
                    <a:srgbClr val="000000"/>
                  </a:solidFill>
                  <a:latin typeface="Open Sans"/>
                  <a:ea typeface="Open Sans"/>
                  <a:cs typeface="Open Sans"/>
                  <a:sym typeface="Open Sans"/>
                </a:rPr>
                <a:t>Z</a:t>
              </a:r>
              <a:endParaRPr/>
            </a:p>
          </p:txBody>
        </p:sp>
        <p:sp>
          <p:nvSpPr>
            <p:cNvPr id="2417" name="Google Shape;2417;p96"/>
            <p:cNvSpPr txBox="1"/>
            <p:nvPr/>
          </p:nvSpPr>
          <p:spPr>
            <a:xfrm>
              <a:off x="0" y="4892654"/>
              <a:ext cx="449580" cy="7924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Open Sans"/>
                <a:buNone/>
              </a:pPr>
              <a:r>
                <a:rPr b="0" i="0" lang="en-US" sz="4000" u="none" cap="none" strike="noStrike">
                  <a:solidFill>
                    <a:srgbClr val="000000"/>
                  </a:solidFill>
                  <a:latin typeface="Open Sans"/>
                  <a:ea typeface="Open Sans"/>
                  <a:cs typeface="Open Sans"/>
                  <a:sym typeface="Open Sans"/>
                </a:rPr>
                <a:t>x</a:t>
              </a:r>
              <a:endParaRPr/>
            </a:p>
          </p:txBody>
        </p:sp>
        <p:sp>
          <p:nvSpPr>
            <p:cNvPr id="2418" name="Google Shape;2418;p96"/>
            <p:cNvSpPr txBox="1"/>
            <p:nvPr/>
          </p:nvSpPr>
          <p:spPr>
            <a:xfrm>
              <a:off x="1714858" y="6525096"/>
              <a:ext cx="449581" cy="7924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Open Sans"/>
                <a:buNone/>
              </a:pPr>
              <a:r>
                <a:rPr b="0" i="0" lang="en-US" sz="4000" u="none" cap="none" strike="noStrike">
                  <a:solidFill>
                    <a:srgbClr val="000000"/>
                  </a:solidFill>
                  <a:latin typeface="Open Sans"/>
                  <a:ea typeface="Open Sans"/>
                  <a:cs typeface="Open Sans"/>
                  <a:sym typeface="Open Sans"/>
                </a:rPr>
                <a:t>y</a:t>
              </a:r>
              <a:endParaRPr/>
            </a:p>
          </p:txBody>
        </p:sp>
        <p:sp>
          <p:nvSpPr>
            <p:cNvPr id="2419" name="Google Shape;2419;p96"/>
            <p:cNvSpPr/>
            <p:nvPr/>
          </p:nvSpPr>
          <p:spPr>
            <a:xfrm>
              <a:off x="1806493" y="2758986"/>
              <a:ext cx="227989" cy="227989"/>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420" name="Google Shape;2420;p96"/>
            <p:cNvSpPr/>
            <p:nvPr/>
          </p:nvSpPr>
          <p:spPr>
            <a:xfrm flipH="1" rot="-5400000">
              <a:off x="1272426" y="2329170"/>
              <a:ext cx="5648916" cy="990575"/>
            </a:xfrm>
            <a:custGeom>
              <a:rect b="b" l="l" r="r" t="t"/>
              <a:pathLst>
                <a:path extrusionOk="0" h="21600" w="21600">
                  <a:moveTo>
                    <a:pt x="0" y="21600"/>
                  </a:moveTo>
                  <a:lnTo>
                    <a:pt x="7063" y="0"/>
                  </a:lnTo>
                  <a:lnTo>
                    <a:pt x="21600" y="0"/>
                  </a:lnTo>
                  <a:lnTo>
                    <a:pt x="14537" y="21600"/>
                  </a:lnTo>
                  <a:close/>
                </a:path>
              </a:pathLst>
            </a:custGeom>
            <a:solidFill>
              <a:srgbClr val="D9D9D9"/>
            </a:solid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cxnSp>
          <p:nvCxnSpPr>
            <p:cNvPr id="2421" name="Google Shape;2421;p96"/>
            <p:cNvCxnSpPr/>
            <p:nvPr/>
          </p:nvCxnSpPr>
          <p:spPr>
            <a:xfrm>
              <a:off x="1163194" y="2866328"/>
              <a:ext cx="2458821" cy="1"/>
            </a:xfrm>
            <a:prstGeom prst="straightConnector1">
              <a:avLst/>
            </a:prstGeom>
            <a:noFill/>
            <a:ln cap="flat" cmpd="sng" w="50800">
              <a:solidFill>
                <a:srgbClr val="000000"/>
              </a:solidFill>
              <a:prstDash val="solid"/>
              <a:round/>
              <a:headEnd len="sm" w="sm" type="none"/>
              <a:tailEnd len="sm" w="sm" type="none"/>
            </a:ln>
          </p:spPr>
        </p:cxnSp>
        <p:cxnSp>
          <p:nvCxnSpPr>
            <p:cNvPr id="2422" name="Google Shape;2422;p96"/>
            <p:cNvCxnSpPr/>
            <p:nvPr/>
          </p:nvCxnSpPr>
          <p:spPr>
            <a:xfrm>
              <a:off x="4139815" y="2867496"/>
              <a:ext cx="2268639" cy="1"/>
            </a:xfrm>
            <a:prstGeom prst="straightConnector1">
              <a:avLst/>
            </a:prstGeom>
            <a:noFill/>
            <a:ln cap="flat" cmpd="sng" w="50800">
              <a:solidFill>
                <a:srgbClr val="000000"/>
              </a:solidFill>
              <a:prstDash val="solid"/>
              <a:round/>
              <a:headEnd len="sm" w="sm" type="none"/>
              <a:tailEnd len="med" w="med" type="triangle"/>
            </a:ln>
          </p:spPr>
        </p:cxnSp>
        <p:cxnSp>
          <p:nvCxnSpPr>
            <p:cNvPr id="2423" name="Google Shape;2423;p96"/>
            <p:cNvCxnSpPr/>
            <p:nvPr/>
          </p:nvCxnSpPr>
          <p:spPr>
            <a:xfrm flipH="1" rot="10800000">
              <a:off x="1920063" y="2214242"/>
              <a:ext cx="1698893" cy="641803"/>
            </a:xfrm>
            <a:prstGeom prst="straightConnector1">
              <a:avLst/>
            </a:prstGeom>
            <a:noFill/>
            <a:ln cap="flat" cmpd="sng" w="38100">
              <a:solidFill>
                <a:srgbClr val="000000"/>
              </a:solidFill>
              <a:prstDash val="dash"/>
              <a:round/>
              <a:headEnd len="sm" w="sm" type="none"/>
              <a:tailEnd len="sm" w="sm" type="none"/>
            </a:ln>
          </p:spPr>
        </p:cxnSp>
        <p:cxnSp>
          <p:nvCxnSpPr>
            <p:cNvPr id="2424" name="Google Shape;2424;p96"/>
            <p:cNvCxnSpPr/>
            <p:nvPr/>
          </p:nvCxnSpPr>
          <p:spPr>
            <a:xfrm flipH="1" rot="10800000">
              <a:off x="4138792" y="1510968"/>
              <a:ext cx="1337907" cy="505427"/>
            </a:xfrm>
            <a:prstGeom prst="straightConnector1">
              <a:avLst/>
            </a:prstGeom>
            <a:noFill/>
            <a:ln cap="flat" cmpd="sng" w="38100">
              <a:solidFill>
                <a:srgbClr val="000000"/>
              </a:solidFill>
              <a:prstDash val="dash"/>
              <a:round/>
              <a:headEnd len="sm" w="sm" type="none"/>
              <a:tailEnd len="med" w="med" type="triangle"/>
            </a:ln>
          </p:spPr>
        </p:cxnSp>
        <p:sp>
          <p:nvSpPr>
            <p:cNvPr id="2425" name="Google Shape;2425;p96"/>
            <p:cNvSpPr/>
            <p:nvPr/>
          </p:nvSpPr>
          <p:spPr>
            <a:xfrm>
              <a:off x="5476698" y="1381717"/>
              <a:ext cx="222041" cy="222037"/>
            </a:xfrm>
            <a:prstGeom prst="ellipse">
              <a:avLst/>
            </a:prstGeom>
            <a:solidFill>
              <a:srgbClr val="FFC000"/>
            </a:solid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426" name="Google Shape;2426;p96"/>
            <p:cNvSpPr txBox="1"/>
            <p:nvPr/>
          </p:nvSpPr>
          <p:spPr>
            <a:xfrm>
              <a:off x="5674234" y="947852"/>
              <a:ext cx="1830383"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(X, Y, Z)</a:t>
              </a:r>
              <a:endParaRPr/>
            </a:p>
          </p:txBody>
        </p:sp>
        <p:sp>
          <p:nvSpPr>
            <p:cNvPr id="2427" name="Google Shape;2427;p96"/>
            <p:cNvSpPr/>
            <p:nvPr/>
          </p:nvSpPr>
          <p:spPr>
            <a:xfrm>
              <a:off x="4039348" y="1900283"/>
              <a:ext cx="222041" cy="222037"/>
            </a:xfrm>
            <a:prstGeom prst="ellipse">
              <a:avLst/>
            </a:prstGeom>
            <a:solidFill>
              <a:srgbClr val="FFC000"/>
            </a:solid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cxnSp>
          <p:nvCxnSpPr>
            <p:cNvPr id="2428" name="Google Shape;2428;p96"/>
            <p:cNvCxnSpPr/>
            <p:nvPr/>
          </p:nvCxnSpPr>
          <p:spPr>
            <a:xfrm>
              <a:off x="5582793" y="1603754"/>
              <a:ext cx="1" cy="1252291"/>
            </a:xfrm>
            <a:prstGeom prst="straightConnector1">
              <a:avLst/>
            </a:prstGeom>
            <a:noFill/>
            <a:ln cap="flat" cmpd="sng" w="38100">
              <a:solidFill>
                <a:srgbClr val="000000"/>
              </a:solidFill>
              <a:prstDash val="solid"/>
              <a:round/>
              <a:headEnd len="sm" w="sm" type="none"/>
              <a:tailEnd len="sm" w="sm" type="none"/>
            </a:ln>
          </p:spPr>
        </p:cxnSp>
        <p:cxnSp>
          <p:nvCxnSpPr>
            <p:cNvPr id="2429" name="Google Shape;2429;p96"/>
            <p:cNvCxnSpPr/>
            <p:nvPr/>
          </p:nvCxnSpPr>
          <p:spPr>
            <a:xfrm>
              <a:off x="4156153" y="2105496"/>
              <a:ext cx="1" cy="735221"/>
            </a:xfrm>
            <a:prstGeom prst="straightConnector1">
              <a:avLst/>
            </a:prstGeom>
            <a:noFill/>
            <a:ln cap="flat" cmpd="sng" w="38100">
              <a:solidFill>
                <a:srgbClr val="000000"/>
              </a:solidFill>
              <a:prstDash val="solid"/>
              <a:round/>
              <a:headEnd len="sm" w="sm" type="none"/>
              <a:tailEnd len="sm" w="sm" type="none"/>
            </a:ln>
          </p:spPr>
        </p:cxnSp>
        <p:sp>
          <p:nvSpPr>
            <p:cNvPr id="2430" name="Google Shape;2430;p96"/>
            <p:cNvSpPr txBox="1"/>
            <p:nvPr/>
          </p:nvSpPr>
          <p:spPr>
            <a:xfrm>
              <a:off x="4789708" y="201475"/>
              <a:ext cx="1795557"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(x’, y’, f)</a:t>
              </a:r>
              <a:endParaRPr/>
            </a:p>
          </p:txBody>
        </p:sp>
        <p:cxnSp>
          <p:nvCxnSpPr>
            <p:cNvPr id="2431" name="Google Shape;2431;p96"/>
            <p:cNvCxnSpPr/>
            <p:nvPr/>
          </p:nvCxnSpPr>
          <p:spPr>
            <a:xfrm>
              <a:off x="1920064" y="4582116"/>
              <a:ext cx="1681533" cy="1"/>
            </a:xfrm>
            <a:prstGeom prst="straightConnector1">
              <a:avLst/>
            </a:prstGeom>
            <a:noFill/>
            <a:ln cap="flat" cmpd="sng" w="38100">
              <a:solidFill>
                <a:srgbClr val="000000"/>
              </a:solidFill>
              <a:prstDash val="dot"/>
              <a:round/>
              <a:headEnd len="med" w="med" type="triangle"/>
              <a:tailEnd len="med" w="med" type="triangle"/>
            </a:ln>
          </p:spPr>
        </p:cxnSp>
        <p:sp>
          <p:nvSpPr>
            <p:cNvPr id="2432" name="Google Shape;2432;p96"/>
            <p:cNvSpPr txBox="1"/>
            <p:nvPr/>
          </p:nvSpPr>
          <p:spPr>
            <a:xfrm>
              <a:off x="2626234" y="3949548"/>
              <a:ext cx="322605"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f</a:t>
              </a:r>
              <a:endParaRPr/>
            </a:p>
          </p:txBody>
        </p:sp>
      </p:grpSp>
      <p:cxnSp>
        <p:nvCxnSpPr>
          <p:cNvPr id="2433" name="Google Shape;2433;p96"/>
          <p:cNvCxnSpPr/>
          <p:nvPr/>
        </p:nvCxnSpPr>
        <p:spPr>
          <a:xfrm flipH="1">
            <a:off x="18345088" y="3962400"/>
            <a:ext cx="917043" cy="1018399"/>
          </a:xfrm>
          <a:prstGeom prst="straightConnector1">
            <a:avLst/>
          </a:prstGeom>
          <a:noFill/>
          <a:ln cap="flat" cmpd="sng" w="38100">
            <a:solidFill>
              <a:srgbClr val="000000"/>
            </a:solidFill>
            <a:prstDash val="dot"/>
            <a:round/>
            <a:headEnd len="sm" w="sm" type="none"/>
            <a:tailEnd len="med" w="med" type="triangle"/>
          </a:ln>
        </p:spPr>
      </p:cxnSp>
      <p:cxnSp>
        <p:nvCxnSpPr>
          <p:cNvPr id="2434" name="Google Shape;2434;p96"/>
          <p:cNvCxnSpPr/>
          <p:nvPr/>
        </p:nvCxnSpPr>
        <p:spPr>
          <a:xfrm>
            <a:off x="14835808" y="3962924"/>
            <a:ext cx="1055683" cy="1620219"/>
          </a:xfrm>
          <a:prstGeom prst="straightConnector1">
            <a:avLst/>
          </a:prstGeom>
          <a:noFill/>
          <a:ln cap="flat" cmpd="sng" w="38100">
            <a:solidFill>
              <a:srgbClr val="000000"/>
            </a:solidFill>
            <a:prstDash val="dot"/>
            <a:round/>
            <a:headEnd len="sm" w="sm" type="none"/>
            <a:tailEnd len="med" w="med" type="triangle"/>
          </a:ln>
        </p:spPr>
      </p:cxnSp>
      <p:sp>
        <p:nvSpPr>
          <p:cNvPr id="2435" name="Google Shape;2435;p96"/>
          <p:cNvSpPr txBox="1"/>
          <p:nvPr/>
        </p:nvSpPr>
        <p:spPr>
          <a:xfrm>
            <a:off x="11673840" y="3223735"/>
            <a:ext cx="5658540"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Center of Projection (COP)</a:t>
            </a:r>
            <a:endParaRPr/>
          </a:p>
        </p:txBody>
      </p:sp>
      <p:cxnSp>
        <p:nvCxnSpPr>
          <p:cNvPr id="2436" name="Google Shape;2436;p96"/>
          <p:cNvCxnSpPr/>
          <p:nvPr/>
        </p:nvCxnSpPr>
        <p:spPr>
          <a:xfrm rot="10800000">
            <a:off x="18592799" y="7630119"/>
            <a:ext cx="1406335" cy="1627323"/>
          </a:xfrm>
          <a:prstGeom prst="straightConnector1">
            <a:avLst/>
          </a:prstGeom>
          <a:noFill/>
          <a:ln cap="flat" cmpd="sng" w="38100">
            <a:solidFill>
              <a:srgbClr val="000000"/>
            </a:solidFill>
            <a:prstDash val="dot"/>
            <a:round/>
            <a:headEnd len="sm" w="sm" type="none"/>
            <a:tailEnd len="med" w="med" type="triangle"/>
          </a:ln>
        </p:spPr>
      </p:cxnSp>
      <p:sp>
        <p:nvSpPr>
          <p:cNvPr id="2437" name="Google Shape;2437;p96"/>
          <p:cNvSpPr txBox="1"/>
          <p:nvPr/>
        </p:nvSpPr>
        <p:spPr>
          <a:xfrm>
            <a:off x="19238177" y="9234541"/>
            <a:ext cx="2762643"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Image Plane</a:t>
            </a:r>
            <a:endParaRPr/>
          </a:p>
        </p:txBody>
      </p:sp>
      <p:sp>
        <p:nvSpPr>
          <p:cNvPr id="2438" name="Google Shape;2438;p96"/>
          <p:cNvSpPr txBox="1"/>
          <p:nvPr/>
        </p:nvSpPr>
        <p:spPr>
          <a:xfrm>
            <a:off x="853440" y="4104680"/>
            <a:ext cx="11006200" cy="8849319"/>
          </a:xfrm>
          <a:prstGeom prst="rect">
            <a:avLst/>
          </a:prstGeom>
          <a:noFill/>
          <a:ln>
            <a:noFill/>
          </a:ln>
        </p:spPr>
        <p:txBody>
          <a:bodyPr anchorCtr="0" anchor="t" bIns="91425" lIns="91425" spcFirstLastPara="1" rIns="91425" wrap="square" tIns="91425">
            <a:normAutofit/>
          </a:bodyPr>
          <a:lstStyle/>
          <a:p>
            <a:pPr indent="-685800" lvl="0" marL="685800" marR="0" rtl="0" algn="l">
              <a:lnSpc>
                <a:spcPct val="100000"/>
              </a:lnSpc>
              <a:spcBef>
                <a:spcPts val="0"/>
              </a:spcBef>
              <a:spcAft>
                <a:spcPts val="0"/>
              </a:spcAft>
              <a:buClr>
                <a:srgbClr val="000000"/>
              </a:buClr>
              <a:buSzPts val="5600"/>
              <a:buFont typeface="Arial"/>
              <a:buChar char="•"/>
            </a:pPr>
            <a:r>
              <a:rPr b="0" i="0" lang="en-US" sz="5600" u="none" cap="none" strike="noStrike">
                <a:solidFill>
                  <a:srgbClr val="000000"/>
                </a:solidFill>
                <a:latin typeface="Open Sans"/>
                <a:ea typeface="Open Sans"/>
                <a:cs typeface="Open Sans"/>
                <a:sym typeface="Open Sans"/>
              </a:rPr>
              <a:t>Projection equations</a:t>
            </a:r>
            <a:endParaRPr b="1" i="0" sz="6400" u="none" cap="none" strike="noStrike">
              <a:solidFill>
                <a:srgbClr val="000000"/>
              </a:solidFill>
              <a:latin typeface="Helvetica Neue"/>
              <a:ea typeface="Helvetica Neue"/>
              <a:cs typeface="Helvetica Neue"/>
              <a:sym typeface="Helvetica Neue"/>
            </a:endParaRPr>
          </a:p>
          <a:p>
            <a:pPr indent="-571500" lvl="1" marL="1028700" marR="0" rtl="0" algn="l">
              <a:lnSpc>
                <a:spcPct val="100000"/>
              </a:lnSpc>
              <a:spcBef>
                <a:spcPts val="900"/>
              </a:spcBef>
              <a:spcAft>
                <a:spcPts val="0"/>
              </a:spcAft>
              <a:buClr>
                <a:srgbClr val="000000"/>
              </a:buClr>
              <a:buSzPts val="4000"/>
              <a:buFont typeface="Arial"/>
              <a:buChar char="–"/>
            </a:pPr>
            <a:r>
              <a:rPr b="0" i="0" lang="en-US" sz="4000" u="none" cap="none" strike="noStrike">
                <a:solidFill>
                  <a:srgbClr val="000000"/>
                </a:solidFill>
                <a:latin typeface="Open Sans"/>
                <a:ea typeface="Open Sans"/>
                <a:cs typeface="Open Sans"/>
                <a:sym typeface="Open Sans"/>
              </a:rPr>
              <a:t>Compute intersection with image plane of ray from (X,Y,Z) to COP</a:t>
            </a:r>
            <a:endParaRPr b="1" i="0" sz="5600" u="none" cap="none" strike="noStrike">
              <a:solidFill>
                <a:srgbClr val="000000"/>
              </a:solidFill>
              <a:latin typeface="Helvetica Neue"/>
              <a:ea typeface="Helvetica Neue"/>
              <a:cs typeface="Helvetica Neue"/>
              <a:sym typeface="Helvetica Neue"/>
            </a:endParaRPr>
          </a:p>
          <a:p>
            <a:pPr indent="-571500" lvl="1" marL="1028700" marR="0" rtl="0" algn="l">
              <a:lnSpc>
                <a:spcPct val="100000"/>
              </a:lnSpc>
              <a:spcBef>
                <a:spcPts val="900"/>
              </a:spcBef>
              <a:spcAft>
                <a:spcPts val="0"/>
              </a:spcAft>
              <a:buClr>
                <a:srgbClr val="000000"/>
              </a:buClr>
              <a:buSzPts val="4000"/>
              <a:buFont typeface="Arial"/>
              <a:buChar char="–"/>
            </a:pPr>
            <a:r>
              <a:rPr b="0" i="0" lang="en-US" sz="4000" u="none" cap="none" strike="noStrike">
                <a:solidFill>
                  <a:srgbClr val="000000"/>
                </a:solidFill>
                <a:latin typeface="Open Sans"/>
                <a:ea typeface="Open Sans"/>
                <a:cs typeface="Open Sans"/>
                <a:sym typeface="Open Sans"/>
              </a:rPr>
              <a:t>Derived using similar triangles</a:t>
            </a:r>
            <a:endParaRPr/>
          </a:p>
          <a:p>
            <a:pPr indent="0" lvl="0" marL="0" marR="0" rtl="0" algn="l">
              <a:lnSpc>
                <a:spcPct val="100000"/>
              </a:lnSpc>
              <a:spcBef>
                <a:spcPts val="900"/>
              </a:spcBef>
              <a:spcAft>
                <a:spcPts val="0"/>
              </a:spcAft>
              <a:buClr>
                <a:srgbClr val="000000"/>
              </a:buClr>
              <a:buSzPts val="4000"/>
              <a:buFont typeface="Open Sans"/>
              <a:buNone/>
            </a:pPr>
            <a:r>
              <a:t/>
            </a:r>
            <a:endParaRPr b="0" i="0" sz="4000" u="none" cap="none" strike="noStrike">
              <a:solidFill>
                <a:srgbClr val="000000"/>
              </a:solidFill>
              <a:latin typeface="Open Sans"/>
              <a:ea typeface="Open Sans"/>
              <a:cs typeface="Open Sans"/>
              <a:sym typeface="Open Sans"/>
            </a:endParaRPr>
          </a:p>
          <a:p>
            <a:pPr indent="-317500" lvl="1" marL="1028700" marR="0" rtl="0" algn="l">
              <a:lnSpc>
                <a:spcPct val="100000"/>
              </a:lnSpc>
              <a:spcBef>
                <a:spcPts val="1300"/>
              </a:spcBef>
              <a:spcAft>
                <a:spcPts val="0"/>
              </a:spcAft>
              <a:buClr>
                <a:srgbClr val="000000"/>
              </a:buClr>
              <a:buSzPts val="4000"/>
              <a:buFont typeface="Arial"/>
              <a:buNone/>
            </a:pPr>
            <a:r>
              <a:t/>
            </a:r>
            <a:endParaRPr b="0" i="0" sz="4000" u="none" cap="none" strike="noStrike">
              <a:solidFill>
                <a:srgbClr val="000000"/>
              </a:solidFill>
              <a:latin typeface="Open Sans"/>
              <a:ea typeface="Open Sans"/>
              <a:cs typeface="Open Sans"/>
              <a:sym typeface="Open Sans"/>
            </a:endParaRPr>
          </a:p>
          <a:p>
            <a:pPr indent="-571500" lvl="1" marL="1028700" marR="0" rtl="0" algn="l">
              <a:lnSpc>
                <a:spcPct val="100000"/>
              </a:lnSpc>
              <a:spcBef>
                <a:spcPts val="900"/>
              </a:spcBef>
              <a:spcAft>
                <a:spcPts val="0"/>
              </a:spcAft>
              <a:buClr>
                <a:srgbClr val="000000"/>
              </a:buClr>
              <a:buSzPts val="4000"/>
              <a:buFont typeface="Arial"/>
              <a:buChar char="–"/>
            </a:pPr>
            <a:r>
              <a:rPr b="0" i="0" lang="en-US" sz="4000" u="none" cap="none" strike="noStrike">
                <a:solidFill>
                  <a:srgbClr val="000000"/>
                </a:solidFill>
                <a:latin typeface="Open Sans"/>
                <a:ea typeface="Open Sans"/>
                <a:cs typeface="Open Sans"/>
                <a:sym typeface="Open Sans"/>
              </a:rPr>
              <a:t>We get the projection by throwing out the last coordinate:</a:t>
            </a:r>
            <a:endParaRPr b="1" i="0" sz="5600" u="none" cap="none" strike="noStrike">
              <a:solidFill>
                <a:srgbClr val="000000"/>
              </a:solidFill>
              <a:latin typeface="Helvetica Neue"/>
              <a:ea typeface="Helvetica Neue"/>
              <a:cs typeface="Helvetica Neue"/>
              <a:sym typeface="Helvetica Neue"/>
            </a:endParaRPr>
          </a:p>
        </p:txBody>
      </p:sp>
      <p:pic>
        <p:nvPicPr>
          <p:cNvPr descr="Picture 4" id="2439" name="Google Shape;2439;p96"/>
          <p:cNvPicPr preferRelativeResize="0"/>
          <p:nvPr/>
        </p:nvPicPr>
        <p:blipFill rotWithShape="1">
          <a:blip r:embed="rId3">
            <a:alphaModFix/>
          </a:blip>
          <a:srcRect b="0" l="0" r="0" t="0"/>
          <a:stretch/>
        </p:blipFill>
        <p:spPr>
          <a:xfrm>
            <a:off x="4022207" y="7248063"/>
            <a:ext cx="6879399" cy="1300375"/>
          </a:xfrm>
          <a:prstGeom prst="rect">
            <a:avLst/>
          </a:prstGeom>
          <a:noFill/>
          <a:ln>
            <a:noFill/>
          </a:ln>
        </p:spPr>
      </p:pic>
      <p:pic>
        <p:nvPicPr>
          <p:cNvPr descr="Picture 10" id="2440" name="Google Shape;2440;p96"/>
          <p:cNvPicPr preferRelativeResize="0"/>
          <p:nvPr/>
        </p:nvPicPr>
        <p:blipFill rotWithShape="1">
          <a:blip r:embed="rId4">
            <a:alphaModFix/>
          </a:blip>
          <a:srcRect b="0" l="0" r="0" t="0"/>
          <a:stretch/>
        </p:blipFill>
        <p:spPr>
          <a:xfrm>
            <a:off x="3956623" y="9973205"/>
            <a:ext cx="6735862" cy="1427773"/>
          </a:xfrm>
          <a:prstGeom prst="rect">
            <a:avLst/>
          </a:prstGeom>
          <a:noFill/>
          <a:ln>
            <a:noFill/>
          </a:ln>
        </p:spPr>
      </p:pic>
      <p:sp>
        <p:nvSpPr>
          <p:cNvPr id="2441" name="Google Shape;2441;p96"/>
          <p:cNvSpPr txBox="1"/>
          <p:nvPr>
            <p:ph idx="12" type="sldNum"/>
          </p:nvPr>
        </p:nvSpPr>
        <p:spPr>
          <a:xfrm>
            <a:off x="22630189" y="12548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442" name="Google Shape;2442;p96"/>
          <p:cNvSpPr txBox="1"/>
          <p:nvPr/>
        </p:nvSpPr>
        <p:spPr>
          <a:xfrm>
            <a:off x="20657248" y="12947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6" name="Shape 2446"/>
        <p:cNvGrpSpPr/>
        <p:nvPr/>
      </p:nvGrpSpPr>
      <p:grpSpPr>
        <a:xfrm>
          <a:off x="0" y="0"/>
          <a:ext cx="0" cy="0"/>
          <a:chOff x="0" y="0"/>
          <a:chExt cx="0" cy="0"/>
        </a:xfrm>
      </p:grpSpPr>
      <p:sp>
        <p:nvSpPr>
          <p:cNvPr id="2447" name="Google Shape;2447;p97"/>
          <p:cNvSpPr txBox="1"/>
          <p:nvPr>
            <p:ph type="title"/>
          </p:nvPr>
        </p:nvSpPr>
        <p:spPr>
          <a:xfrm>
            <a:off x="4419600" y="152400"/>
            <a:ext cx="15544800" cy="13716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000"/>
              <a:buFont typeface="Arial"/>
              <a:buNone/>
            </a:pPr>
            <a:r>
              <a:rPr lang="en-US" sz="8000"/>
              <a:t>Perspective projection</a:t>
            </a:r>
            <a:endParaRPr/>
          </a:p>
        </p:txBody>
      </p:sp>
      <p:sp>
        <p:nvSpPr>
          <p:cNvPr id="2448" name="Google Shape;2448;p97"/>
          <p:cNvSpPr/>
          <p:nvPr/>
        </p:nvSpPr>
        <p:spPr>
          <a:xfrm>
            <a:off x="5817261" y="6579017"/>
            <a:ext cx="558801" cy="55796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2449" name="Google Shape;2449;p97"/>
          <p:cNvSpPr txBox="1"/>
          <p:nvPr/>
        </p:nvSpPr>
        <p:spPr>
          <a:xfrm>
            <a:off x="3766218" y="6043426"/>
            <a:ext cx="2151825"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(0,0,0)</a:t>
            </a:r>
            <a:endParaRPr/>
          </a:p>
        </p:txBody>
      </p:sp>
      <p:cxnSp>
        <p:nvCxnSpPr>
          <p:cNvPr id="2450" name="Google Shape;2450;p97"/>
          <p:cNvCxnSpPr/>
          <p:nvPr/>
        </p:nvCxnSpPr>
        <p:spPr>
          <a:xfrm flipH="1" rot="10800000">
            <a:off x="6234973" y="3810574"/>
            <a:ext cx="13131531" cy="3081729"/>
          </a:xfrm>
          <a:prstGeom prst="straightConnector1">
            <a:avLst/>
          </a:prstGeom>
          <a:solidFill>
            <a:srgbClr val="BBE0E3"/>
          </a:solidFill>
          <a:ln cap="flat" cmpd="sng" w="25400">
            <a:solidFill>
              <a:srgbClr val="000000"/>
            </a:solidFill>
            <a:prstDash val="solid"/>
            <a:round/>
            <a:headEnd len="sm" w="sm" type="none"/>
            <a:tailEnd len="sm" w="sm" type="none"/>
          </a:ln>
        </p:spPr>
      </p:cxnSp>
      <p:cxnSp>
        <p:nvCxnSpPr>
          <p:cNvPr id="2451" name="Google Shape;2451;p97"/>
          <p:cNvCxnSpPr/>
          <p:nvPr/>
        </p:nvCxnSpPr>
        <p:spPr>
          <a:xfrm>
            <a:off x="6234934" y="6927064"/>
            <a:ext cx="15101066" cy="1"/>
          </a:xfrm>
          <a:prstGeom prst="straightConnector1">
            <a:avLst/>
          </a:prstGeom>
          <a:solidFill>
            <a:srgbClr val="BBE0E3"/>
          </a:solidFill>
          <a:ln cap="flat" cmpd="sng" w="50800">
            <a:solidFill>
              <a:srgbClr val="000000"/>
            </a:solidFill>
            <a:prstDash val="solid"/>
            <a:round/>
            <a:headEnd len="sm" w="sm" type="none"/>
            <a:tailEnd len="sm" w="sm" type="none"/>
          </a:ln>
        </p:spPr>
      </p:cxnSp>
      <p:cxnSp>
        <p:nvCxnSpPr>
          <p:cNvPr id="2452" name="Google Shape;2452;p97"/>
          <p:cNvCxnSpPr/>
          <p:nvPr/>
        </p:nvCxnSpPr>
        <p:spPr>
          <a:xfrm>
            <a:off x="18997939" y="3892348"/>
            <a:ext cx="16495" cy="3018223"/>
          </a:xfrm>
          <a:prstGeom prst="straightConnector1">
            <a:avLst/>
          </a:prstGeom>
          <a:solidFill>
            <a:srgbClr val="BBE0E3"/>
          </a:solidFill>
          <a:ln cap="flat" cmpd="sng" w="152400">
            <a:solidFill>
              <a:srgbClr val="FF0000"/>
            </a:solidFill>
            <a:prstDash val="solid"/>
            <a:round/>
            <a:headEnd len="sm" w="sm" type="none"/>
            <a:tailEnd len="sm" w="sm" type="none"/>
          </a:ln>
        </p:spPr>
      </p:cxnSp>
      <p:sp>
        <p:nvSpPr>
          <p:cNvPr id="2453" name="Google Shape;2453;p97"/>
          <p:cNvSpPr txBox="1"/>
          <p:nvPr/>
        </p:nvSpPr>
        <p:spPr>
          <a:xfrm>
            <a:off x="18775987" y="6993035"/>
            <a:ext cx="474857" cy="7013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Z</a:t>
            </a:r>
            <a:endParaRPr/>
          </a:p>
        </p:txBody>
      </p:sp>
      <p:sp>
        <p:nvSpPr>
          <p:cNvPr id="2454" name="Google Shape;2454;p97"/>
          <p:cNvSpPr txBox="1"/>
          <p:nvPr/>
        </p:nvSpPr>
        <p:spPr>
          <a:xfrm>
            <a:off x="18660529" y="3199644"/>
            <a:ext cx="500530"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Y</a:t>
            </a:r>
            <a:endParaRPr/>
          </a:p>
        </p:txBody>
      </p:sp>
      <p:sp>
        <p:nvSpPr>
          <p:cNvPr id="2455" name="Google Shape;2455;p97"/>
          <p:cNvSpPr txBox="1"/>
          <p:nvPr/>
        </p:nvSpPr>
        <p:spPr>
          <a:xfrm>
            <a:off x="18267565" y="12947010"/>
            <a:ext cx="5578070"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
        <p:nvSpPr>
          <p:cNvPr id="2456" name="Google Shape;2456;p97"/>
          <p:cNvSpPr txBox="1"/>
          <p:nvPr>
            <p:ph idx="4294967295" type="sldNum"/>
          </p:nvPr>
        </p:nvSpPr>
        <p:spPr>
          <a:xfrm>
            <a:off x="297884" y="12944576"/>
            <a:ext cx="591116" cy="577648"/>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cxnSp>
        <p:nvCxnSpPr>
          <p:cNvPr id="2457" name="Google Shape;2457;p97"/>
          <p:cNvCxnSpPr/>
          <p:nvPr/>
        </p:nvCxnSpPr>
        <p:spPr>
          <a:xfrm>
            <a:off x="10684837" y="5838522"/>
            <a:ext cx="8642" cy="973397"/>
          </a:xfrm>
          <a:prstGeom prst="straightConnector1">
            <a:avLst/>
          </a:prstGeom>
          <a:solidFill>
            <a:srgbClr val="BBE0E3"/>
          </a:solidFill>
          <a:ln cap="flat" cmpd="sng" w="152400">
            <a:solidFill>
              <a:srgbClr val="FF0000"/>
            </a:solidFill>
            <a:prstDash val="solid"/>
            <a:round/>
            <a:headEnd len="sm" w="sm" type="none"/>
            <a:tailEnd len="sm" w="sm" type="none"/>
          </a:ln>
        </p:spPr>
      </p:cxnSp>
      <p:sp>
        <p:nvSpPr>
          <p:cNvPr id="2458" name="Google Shape;2458;p97"/>
          <p:cNvSpPr/>
          <p:nvPr/>
        </p:nvSpPr>
        <p:spPr>
          <a:xfrm>
            <a:off x="10569154" y="6811919"/>
            <a:ext cx="248653" cy="226029"/>
          </a:xfrm>
          <a:prstGeom prst="ellipse">
            <a:avLst/>
          </a:prstGeom>
          <a:solidFill>
            <a:srgbClr val="FF0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2" name="Shape 2462"/>
        <p:cNvGrpSpPr/>
        <p:nvPr/>
      </p:nvGrpSpPr>
      <p:grpSpPr>
        <a:xfrm>
          <a:off x="0" y="0"/>
          <a:ext cx="0" cy="0"/>
          <a:chOff x="0" y="0"/>
          <a:chExt cx="0" cy="0"/>
        </a:xfrm>
      </p:grpSpPr>
      <p:sp>
        <p:nvSpPr>
          <p:cNvPr id="2463" name="Google Shape;2463;p98"/>
          <p:cNvSpPr txBox="1"/>
          <p:nvPr>
            <p:ph type="title"/>
          </p:nvPr>
        </p:nvSpPr>
        <p:spPr>
          <a:xfrm>
            <a:off x="4419600" y="152400"/>
            <a:ext cx="15544800" cy="13716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000"/>
              <a:buFont typeface="Arial"/>
              <a:buNone/>
            </a:pPr>
            <a:r>
              <a:rPr lang="en-US" sz="8000"/>
              <a:t>Perspective projection</a:t>
            </a:r>
            <a:endParaRPr/>
          </a:p>
        </p:txBody>
      </p:sp>
      <p:sp>
        <p:nvSpPr>
          <p:cNvPr id="2464" name="Google Shape;2464;p98"/>
          <p:cNvSpPr/>
          <p:nvPr/>
        </p:nvSpPr>
        <p:spPr>
          <a:xfrm>
            <a:off x="5817261" y="6579017"/>
            <a:ext cx="558801" cy="557966"/>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sp>
        <p:nvSpPr>
          <p:cNvPr id="2465" name="Google Shape;2465;p98"/>
          <p:cNvSpPr txBox="1"/>
          <p:nvPr/>
        </p:nvSpPr>
        <p:spPr>
          <a:xfrm>
            <a:off x="3766218" y="6043426"/>
            <a:ext cx="2151825"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(0,0,0)</a:t>
            </a:r>
            <a:endParaRPr/>
          </a:p>
        </p:txBody>
      </p:sp>
      <p:sp>
        <p:nvSpPr>
          <p:cNvPr id="2466" name="Google Shape;2466;p98"/>
          <p:cNvSpPr/>
          <p:nvPr/>
        </p:nvSpPr>
        <p:spPr>
          <a:xfrm>
            <a:off x="10569154" y="6811919"/>
            <a:ext cx="248653" cy="226029"/>
          </a:xfrm>
          <a:prstGeom prst="ellipse">
            <a:avLst/>
          </a:prstGeom>
          <a:solidFill>
            <a:srgbClr val="FF0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1" i="0" sz="3600" u="none" cap="none" strike="noStrike">
              <a:solidFill>
                <a:srgbClr val="000000"/>
              </a:solidFill>
              <a:latin typeface="Arial"/>
              <a:ea typeface="Arial"/>
              <a:cs typeface="Arial"/>
              <a:sym typeface="Arial"/>
            </a:endParaRPr>
          </a:p>
        </p:txBody>
      </p:sp>
      <p:cxnSp>
        <p:nvCxnSpPr>
          <p:cNvPr id="2467" name="Google Shape;2467;p98"/>
          <p:cNvCxnSpPr/>
          <p:nvPr/>
        </p:nvCxnSpPr>
        <p:spPr>
          <a:xfrm flipH="1" rot="10800000">
            <a:off x="6234973" y="3810574"/>
            <a:ext cx="13131531" cy="3081729"/>
          </a:xfrm>
          <a:prstGeom prst="straightConnector1">
            <a:avLst/>
          </a:prstGeom>
          <a:solidFill>
            <a:srgbClr val="BBE0E3"/>
          </a:solidFill>
          <a:ln cap="flat" cmpd="sng" w="25400">
            <a:solidFill>
              <a:srgbClr val="000000"/>
            </a:solidFill>
            <a:prstDash val="solid"/>
            <a:round/>
            <a:headEnd len="sm" w="sm" type="none"/>
            <a:tailEnd len="sm" w="sm" type="none"/>
          </a:ln>
        </p:spPr>
      </p:cxnSp>
      <p:cxnSp>
        <p:nvCxnSpPr>
          <p:cNvPr id="2468" name="Google Shape;2468;p98"/>
          <p:cNvCxnSpPr/>
          <p:nvPr/>
        </p:nvCxnSpPr>
        <p:spPr>
          <a:xfrm>
            <a:off x="6234934" y="6927064"/>
            <a:ext cx="15101066" cy="1"/>
          </a:xfrm>
          <a:prstGeom prst="straightConnector1">
            <a:avLst/>
          </a:prstGeom>
          <a:solidFill>
            <a:srgbClr val="BBE0E3"/>
          </a:solidFill>
          <a:ln cap="flat" cmpd="sng" w="50800">
            <a:solidFill>
              <a:srgbClr val="000000"/>
            </a:solidFill>
            <a:prstDash val="solid"/>
            <a:round/>
            <a:headEnd len="sm" w="sm" type="none"/>
            <a:tailEnd len="sm" w="sm" type="none"/>
          </a:ln>
        </p:spPr>
      </p:cxnSp>
      <p:cxnSp>
        <p:nvCxnSpPr>
          <p:cNvPr id="2469" name="Google Shape;2469;p98"/>
          <p:cNvCxnSpPr/>
          <p:nvPr/>
        </p:nvCxnSpPr>
        <p:spPr>
          <a:xfrm>
            <a:off x="18997939" y="3892348"/>
            <a:ext cx="16495" cy="3018223"/>
          </a:xfrm>
          <a:prstGeom prst="straightConnector1">
            <a:avLst/>
          </a:prstGeom>
          <a:solidFill>
            <a:srgbClr val="BBE0E3"/>
          </a:solidFill>
          <a:ln cap="flat" cmpd="sng" w="152400">
            <a:solidFill>
              <a:srgbClr val="FF0000"/>
            </a:solidFill>
            <a:prstDash val="solid"/>
            <a:round/>
            <a:headEnd len="sm" w="sm" type="none"/>
            <a:tailEnd len="sm" w="sm" type="none"/>
          </a:ln>
        </p:spPr>
      </p:cxnSp>
      <p:cxnSp>
        <p:nvCxnSpPr>
          <p:cNvPr id="2470" name="Google Shape;2470;p98"/>
          <p:cNvCxnSpPr/>
          <p:nvPr/>
        </p:nvCxnSpPr>
        <p:spPr>
          <a:xfrm>
            <a:off x="10684837" y="5838522"/>
            <a:ext cx="8642" cy="973397"/>
          </a:xfrm>
          <a:prstGeom prst="straightConnector1">
            <a:avLst/>
          </a:prstGeom>
          <a:solidFill>
            <a:srgbClr val="BBE0E3"/>
          </a:solidFill>
          <a:ln cap="flat" cmpd="sng" w="152400">
            <a:solidFill>
              <a:srgbClr val="FF0000"/>
            </a:solidFill>
            <a:prstDash val="solid"/>
            <a:round/>
            <a:headEnd len="sm" w="sm" type="none"/>
            <a:tailEnd len="sm" w="sm" type="none"/>
          </a:ln>
        </p:spPr>
      </p:cxnSp>
      <p:cxnSp>
        <p:nvCxnSpPr>
          <p:cNvPr id="2471" name="Google Shape;2471;p98"/>
          <p:cNvCxnSpPr/>
          <p:nvPr/>
        </p:nvCxnSpPr>
        <p:spPr>
          <a:xfrm flipH="1" rot="10800000">
            <a:off x="6090845" y="7339390"/>
            <a:ext cx="4692959" cy="7929"/>
          </a:xfrm>
          <a:prstGeom prst="straightConnector1">
            <a:avLst/>
          </a:prstGeom>
          <a:noFill/>
          <a:ln cap="flat" cmpd="sng" w="76200">
            <a:solidFill>
              <a:srgbClr val="3366FF"/>
            </a:solidFill>
            <a:prstDash val="solid"/>
            <a:round/>
            <a:headEnd len="med" w="med" type="triangle"/>
            <a:tailEnd len="med" w="med" type="triangle"/>
          </a:ln>
        </p:spPr>
      </p:cxnSp>
      <p:sp>
        <p:nvSpPr>
          <p:cNvPr id="2472" name="Google Shape;2472;p98"/>
          <p:cNvSpPr txBox="1"/>
          <p:nvPr/>
        </p:nvSpPr>
        <p:spPr>
          <a:xfrm>
            <a:off x="8211658" y="7296824"/>
            <a:ext cx="322606" cy="7013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3366FF"/>
              </a:buClr>
              <a:buSzPts val="3600"/>
              <a:buFont typeface="Arial"/>
              <a:buNone/>
            </a:pPr>
            <a:r>
              <a:rPr b="0" i="0" lang="en-US" sz="3600" u="none" cap="none" strike="noStrike">
                <a:solidFill>
                  <a:srgbClr val="3366FF"/>
                </a:solidFill>
                <a:latin typeface="Arial"/>
                <a:ea typeface="Arial"/>
                <a:cs typeface="Arial"/>
                <a:sym typeface="Arial"/>
              </a:rPr>
              <a:t>f</a:t>
            </a:r>
            <a:endParaRPr/>
          </a:p>
        </p:txBody>
      </p:sp>
      <p:sp>
        <p:nvSpPr>
          <p:cNvPr id="2473" name="Google Shape;2473;p98"/>
          <p:cNvSpPr txBox="1"/>
          <p:nvPr/>
        </p:nvSpPr>
        <p:spPr>
          <a:xfrm>
            <a:off x="18775987" y="6993035"/>
            <a:ext cx="474857" cy="7013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Z</a:t>
            </a:r>
            <a:endParaRPr/>
          </a:p>
        </p:txBody>
      </p:sp>
      <p:sp>
        <p:nvSpPr>
          <p:cNvPr id="2474" name="Google Shape;2474;p98"/>
          <p:cNvSpPr txBox="1"/>
          <p:nvPr/>
        </p:nvSpPr>
        <p:spPr>
          <a:xfrm>
            <a:off x="18660529" y="3199644"/>
            <a:ext cx="500530"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Y</a:t>
            </a:r>
            <a:endParaRPr/>
          </a:p>
        </p:txBody>
      </p:sp>
      <p:sp>
        <p:nvSpPr>
          <p:cNvPr id="2475" name="Google Shape;2475;p98"/>
          <p:cNvSpPr txBox="1"/>
          <p:nvPr/>
        </p:nvSpPr>
        <p:spPr>
          <a:xfrm>
            <a:off x="10404814" y="4955830"/>
            <a:ext cx="805479" cy="701323"/>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y ?</a:t>
            </a:r>
            <a:endParaRPr/>
          </a:p>
        </p:txBody>
      </p:sp>
      <p:grpSp>
        <p:nvGrpSpPr>
          <p:cNvPr id="2476" name="Google Shape;2476;p98"/>
          <p:cNvGrpSpPr/>
          <p:nvPr/>
        </p:nvGrpSpPr>
        <p:grpSpPr>
          <a:xfrm>
            <a:off x="7352639" y="8192714"/>
            <a:ext cx="9678723" cy="2218112"/>
            <a:chOff x="0" y="0"/>
            <a:chExt cx="9678721" cy="2218110"/>
          </a:xfrm>
        </p:grpSpPr>
        <p:sp>
          <p:nvSpPr>
            <p:cNvPr id="2477" name="Google Shape;2477;p98"/>
            <p:cNvSpPr txBox="1"/>
            <p:nvPr/>
          </p:nvSpPr>
          <p:spPr>
            <a:xfrm>
              <a:off x="3309658" y="1154510"/>
              <a:ext cx="3059405" cy="106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900"/>
                <a:buFont typeface="Helvetica Neue"/>
                <a:buNone/>
              </a:pPr>
              <a:r>
                <a:rPr b="0" i="0" lang="en-US" sz="5900" u="none" cap="none" strike="noStrike">
                  <a:solidFill>
                    <a:srgbClr val="000000"/>
                  </a:solidFill>
                  <a:latin typeface="Helvetica Neue"/>
                  <a:ea typeface="Helvetica Neue"/>
                  <a:cs typeface="Helvetica Neue"/>
                  <a:sym typeface="Helvetica Neue"/>
                </a:rPr>
                <a:t>y = f Y/Z</a:t>
              </a:r>
              <a:endParaRPr/>
            </a:p>
          </p:txBody>
        </p:sp>
        <p:sp>
          <p:nvSpPr>
            <p:cNvPr id="2478" name="Google Shape;2478;p98"/>
            <p:cNvSpPr txBox="1"/>
            <p:nvPr/>
          </p:nvSpPr>
          <p:spPr>
            <a:xfrm>
              <a:off x="0" y="0"/>
              <a:ext cx="9678721" cy="106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900"/>
                <a:buFont typeface="Helvetica Neue"/>
                <a:buNone/>
              </a:pPr>
              <a:r>
                <a:rPr b="0" i="0" lang="en-US" sz="5900" u="none" cap="none" strike="noStrike">
                  <a:solidFill>
                    <a:srgbClr val="000000"/>
                  </a:solidFill>
                  <a:latin typeface="Helvetica Neue"/>
                  <a:ea typeface="Helvetica Neue"/>
                  <a:cs typeface="Helvetica Neue"/>
                  <a:sym typeface="Helvetica Neue"/>
                </a:rPr>
                <a:t>Similar triangles: y / f = Y / Z</a:t>
              </a:r>
              <a:endParaRPr/>
            </a:p>
          </p:txBody>
        </p:sp>
      </p:grpSp>
      <p:sp>
        <p:nvSpPr>
          <p:cNvPr id="2479" name="Google Shape;2479;p98"/>
          <p:cNvSpPr txBox="1"/>
          <p:nvPr/>
        </p:nvSpPr>
        <p:spPr>
          <a:xfrm>
            <a:off x="18267565" y="12947010"/>
            <a:ext cx="5578070"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Freeman, Torralba, Isola</a:t>
            </a:r>
            <a:endParaRPr/>
          </a:p>
        </p:txBody>
      </p:sp>
      <p:sp>
        <p:nvSpPr>
          <p:cNvPr id="2480" name="Google Shape;2480;p98"/>
          <p:cNvSpPr txBox="1"/>
          <p:nvPr>
            <p:ph idx="4294967295" type="sldNum"/>
          </p:nvPr>
        </p:nvSpPr>
        <p:spPr>
          <a:xfrm>
            <a:off x="297884" y="12944576"/>
            <a:ext cx="591116" cy="577648"/>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000000"/>
              </a:buClr>
              <a:buSzPts val="2800"/>
              <a:buFont typeface="Arial"/>
              <a:buNone/>
            </a:pPr>
            <a:fld id="{00000000-1234-1234-1234-123412341234}" type="slidenum">
              <a:rPr lang="en-US" sz="2800">
                <a:latin typeface="Arial"/>
                <a:ea typeface="Arial"/>
                <a:cs typeface="Arial"/>
                <a:sym typeface="Arial"/>
              </a:rPr>
              <a:t>‹#›</a:t>
            </a:fld>
            <a:endParaRPr/>
          </a:p>
        </p:txBody>
      </p:sp>
      <p:sp>
        <p:nvSpPr>
          <p:cNvPr id="2481" name="Google Shape;2481;p98"/>
          <p:cNvSpPr txBox="1"/>
          <p:nvPr/>
        </p:nvSpPr>
        <p:spPr>
          <a:xfrm>
            <a:off x="5041340" y="11132433"/>
            <a:ext cx="14301319" cy="932588"/>
          </a:xfrm>
          <a:prstGeom prst="rect">
            <a:avLst/>
          </a:prstGeom>
          <a:noFill/>
          <a:ln>
            <a:noFill/>
          </a:ln>
        </p:spPr>
        <p:txBody>
          <a:bodyPr anchorCtr="0" anchor="ctr" bIns="50800" lIns="50800" spcFirstLastPara="1" rIns="50800" wrap="square" tIns="50800">
            <a:spAutoFit/>
          </a:bodyPr>
          <a:lstStyle/>
          <a:p>
            <a:pPr indent="0" lvl="0" marL="0" marR="0" rtl="0" algn="l">
              <a:lnSpc>
                <a:spcPct val="100000"/>
              </a:lnSpc>
              <a:spcBef>
                <a:spcPts val="0"/>
              </a:spcBef>
              <a:spcAft>
                <a:spcPts val="0"/>
              </a:spcAft>
              <a:buClr>
                <a:srgbClr val="000000"/>
              </a:buClr>
              <a:buSzPts val="5600"/>
              <a:buFont typeface="Helvetica Neue"/>
              <a:buNone/>
            </a:pPr>
            <a:r>
              <a:rPr b="0" i="0" lang="en-US" sz="5600" u="none" cap="none" strike="noStrike">
                <a:solidFill>
                  <a:srgbClr val="000000"/>
                </a:solidFill>
                <a:latin typeface="Helvetica Neue"/>
                <a:ea typeface="Helvetica Neue"/>
                <a:cs typeface="Helvetica Neue"/>
                <a:sym typeface="Helvetica Neue"/>
              </a:rPr>
              <a:t>How can we represent this more compactly?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5" name="Shape 2485"/>
        <p:cNvGrpSpPr/>
        <p:nvPr/>
      </p:nvGrpSpPr>
      <p:grpSpPr>
        <a:xfrm>
          <a:off x="0" y="0"/>
          <a:ext cx="0" cy="0"/>
          <a:chOff x="0" y="0"/>
          <a:chExt cx="0" cy="0"/>
        </a:xfrm>
      </p:grpSpPr>
      <p:sp>
        <p:nvSpPr>
          <p:cNvPr id="2486" name="Google Shape;2486;p99"/>
          <p:cNvSpPr txBox="1"/>
          <p:nvPr>
            <p:ph type="title"/>
          </p:nvPr>
        </p:nvSpPr>
        <p:spPr>
          <a:xfrm>
            <a:off x="355897" y="-85724"/>
            <a:ext cx="23672206"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6900"/>
              <a:buFont typeface="Helvetica Neue"/>
              <a:buNone/>
            </a:pPr>
            <a:r>
              <a:rPr b="0" lang="en-US" sz="6900">
                <a:latin typeface="Helvetica Neue"/>
                <a:ea typeface="Helvetica Neue"/>
                <a:cs typeface="Helvetica Neue"/>
                <a:sym typeface="Helvetica Neue"/>
              </a:rPr>
              <a:t>Homogeneous coordinates</a:t>
            </a:r>
            <a:endParaRPr/>
          </a:p>
        </p:txBody>
      </p:sp>
      <p:sp>
        <p:nvSpPr>
          <p:cNvPr id="2487" name="Google Shape;2487;p99"/>
          <p:cNvSpPr txBox="1"/>
          <p:nvPr/>
        </p:nvSpPr>
        <p:spPr>
          <a:xfrm>
            <a:off x="3901440" y="3556000"/>
            <a:ext cx="15361920" cy="919480"/>
          </a:xfrm>
          <a:prstGeom prst="rect">
            <a:avLst/>
          </a:prstGeom>
          <a:noFill/>
          <a:ln>
            <a:noFill/>
          </a:ln>
        </p:spPr>
        <p:txBody>
          <a:bodyPr anchorCtr="0" anchor="t" bIns="91425" lIns="91425" spcFirstLastPara="1" rIns="91425" wrap="square" tIns="91425">
            <a:spAutoFit/>
          </a:bodyPr>
          <a:lstStyle/>
          <a:p>
            <a:pPr indent="-685800" lvl="0" marL="685800" marR="0" rtl="0" algn="l">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Trick: add one more coordinate:</a:t>
            </a:r>
            <a:endParaRPr/>
          </a:p>
        </p:txBody>
      </p:sp>
      <p:sp>
        <p:nvSpPr>
          <p:cNvPr id="2488" name="Google Shape;2488;p99"/>
          <p:cNvSpPr txBox="1"/>
          <p:nvPr/>
        </p:nvSpPr>
        <p:spPr>
          <a:xfrm>
            <a:off x="6474267" y="6946902"/>
            <a:ext cx="6058516" cy="1656081"/>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homogeneous image </a:t>
            </a:r>
            <a:endParaRPr/>
          </a:p>
          <a:p>
            <a:pPr indent="0" lvl="0" marL="0" marR="0" rtl="0" algn="ctr">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coordinates</a:t>
            </a:r>
            <a:endParaRPr/>
          </a:p>
        </p:txBody>
      </p:sp>
      <p:sp>
        <p:nvSpPr>
          <p:cNvPr id="2489" name="Google Shape;2489;p99"/>
          <p:cNvSpPr txBox="1"/>
          <p:nvPr/>
        </p:nvSpPr>
        <p:spPr>
          <a:xfrm>
            <a:off x="4206240" y="9804400"/>
            <a:ext cx="13533120" cy="919480"/>
          </a:xfrm>
          <a:prstGeom prst="rect">
            <a:avLst/>
          </a:prstGeom>
          <a:noFill/>
          <a:ln>
            <a:noFill/>
          </a:ln>
        </p:spPr>
        <p:txBody>
          <a:bodyPr anchorCtr="0" anchor="t" bIns="91425" lIns="91425" spcFirstLastPara="1" rIns="91425" wrap="square" tIns="91425">
            <a:spAutoFit/>
          </a:bodyPr>
          <a:lstStyle/>
          <a:p>
            <a:pPr indent="-685800" lvl="0" marL="685800" marR="0" rtl="0" algn="l">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Converting </a:t>
            </a:r>
            <a:r>
              <a:rPr b="0" i="1" lang="en-US" sz="4800" u="none" cap="none" strike="noStrike">
                <a:solidFill>
                  <a:srgbClr val="000000"/>
                </a:solidFill>
                <a:latin typeface="Open Sans"/>
                <a:ea typeface="Open Sans"/>
                <a:cs typeface="Open Sans"/>
                <a:sym typeface="Open Sans"/>
              </a:rPr>
              <a:t>from</a:t>
            </a:r>
            <a:r>
              <a:rPr b="0" i="0" lang="en-US" sz="4800" u="none" cap="none" strike="noStrike">
                <a:solidFill>
                  <a:srgbClr val="000000"/>
                </a:solidFill>
                <a:latin typeface="Open Sans"/>
                <a:ea typeface="Open Sans"/>
                <a:cs typeface="Open Sans"/>
                <a:sym typeface="Open Sans"/>
              </a:rPr>
              <a:t> homogeneous coordinates</a:t>
            </a:r>
            <a:endParaRPr/>
          </a:p>
        </p:txBody>
      </p:sp>
      <p:pic>
        <p:nvPicPr>
          <p:cNvPr descr="Picture 35" id="2490" name="Google Shape;2490;p99"/>
          <p:cNvPicPr preferRelativeResize="0"/>
          <p:nvPr/>
        </p:nvPicPr>
        <p:blipFill rotWithShape="1">
          <a:blip r:embed="rId3">
            <a:alphaModFix/>
          </a:blip>
          <a:srcRect b="0" l="0" r="0" t="0"/>
          <a:stretch/>
        </p:blipFill>
        <p:spPr>
          <a:xfrm>
            <a:off x="6226178" y="4645023"/>
            <a:ext cx="3686174" cy="2070101"/>
          </a:xfrm>
          <a:prstGeom prst="rect">
            <a:avLst/>
          </a:prstGeom>
          <a:noFill/>
          <a:ln>
            <a:noFill/>
          </a:ln>
        </p:spPr>
      </p:pic>
      <p:pic>
        <p:nvPicPr>
          <p:cNvPr descr="Picture 39" id="2491" name="Google Shape;2491;p99"/>
          <p:cNvPicPr preferRelativeResize="0"/>
          <p:nvPr/>
        </p:nvPicPr>
        <p:blipFill rotWithShape="1">
          <a:blip r:embed="rId4">
            <a:alphaModFix/>
          </a:blip>
          <a:srcRect b="0" l="0" r="0" t="0"/>
          <a:stretch/>
        </p:blipFill>
        <p:spPr>
          <a:xfrm>
            <a:off x="5791200" y="10871200"/>
            <a:ext cx="5245100" cy="2070100"/>
          </a:xfrm>
          <a:prstGeom prst="rect">
            <a:avLst/>
          </a:prstGeom>
          <a:noFill/>
          <a:ln>
            <a:noFill/>
          </a:ln>
        </p:spPr>
      </p:pic>
      <p:grpSp>
        <p:nvGrpSpPr>
          <p:cNvPr id="2492" name="Google Shape;2492;p99"/>
          <p:cNvGrpSpPr/>
          <p:nvPr/>
        </p:nvGrpSpPr>
        <p:grpSpPr>
          <a:xfrm>
            <a:off x="12893040" y="2664935"/>
            <a:ext cx="7518401" cy="7233811"/>
            <a:chOff x="0" y="0"/>
            <a:chExt cx="7518400" cy="7233809"/>
          </a:xfrm>
        </p:grpSpPr>
        <p:cxnSp>
          <p:nvCxnSpPr>
            <p:cNvPr id="2493" name="Google Shape;2493;p99"/>
            <p:cNvCxnSpPr/>
            <p:nvPr/>
          </p:nvCxnSpPr>
          <p:spPr>
            <a:xfrm>
              <a:off x="2499360" y="4240688"/>
              <a:ext cx="3657601" cy="3176"/>
            </a:xfrm>
            <a:prstGeom prst="straightConnector1">
              <a:avLst/>
            </a:prstGeom>
            <a:noFill/>
            <a:ln cap="flat" cmpd="sng" w="12700">
              <a:solidFill>
                <a:srgbClr val="000000"/>
              </a:solidFill>
              <a:prstDash val="solid"/>
              <a:round/>
              <a:headEnd len="sm" w="sm" type="none"/>
              <a:tailEnd len="med" w="med" type="triangle"/>
            </a:ln>
          </p:spPr>
        </p:cxnSp>
        <p:cxnSp>
          <p:nvCxnSpPr>
            <p:cNvPr id="2494" name="Google Shape;2494;p99"/>
            <p:cNvCxnSpPr/>
            <p:nvPr/>
          </p:nvCxnSpPr>
          <p:spPr>
            <a:xfrm flipH="1" rot="10800000">
              <a:off x="2496184" y="587851"/>
              <a:ext cx="3176" cy="3659189"/>
            </a:xfrm>
            <a:prstGeom prst="straightConnector1">
              <a:avLst/>
            </a:prstGeom>
            <a:noFill/>
            <a:ln cap="flat" cmpd="sng" w="12700">
              <a:solidFill>
                <a:srgbClr val="000000"/>
              </a:solidFill>
              <a:prstDash val="solid"/>
              <a:round/>
              <a:headEnd len="sm" w="sm" type="none"/>
              <a:tailEnd len="med" w="med" type="triangle"/>
            </a:ln>
          </p:spPr>
        </p:cxnSp>
        <p:cxnSp>
          <p:nvCxnSpPr>
            <p:cNvPr id="2495" name="Google Shape;2495;p99"/>
            <p:cNvCxnSpPr/>
            <p:nvPr/>
          </p:nvCxnSpPr>
          <p:spPr>
            <a:xfrm flipH="1">
              <a:off x="365759" y="4243864"/>
              <a:ext cx="2133601" cy="2133601"/>
            </a:xfrm>
            <a:prstGeom prst="straightConnector1">
              <a:avLst/>
            </a:prstGeom>
            <a:noFill/>
            <a:ln cap="flat" cmpd="sng" w="12700">
              <a:solidFill>
                <a:srgbClr val="000000"/>
              </a:solidFill>
              <a:prstDash val="solid"/>
              <a:round/>
              <a:headEnd len="sm" w="sm" type="none"/>
              <a:tailEnd len="med" w="med" type="triangle"/>
            </a:ln>
          </p:spPr>
        </p:cxnSp>
        <p:cxnSp>
          <p:nvCxnSpPr>
            <p:cNvPr id="2496" name="Google Shape;2496;p99"/>
            <p:cNvCxnSpPr/>
            <p:nvPr/>
          </p:nvCxnSpPr>
          <p:spPr>
            <a:xfrm>
              <a:off x="6248400" y="3851979"/>
              <a:ext cx="1270000" cy="1270001"/>
            </a:xfrm>
            <a:prstGeom prst="straightConnector1">
              <a:avLst/>
            </a:prstGeom>
            <a:noFill/>
            <a:ln>
              <a:noFill/>
            </a:ln>
          </p:spPr>
        </p:cxnSp>
        <p:cxnSp>
          <p:nvCxnSpPr>
            <p:cNvPr id="2497" name="Google Shape;2497;p99"/>
            <p:cNvCxnSpPr/>
            <p:nvPr/>
          </p:nvCxnSpPr>
          <p:spPr>
            <a:xfrm>
              <a:off x="0" y="5963808"/>
              <a:ext cx="1270000" cy="1270001"/>
            </a:xfrm>
            <a:prstGeom prst="straightConnector1">
              <a:avLst/>
            </a:prstGeom>
            <a:noFill/>
            <a:ln>
              <a:noFill/>
            </a:ln>
          </p:spPr>
        </p:cxnSp>
        <p:cxnSp>
          <p:nvCxnSpPr>
            <p:cNvPr id="2498" name="Google Shape;2498;p99"/>
            <p:cNvCxnSpPr/>
            <p:nvPr/>
          </p:nvCxnSpPr>
          <p:spPr>
            <a:xfrm>
              <a:off x="2348447" y="0"/>
              <a:ext cx="1270001" cy="1270000"/>
            </a:xfrm>
            <a:prstGeom prst="straightConnector1">
              <a:avLst/>
            </a:prstGeom>
            <a:noFill/>
            <a:ln>
              <a:noFill/>
            </a:ln>
          </p:spPr>
        </p:cxnSp>
      </p:grpSp>
      <p:cxnSp>
        <p:nvCxnSpPr>
          <p:cNvPr id="2499" name="Google Shape;2499;p99"/>
          <p:cNvCxnSpPr/>
          <p:nvPr/>
        </p:nvCxnSpPr>
        <p:spPr>
          <a:xfrm flipH="1" rot="10800000">
            <a:off x="15392400" y="2336799"/>
            <a:ext cx="2286001" cy="4572002"/>
          </a:xfrm>
          <a:prstGeom prst="straightConnector1">
            <a:avLst/>
          </a:prstGeom>
          <a:noFill/>
          <a:ln cap="flat" cmpd="sng" w="76200">
            <a:solidFill>
              <a:srgbClr val="4A7EBB"/>
            </a:solidFill>
            <a:prstDash val="dash"/>
            <a:round/>
            <a:headEnd len="sm" w="sm" type="none"/>
            <a:tailEnd len="med" w="med" type="triangle"/>
          </a:ln>
        </p:spPr>
      </p:cxnSp>
      <p:sp>
        <p:nvSpPr>
          <p:cNvPr id="2500" name="Google Shape;2500;p99"/>
          <p:cNvSpPr/>
          <p:nvPr/>
        </p:nvSpPr>
        <p:spPr>
          <a:xfrm>
            <a:off x="15845245" y="5750562"/>
            <a:ext cx="182881" cy="18288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501" name="Google Shape;2501;p99"/>
          <p:cNvSpPr/>
          <p:nvPr/>
        </p:nvSpPr>
        <p:spPr>
          <a:xfrm>
            <a:off x="17582604" y="2547255"/>
            <a:ext cx="182881" cy="18288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502" name="Google Shape;2502;p99"/>
          <p:cNvSpPr txBox="1"/>
          <p:nvPr/>
        </p:nvSpPr>
        <p:spPr>
          <a:xfrm>
            <a:off x="17727031" y="1966684"/>
            <a:ext cx="1795557"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a:t>
            </a:r>
            <a:r>
              <a:rPr b="0" i="1" lang="en-US" sz="3600" u="none" cap="none" strike="noStrike">
                <a:solidFill>
                  <a:srgbClr val="000000"/>
                </a:solidFill>
                <a:latin typeface="Open Sans"/>
                <a:ea typeface="Open Sans"/>
                <a:cs typeface="Open Sans"/>
                <a:sym typeface="Open Sans"/>
              </a:rPr>
              <a:t>x</a:t>
            </a:r>
            <a:r>
              <a:rPr b="0" i="0" lang="en-US" sz="3600" u="none" cap="none" strike="noStrike">
                <a:solidFill>
                  <a:srgbClr val="000000"/>
                </a:solidFill>
                <a:latin typeface="Open Sans"/>
                <a:ea typeface="Open Sans"/>
                <a:cs typeface="Open Sans"/>
                <a:sym typeface="Open Sans"/>
              </a:rPr>
              <a:t>, </a:t>
            </a:r>
            <a:r>
              <a:rPr b="0" i="1" lang="en-US" sz="3600" u="none" cap="none" strike="noStrike">
                <a:solidFill>
                  <a:srgbClr val="000000"/>
                </a:solidFill>
                <a:latin typeface="Open Sans"/>
                <a:ea typeface="Open Sans"/>
                <a:cs typeface="Open Sans"/>
                <a:sym typeface="Open Sans"/>
              </a:rPr>
              <a:t>y</a:t>
            </a:r>
            <a:r>
              <a:rPr b="0" i="0" lang="en-US" sz="3600" u="none" cap="none" strike="noStrike">
                <a:solidFill>
                  <a:srgbClr val="000000"/>
                </a:solidFill>
                <a:latin typeface="Open Sans"/>
                <a:ea typeface="Open Sans"/>
                <a:cs typeface="Open Sans"/>
                <a:sym typeface="Open Sans"/>
              </a:rPr>
              <a:t>, </a:t>
            </a:r>
            <a:r>
              <a:rPr b="0" i="1" lang="en-US" sz="3600" u="none" cap="none" strike="noStrike">
                <a:solidFill>
                  <a:srgbClr val="000000"/>
                </a:solidFill>
                <a:latin typeface="Open Sans"/>
                <a:ea typeface="Open Sans"/>
                <a:cs typeface="Open Sans"/>
                <a:sym typeface="Open Sans"/>
              </a:rPr>
              <a:t>w</a:t>
            </a:r>
            <a:r>
              <a:rPr b="0" i="0" lang="en-US" sz="3600" u="none" cap="none" strike="noStrike">
                <a:solidFill>
                  <a:srgbClr val="000000"/>
                </a:solidFill>
                <a:latin typeface="Open Sans"/>
                <a:ea typeface="Open Sans"/>
                <a:cs typeface="Open Sans"/>
                <a:sym typeface="Open Sans"/>
              </a:rPr>
              <a:t>)</a:t>
            </a:r>
            <a:endParaRPr/>
          </a:p>
        </p:txBody>
      </p:sp>
      <p:grpSp>
        <p:nvGrpSpPr>
          <p:cNvPr id="2503" name="Google Shape;2503;p99"/>
          <p:cNvGrpSpPr/>
          <p:nvPr/>
        </p:nvGrpSpPr>
        <p:grpSpPr>
          <a:xfrm>
            <a:off x="12801600" y="4163628"/>
            <a:ext cx="7620000" cy="2365373"/>
            <a:chOff x="0" y="0"/>
            <a:chExt cx="7620000" cy="2365372"/>
          </a:xfrm>
        </p:grpSpPr>
        <p:sp>
          <p:nvSpPr>
            <p:cNvPr id="2504" name="Google Shape;2504;p99"/>
            <p:cNvSpPr/>
            <p:nvPr/>
          </p:nvSpPr>
          <p:spPr>
            <a:xfrm>
              <a:off x="0" y="0"/>
              <a:ext cx="7620000" cy="2287972"/>
            </a:xfrm>
            <a:custGeom>
              <a:rect b="b" l="l" r="r" t="t"/>
              <a:pathLst>
                <a:path extrusionOk="0" h="21600" w="21600">
                  <a:moveTo>
                    <a:pt x="0" y="21600"/>
                  </a:moveTo>
                  <a:lnTo>
                    <a:pt x="6596" y="0"/>
                  </a:lnTo>
                  <a:lnTo>
                    <a:pt x="21600" y="0"/>
                  </a:lnTo>
                  <a:lnTo>
                    <a:pt x="15004" y="21600"/>
                  </a:lnTo>
                  <a:close/>
                </a:path>
              </a:pathLst>
            </a:custGeom>
            <a:no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505" name="Google Shape;2505;p99"/>
            <p:cNvSpPr txBox="1"/>
            <p:nvPr/>
          </p:nvSpPr>
          <p:spPr>
            <a:xfrm>
              <a:off x="461555" y="1636391"/>
              <a:ext cx="1301077"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1" lang="en-US" sz="3600" u="none" cap="none" strike="noStrike">
                  <a:solidFill>
                    <a:srgbClr val="000000"/>
                  </a:solidFill>
                  <a:latin typeface="Open Sans"/>
                  <a:ea typeface="Open Sans"/>
                  <a:cs typeface="Open Sans"/>
                  <a:sym typeface="Open Sans"/>
                </a:rPr>
                <a:t>w</a:t>
              </a:r>
              <a:r>
                <a:rPr b="0" i="0" lang="en-US" sz="3600" u="none" cap="none" strike="noStrike">
                  <a:solidFill>
                    <a:srgbClr val="000000"/>
                  </a:solidFill>
                  <a:latin typeface="Open Sans"/>
                  <a:ea typeface="Open Sans"/>
                  <a:cs typeface="Open Sans"/>
                  <a:sym typeface="Open Sans"/>
                </a:rPr>
                <a:t> = 1</a:t>
              </a:r>
              <a:endParaRPr/>
            </a:p>
          </p:txBody>
        </p:sp>
      </p:grpSp>
      <p:sp>
        <p:nvSpPr>
          <p:cNvPr id="2506" name="Google Shape;2506;p99"/>
          <p:cNvSpPr txBox="1"/>
          <p:nvPr/>
        </p:nvSpPr>
        <p:spPr>
          <a:xfrm>
            <a:off x="15941772" y="5537200"/>
            <a:ext cx="2634056" cy="72898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a:t>
            </a:r>
            <a:r>
              <a:rPr b="0" i="1" lang="en-US" sz="3600" u="none" cap="none" strike="noStrike">
                <a:solidFill>
                  <a:srgbClr val="000000"/>
                </a:solidFill>
                <a:latin typeface="Open Sans"/>
                <a:ea typeface="Open Sans"/>
                <a:cs typeface="Open Sans"/>
                <a:sym typeface="Open Sans"/>
              </a:rPr>
              <a:t>x</a:t>
            </a:r>
            <a:r>
              <a:rPr b="0" i="0" lang="en-US" sz="3600" u="none" cap="none" strike="noStrike">
                <a:solidFill>
                  <a:srgbClr val="000000"/>
                </a:solidFill>
                <a:latin typeface="Open Sans"/>
                <a:ea typeface="Open Sans"/>
                <a:cs typeface="Open Sans"/>
                <a:sym typeface="Open Sans"/>
              </a:rPr>
              <a:t>/</a:t>
            </a:r>
            <a:r>
              <a:rPr b="0" i="1" lang="en-US" sz="3600" u="none" cap="none" strike="noStrike">
                <a:solidFill>
                  <a:srgbClr val="000000"/>
                </a:solidFill>
                <a:latin typeface="Open Sans"/>
                <a:ea typeface="Open Sans"/>
                <a:cs typeface="Open Sans"/>
                <a:sym typeface="Open Sans"/>
              </a:rPr>
              <a:t>w</a:t>
            </a:r>
            <a:r>
              <a:rPr b="0" i="0" lang="en-US" sz="3600" u="none" cap="none" strike="noStrike">
                <a:solidFill>
                  <a:srgbClr val="000000"/>
                </a:solidFill>
                <a:latin typeface="Open Sans"/>
                <a:ea typeface="Open Sans"/>
                <a:cs typeface="Open Sans"/>
                <a:sym typeface="Open Sans"/>
              </a:rPr>
              <a:t>, </a:t>
            </a:r>
            <a:r>
              <a:rPr b="0" i="1" lang="en-US" sz="3600" u="none" cap="none" strike="noStrike">
                <a:solidFill>
                  <a:srgbClr val="000000"/>
                </a:solidFill>
                <a:latin typeface="Open Sans"/>
                <a:ea typeface="Open Sans"/>
                <a:cs typeface="Open Sans"/>
                <a:sym typeface="Open Sans"/>
              </a:rPr>
              <a:t>y</a:t>
            </a:r>
            <a:r>
              <a:rPr b="0" i="0" lang="en-US" sz="3600" u="none" cap="none" strike="noStrike">
                <a:solidFill>
                  <a:srgbClr val="000000"/>
                </a:solidFill>
                <a:latin typeface="Open Sans"/>
                <a:ea typeface="Open Sans"/>
                <a:cs typeface="Open Sans"/>
                <a:sym typeface="Open Sans"/>
              </a:rPr>
              <a:t>/</a:t>
            </a:r>
            <a:r>
              <a:rPr b="0" i="1" lang="en-US" sz="3600" u="none" cap="none" strike="noStrike">
                <a:solidFill>
                  <a:srgbClr val="000000"/>
                </a:solidFill>
                <a:latin typeface="Open Sans"/>
                <a:ea typeface="Open Sans"/>
                <a:cs typeface="Open Sans"/>
                <a:sym typeface="Open Sans"/>
              </a:rPr>
              <a:t>w</a:t>
            </a:r>
            <a:r>
              <a:rPr b="0" i="0" lang="en-US" sz="3600" u="none" cap="none" strike="noStrike">
                <a:solidFill>
                  <a:srgbClr val="000000"/>
                </a:solidFill>
                <a:latin typeface="Open Sans"/>
                <a:ea typeface="Open Sans"/>
                <a:cs typeface="Open Sans"/>
                <a:sym typeface="Open Sans"/>
              </a:rPr>
              <a:t>, </a:t>
            </a:r>
            <a:r>
              <a:rPr b="0" i="1" lang="en-US" sz="3600" u="none" cap="none" strike="noStrike">
                <a:solidFill>
                  <a:srgbClr val="000000"/>
                </a:solidFill>
                <a:latin typeface="Open Sans"/>
                <a:ea typeface="Open Sans"/>
                <a:cs typeface="Open Sans"/>
                <a:sym typeface="Open Sans"/>
              </a:rPr>
              <a:t>1</a:t>
            </a:r>
            <a:r>
              <a:rPr b="0" i="0" lang="en-US" sz="3600" u="none" cap="none" strike="noStrike">
                <a:solidFill>
                  <a:srgbClr val="000000"/>
                </a:solidFill>
                <a:latin typeface="Open Sans"/>
                <a:ea typeface="Open Sans"/>
                <a:cs typeface="Open Sans"/>
                <a:sym typeface="Open Sans"/>
              </a:rPr>
              <a:t>)</a:t>
            </a:r>
            <a:endParaRPr/>
          </a:p>
        </p:txBody>
      </p:sp>
      <p:sp>
        <p:nvSpPr>
          <p:cNvPr id="2507" name="Google Shape;2507;p99"/>
          <p:cNvSpPr txBox="1"/>
          <p:nvPr/>
        </p:nvSpPr>
        <p:spPr>
          <a:xfrm>
            <a:off x="17617440" y="3600070"/>
            <a:ext cx="3418380" cy="6146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Open Sans"/>
                <a:cs typeface="Open Sans"/>
                <a:sym typeface="Open Sans"/>
              </a:rPr>
              <a:t>homogeneous plane</a:t>
            </a:r>
            <a:endParaRPr/>
          </a:p>
        </p:txBody>
      </p:sp>
      <p:sp>
        <p:nvSpPr>
          <p:cNvPr id="2508" name="Google Shape;2508;p99"/>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509" name="Google Shape;2509;p99"/>
          <p:cNvSpPr txBox="1"/>
          <p:nvPr/>
        </p:nvSpPr>
        <p:spPr>
          <a:xfrm>
            <a:off x="20657248" y="12947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3" name="Shape 2513"/>
        <p:cNvGrpSpPr/>
        <p:nvPr/>
      </p:nvGrpSpPr>
      <p:grpSpPr>
        <a:xfrm>
          <a:off x="0" y="0"/>
          <a:ext cx="0" cy="0"/>
          <a:chOff x="0" y="0"/>
          <a:chExt cx="0" cy="0"/>
        </a:xfrm>
      </p:grpSpPr>
      <p:sp>
        <p:nvSpPr>
          <p:cNvPr id="2514" name="Google Shape;2514;p100"/>
          <p:cNvSpPr txBox="1"/>
          <p:nvPr>
            <p:ph type="title"/>
          </p:nvPr>
        </p:nvSpPr>
        <p:spPr>
          <a:xfrm>
            <a:off x="1162049" y="568908"/>
            <a:ext cx="21945601"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6951"/>
              <a:buFont typeface="Helvetica Neue"/>
              <a:buNone/>
            </a:pPr>
            <a:r>
              <a:rPr b="0" lang="en-US" sz="6951">
                <a:latin typeface="Helvetica Neue"/>
                <a:ea typeface="Helvetica Neue"/>
                <a:cs typeface="Helvetica Neue"/>
                <a:sym typeface="Helvetica Neue"/>
              </a:rPr>
              <a:t>Application: translation with homogeneous coordinates</a:t>
            </a:r>
            <a:endParaRPr/>
          </a:p>
        </p:txBody>
      </p:sp>
      <p:sp>
        <p:nvSpPr>
          <p:cNvPr id="2515" name="Google Shape;2515;p100"/>
          <p:cNvSpPr txBox="1"/>
          <p:nvPr>
            <p:ph idx="1" type="body"/>
          </p:nvPr>
        </p:nvSpPr>
        <p:spPr>
          <a:xfrm>
            <a:off x="1219200" y="3200402"/>
            <a:ext cx="21945600" cy="9051926"/>
          </a:xfrm>
          <a:prstGeom prst="rect">
            <a:avLst/>
          </a:prstGeom>
          <a:noFill/>
          <a:ln>
            <a:noFill/>
          </a:ln>
        </p:spPr>
        <p:txBody>
          <a:bodyPr anchorCtr="0" anchor="t" bIns="91425" lIns="91425" spcFirstLastPara="1" rIns="91425" wrap="square" tIns="91425">
            <a:normAutofit/>
          </a:bodyPr>
          <a:lstStyle/>
          <a:p>
            <a:pPr indent="-279400" lvl="0" marL="685800" rtl="0" algn="l">
              <a:lnSpc>
                <a:spcPct val="100000"/>
              </a:lnSpc>
              <a:spcBef>
                <a:spcPts val="0"/>
              </a:spcBef>
              <a:spcAft>
                <a:spcPts val="0"/>
              </a:spcAft>
              <a:buClr>
                <a:srgbClr val="000000"/>
              </a:buClr>
              <a:buSzPts val="6400"/>
              <a:buNone/>
            </a:pPr>
            <a:r>
              <a:t/>
            </a:r>
            <a:endParaRPr sz="6400">
              <a:latin typeface="Open Sans"/>
              <a:ea typeface="Open Sans"/>
              <a:cs typeface="Open Sans"/>
              <a:sym typeface="Open Sans"/>
            </a:endParaRPr>
          </a:p>
        </p:txBody>
      </p:sp>
      <p:pic>
        <p:nvPicPr>
          <p:cNvPr descr="Picture 3" id="2516" name="Google Shape;2516;p100"/>
          <p:cNvPicPr preferRelativeResize="0"/>
          <p:nvPr/>
        </p:nvPicPr>
        <p:blipFill rotWithShape="1">
          <a:blip r:embed="rId3">
            <a:alphaModFix/>
          </a:blip>
          <a:srcRect b="0" l="0" r="0" t="0"/>
          <a:stretch/>
        </p:blipFill>
        <p:spPr>
          <a:xfrm>
            <a:off x="5171852" y="5551716"/>
            <a:ext cx="7291156" cy="3352801"/>
          </a:xfrm>
          <a:prstGeom prst="rect">
            <a:avLst/>
          </a:prstGeom>
          <a:noFill/>
          <a:ln>
            <a:noFill/>
          </a:ln>
        </p:spPr>
      </p:pic>
      <p:pic>
        <p:nvPicPr>
          <p:cNvPr descr="Picture 4" id="2517" name="Google Shape;2517;p100"/>
          <p:cNvPicPr preferRelativeResize="0"/>
          <p:nvPr/>
        </p:nvPicPr>
        <p:blipFill rotWithShape="1">
          <a:blip r:embed="rId4">
            <a:alphaModFix/>
          </a:blip>
          <a:srcRect b="0" l="0" r="0" t="0"/>
          <a:stretch/>
        </p:blipFill>
        <p:spPr>
          <a:xfrm>
            <a:off x="5546271" y="9383434"/>
            <a:ext cx="13177157" cy="3527077"/>
          </a:xfrm>
          <a:prstGeom prst="rect">
            <a:avLst/>
          </a:prstGeom>
          <a:noFill/>
          <a:ln>
            <a:noFill/>
          </a:ln>
        </p:spPr>
      </p:pic>
      <p:sp>
        <p:nvSpPr>
          <p:cNvPr id="2518" name="Google Shape;2518;p100"/>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519" name="Google Shape;2519;p100"/>
          <p:cNvSpPr txBox="1"/>
          <p:nvPr/>
        </p:nvSpPr>
        <p:spPr>
          <a:xfrm>
            <a:off x="20657248" y="12947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3" name="Shape 2523"/>
        <p:cNvGrpSpPr/>
        <p:nvPr/>
      </p:nvGrpSpPr>
      <p:grpSpPr>
        <a:xfrm>
          <a:off x="0" y="0"/>
          <a:ext cx="0" cy="0"/>
          <a:chOff x="0" y="0"/>
          <a:chExt cx="0" cy="0"/>
        </a:xfrm>
      </p:grpSpPr>
      <p:sp>
        <p:nvSpPr>
          <p:cNvPr id="2524" name="Google Shape;2524;p101"/>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a:latin typeface="Helvetica Neue"/>
                <a:ea typeface="Helvetica Neue"/>
                <a:cs typeface="Helvetica Neue"/>
                <a:sym typeface="Helvetica Neue"/>
              </a:rPr>
              <a:t>Affine transformations</a:t>
            </a:r>
            <a:endParaRPr/>
          </a:p>
        </p:txBody>
      </p:sp>
      <p:pic>
        <p:nvPicPr>
          <p:cNvPr descr="Picture 3" id="2525" name="Google Shape;2525;p101"/>
          <p:cNvPicPr preferRelativeResize="0"/>
          <p:nvPr/>
        </p:nvPicPr>
        <p:blipFill rotWithShape="1">
          <a:blip r:embed="rId3">
            <a:alphaModFix/>
          </a:blip>
          <a:srcRect b="0" l="0" r="0" t="0"/>
          <a:stretch/>
        </p:blipFill>
        <p:spPr>
          <a:xfrm>
            <a:off x="5171852" y="5551716"/>
            <a:ext cx="7291156" cy="3352801"/>
          </a:xfrm>
          <a:prstGeom prst="rect">
            <a:avLst/>
          </a:prstGeom>
          <a:noFill/>
          <a:ln>
            <a:noFill/>
          </a:ln>
        </p:spPr>
      </p:pic>
      <p:sp>
        <p:nvSpPr>
          <p:cNvPr id="2526" name="Google Shape;2526;p101"/>
          <p:cNvSpPr/>
          <p:nvPr/>
        </p:nvSpPr>
        <p:spPr>
          <a:xfrm>
            <a:off x="7924800" y="7794173"/>
            <a:ext cx="3810000" cy="849085"/>
          </a:xfrm>
          <a:prstGeom prst="rect">
            <a:avLst/>
          </a:prstGeom>
          <a:solidFill>
            <a:srgbClr val="FFFF00">
              <a:alpha val="44705"/>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527" name="Google Shape;2527;p101"/>
          <p:cNvSpPr/>
          <p:nvPr/>
        </p:nvSpPr>
        <p:spPr>
          <a:xfrm flipH="1">
            <a:off x="12692743" y="7794172"/>
            <a:ext cx="914401" cy="805545"/>
          </a:xfrm>
          <a:prstGeom prst="rightArrow">
            <a:avLst>
              <a:gd fmla="val 50000" name="adj1"/>
              <a:gd fmla="val 50000" name="adj2"/>
            </a:avLst>
          </a:prstGeom>
          <a:solidFill>
            <a:srgbClr val="4F81BD"/>
          </a:solidFill>
          <a:ln cap="flat" cmpd="sng" w="50800">
            <a:solidFill>
              <a:srgbClr val="3A5E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528" name="Google Shape;2528;p101"/>
          <p:cNvSpPr txBox="1"/>
          <p:nvPr/>
        </p:nvSpPr>
        <p:spPr>
          <a:xfrm>
            <a:off x="13959839" y="6912432"/>
            <a:ext cx="8067217" cy="20116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Open Sans"/>
              <a:buNone/>
            </a:pPr>
            <a:r>
              <a:rPr b="0" i="0" lang="en-US" sz="4000" u="none" cap="none" strike="noStrike">
                <a:solidFill>
                  <a:srgbClr val="000000"/>
                </a:solidFill>
                <a:latin typeface="Open Sans"/>
                <a:ea typeface="Open Sans"/>
                <a:cs typeface="Open Sans"/>
                <a:sym typeface="Open Sans"/>
              </a:rPr>
              <a:t>any transformation represented by a 3x3 matrix with last row [ 0 0 1 ] we call an </a:t>
            </a:r>
            <a:r>
              <a:rPr b="0" i="1" lang="en-US" sz="4000" u="none" cap="none" strike="noStrike">
                <a:solidFill>
                  <a:srgbClr val="000000"/>
                </a:solidFill>
                <a:latin typeface="Open Sans"/>
                <a:ea typeface="Open Sans"/>
                <a:cs typeface="Open Sans"/>
                <a:sym typeface="Open Sans"/>
              </a:rPr>
              <a:t>affine</a:t>
            </a:r>
            <a:r>
              <a:rPr b="0" i="0" lang="en-US" sz="4000" u="none" cap="none" strike="noStrike">
                <a:solidFill>
                  <a:srgbClr val="000000"/>
                </a:solidFill>
                <a:latin typeface="Open Sans"/>
                <a:ea typeface="Open Sans"/>
                <a:cs typeface="Open Sans"/>
                <a:sym typeface="Open Sans"/>
              </a:rPr>
              <a:t> transformation</a:t>
            </a:r>
            <a:endParaRPr/>
          </a:p>
        </p:txBody>
      </p:sp>
      <p:pic>
        <p:nvPicPr>
          <p:cNvPr descr="Picture 2" id="2529" name="Google Shape;2529;p101"/>
          <p:cNvPicPr preferRelativeResize="0"/>
          <p:nvPr/>
        </p:nvPicPr>
        <p:blipFill rotWithShape="1">
          <a:blip r:embed="rId4">
            <a:alphaModFix/>
          </a:blip>
          <a:srcRect b="0" l="0" r="0" t="0"/>
          <a:stretch/>
        </p:blipFill>
        <p:spPr>
          <a:xfrm>
            <a:off x="13868398" y="9940307"/>
            <a:ext cx="5040089" cy="3451369"/>
          </a:xfrm>
          <a:prstGeom prst="rect">
            <a:avLst/>
          </a:prstGeom>
          <a:noFill/>
          <a:ln>
            <a:noFill/>
          </a:ln>
        </p:spPr>
      </p:pic>
      <p:sp>
        <p:nvSpPr>
          <p:cNvPr id="2530" name="Google Shape;2530;p101"/>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531" name="Google Shape;2531;p101"/>
          <p:cNvSpPr txBox="1"/>
          <p:nvPr/>
        </p:nvSpPr>
        <p:spPr>
          <a:xfrm>
            <a:off x="20657248" y="12947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5" name="Shape 2535"/>
        <p:cNvGrpSpPr/>
        <p:nvPr/>
      </p:nvGrpSpPr>
      <p:grpSpPr>
        <a:xfrm>
          <a:off x="0" y="0"/>
          <a:ext cx="0" cy="0"/>
          <a:chOff x="0" y="0"/>
          <a:chExt cx="0" cy="0"/>
        </a:xfrm>
      </p:grpSpPr>
      <p:sp>
        <p:nvSpPr>
          <p:cNvPr id="2536" name="Google Shape;2536;p102"/>
          <p:cNvSpPr txBox="1"/>
          <p:nvPr>
            <p:ph type="title"/>
          </p:nvPr>
        </p:nvSpPr>
        <p:spPr>
          <a:xfrm>
            <a:off x="1219200" y="391000"/>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a:latin typeface="Helvetica Neue"/>
                <a:ea typeface="Helvetica Neue"/>
                <a:cs typeface="Helvetica Neue"/>
                <a:sym typeface="Helvetica Neue"/>
              </a:rPr>
              <a:t>Examples of Affine Transformations</a:t>
            </a:r>
            <a:endParaRPr/>
          </a:p>
        </p:txBody>
      </p:sp>
      <p:pic>
        <p:nvPicPr>
          <p:cNvPr descr="Object 4" id="2537" name="Google Shape;2537;p102"/>
          <p:cNvPicPr preferRelativeResize="0"/>
          <p:nvPr/>
        </p:nvPicPr>
        <p:blipFill rotWithShape="1">
          <a:blip r:embed="rId3">
            <a:alphaModFix/>
          </a:blip>
          <a:srcRect b="0" l="0" r="0" t="0"/>
          <a:stretch/>
        </p:blipFill>
        <p:spPr>
          <a:xfrm>
            <a:off x="5181600" y="7794152"/>
            <a:ext cx="5737224" cy="2200277"/>
          </a:xfrm>
          <a:prstGeom prst="rect">
            <a:avLst/>
          </a:prstGeom>
          <a:noFill/>
          <a:ln>
            <a:noFill/>
          </a:ln>
        </p:spPr>
      </p:pic>
      <p:pic>
        <p:nvPicPr>
          <p:cNvPr descr="Object 5" id="2538" name="Google Shape;2538;p102"/>
          <p:cNvPicPr preferRelativeResize="0"/>
          <p:nvPr/>
        </p:nvPicPr>
        <p:blipFill rotWithShape="1">
          <a:blip r:embed="rId4">
            <a:alphaModFix/>
          </a:blip>
          <a:srcRect b="0" l="0" r="0" t="0"/>
          <a:stretch/>
        </p:blipFill>
        <p:spPr>
          <a:xfrm>
            <a:off x="5737223" y="4133851"/>
            <a:ext cx="4203701" cy="2203451"/>
          </a:xfrm>
          <a:prstGeom prst="rect">
            <a:avLst/>
          </a:prstGeom>
          <a:noFill/>
          <a:ln>
            <a:noFill/>
          </a:ln>
        </p:spPr>
      </p:pic>
      <p:pic>
        <p:nvPicPr>
          <p:cNvPr descr="Object 6" id="2539" name="Google Shape;2539;p102"/>
          <p:cNvPicPr preferRelativeResize="0"/>
          <p:nvPr/>
        </p:nvPicPr>
        <p:blipFill rotWithShape="1">
          <a:blip r:embed="rId5">
            <a:alphaModFix/>
          </a:blip>
          <a:srcRect b="0" l="0" r="0" t="0"/>
          <a:stretch/>
        </p:blipFill>
        <p:spPr>
          <a:xfrm>
            <a:off x="13601701" y="7794153"/>
            <a:ext cx="5045075" cy="2241551"/>
          </a:xfrm>
          <a:prstGeom prst="rect">
            <a:avLst/>
          </a:prstGeom>
          <a:noFill/>
          <a:ln>
            <a:noFill/>
          </a:ln>
        </p:spPr>
      </p:pic>
      <p:sp>
        <p:nvSpPr>
          <p:cNvPr id="2540" name="Google Shape;2540;p102"/>
          <p:cNvSpPr txBox="1"/>
          <p:nvPr/>
        </p:nvSpPr>
        <p:spPr>
          <a:xfrm>
            <a:off x="6550598" y="6383837"/>
            <a:ext cx="26082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Translate</a:t>
            </a:r>
            <a:endParaRPr/>
          </a:p>
        </p:txBody>
      </p:sp>
      <p:sp>
        <p:nvSpPr>
          <p:cNvPr id="2541" name="Google Shape;2541;p102"/>
          <p:cNvSpPr txBox="1"/>
          <p:nvPr/>
        </p:nvSpPr>
        <p:spPr>
          <a:xfrm>
            <a:off x="5866468" y="10035702"/>
            <a:ext cx="4185812" cy="728981"/>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2D </a:t>
            </a:r>
            <a:r>
              <a:rPr b="0" i="1" lang="en-US" sz="3600" u="none" cap="none" strike="noStrike">
                <a:solidFill>
                  <a:srgbClr val="000000"/>
                </a:solidFill>
                <a:latin typeface="Open Sans"/>
                <a:ea typeface="Open Sans"/>
                <a:cs typeface="Open Sans"/>
                <a:sym typeface="Open Sans"/>
              </a:rPr>
              <a:t>in-plane </a:t>
            </a:r>
            <a:r>
              <a:rPr b="0" i="0" lang="en-US" sz="3600" u="none" cap="none" strike="noStrike">
                <a:solidFill>
                  <a:srgbClr val="000000"/>
                </a:solidFill>
                <a:latin typeface="Open Sans"/>
                <a:ea typeface="Open Sans"/>
                <a:cs typeface="Open Sans"/>
                <a:sym typeface="Open Sans"/>
              </a:rPr>
              <a:t>rotation</a:t>
            </a:r>
            <a:endParaRPr/>
          </a:p>
        </p:txBody>
      </p:sp>
      <p:sp>
        <p:nvSpPr>
          <p:cNvPr id="2542" name="Google Shape;2542;p102"/>
          <p:cNvSpPr txBox="1"/>
          <p:nvPr/>
        </p:nvSpPr>
        <p:spPr>
          <a:xfrm>
            <a:off x="15098361" y="10035702"/>
            <a:ext cx="1415600" cy="728981"/>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Shear</a:t>
            </a:r>
            <a:endParaRPr/>
          </a:p>
        </p:txBody>
      </p:sp>
      <p:pic>
        <p:nvPicPr>
          <p:cNvPr descr="Object 10" id="2543" name="Google Shape;2543;p102"/>
          <p:cNvPicPr preferRelativeResize="0"/>
          <p:nvPr/>
        </p:nvPicPr>
        <p:blipFill rotWithShape="1">
          <a:blip r:embed="rId6">
            <a:alphaModFix/>
          </a:blip>
          <a:srcRect b="0" l="0" r="0" t="0"/>
          <a:stretch/>
        </p:blipFill>
        <p:spPr>
          <a:xfrm>
            <a:off x="13601701" y="4114801"/>
            <a:ext cx="4565651" cy="2241551"/>
          </a:xfrm>
          <a:prstGeom prst="rect">
            <a:avLst/>
          </a:prstGeom>
          <a:noFill/>
          <a:ln>
            <a:noFill/>
          </a:ln>
        </p:spPr>
      </p:pic>
      <p:sp>
        <p:nvSpPr>
          <p:cNvPr id="2544" name="Google Shape;2544;p102"/>
          <p:cNvSpPr txBox="1"/>
          <p:nvPr/>
        </p:nvSpPr>
        <p:spPr>
          <a:xfrm>
            <a:off x="15093062" y="6400800"/>
            <a:ext cx="1339251" cy="72898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Scale</a:t>
            </a:r>
            <a:endParaRPr/>
          </a:p>
        </p:txBody>
      </p:sp>
      <p:sp>
        <p:nvSpPr>
          <p:cNvPr id="2545" name="Google Shape;2545;p102"/>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546" name="Google Shape;2546;p102"/>
          <p:cNvSpPr txBox="1"/>
          <p:nvPr/>
        </p:nvSpPr>
        <p:spPr>
          <a:xfrm>
            <a:off x="20657248" y="12947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0" name="Shape 2550"/>
        <p:cNvGrpSpPr/>
        <p:nvPr/>
      </p:nvGrpSpPr>
      <p:grpSpPr>
        <a:xfrm>
          <a:off x="0" y="0"/>
          <a:ext cx="0" cy="0"/>
          <a:chOff x="0" y="0"/>
          <a:chExt cx="0" cy="0"/>
        </a:xfrm>
      </p:grpSpPr>
      <p:sp>
        <p:nvSpPr>
          <p:cNvPr id="2551" name="Google Shape;2551;p105"/>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a:latin typeface="Helvetica Neue"/>
                <a:ea typeface="Helvetica Neue"/>
                <a:cs typeface="Helvetica Neue"/>
                <a:sym typeface="Helvetica Neue"/>
              </a:rPr>
              <a:t>Perspective Projection</a:t>
            </a:r>
            <a:endParaRPr/>
          </a:p>
        </p:txBody>
      </p:sp>
      <p:sp>
        <p:nvSpPr>
          <p:cNvPr id="2552" name="Google Shape;2552;p105"/>
          <p:cNvSpPr txBox="1"/>
          <p:nvPr>
            <p:ph idx="1" type="body"/>
          </p:nvPr>
        </p:nvSpPr>
        <p:spPr>
          <a:xfrm>
            <a:off x="2743200" y="4114800"/>
            <a:ext cx="19050000" cy="1066800"/>
          </a:xfrm>
          <a:prstGeom prst="rect">
            <a:avLst/>
          </a:prstGeom>
          <a:noFill/>
          <a:ln>
            <a:noFill/>
          </a:ln>
        </p:spPr>
        <p:txBody>
          <a:bodyPr anchorCtr="0" anchor="t" bIns="91425" lIns="91425" spcFirstLastPara="1" rIns="91425" wrap="square" tIns="91425">
            <a:normAutofit/>
          </a:bodyPr>
          <a:lstStyle/>
          <a:p>
            <a:pPr indent="-685800" lvl="0" marL="685800" marR="0" rtl="0" algn="l">
              <a:lnSpc>
                <a:spcPct val="100000"/>
              </a:lnSpc>
              <a:spcBef>
                <a:spcPts val="0"/>
              </a:spcBef>
              <a:spcAft>
                <a:spcPts val="0"/>
              </a:spcAft>
              <a:buClr>
                <a:srgbClr val="000000"/>
              </a:buClr>
              <a:buSzPts val="4800"/>
              <a:buFont typeface="Arial"/>
              <a:buNone/>
            </a:pPr>
            <a:r>
              <a:rPr lang="en-US" sz="4800"/>
              <a:t>Projection is a matrix multiply using homogeneous coordinates:</a:t>
            </a:r>
            <a:endParaRPr/>
          </a:p>
        </p:txBody>
      </p:sp>
      <p:sp>
        <p:nvSpPr>
          <p:cNvPr id="2553" name="Google Shape;2553;p105"/>
          <p:cNvSpPr txBox="1"/>
          <p:nvPr/>
        </p:nvSpPr>
        <p:spPr>
          <a:xfrm>
            <a:off x="2987039" y="9601200"/>
            <a:ext cx="20238721" cy="2685289"/>
          </a:xfrm>
          <a:prstGeom prst="rect">
            <a:avLst/>
          </a:prstGeom>
          <a:noFill/>
          <a:ln>
            <a:noFill/>
          </a:ln>
        </p:spPr>
        <p:txBody>
          <a:bodyPr anchorCtr="0" anchor="t" bIns="91425" lIns="91425" spcFirstLastPara="1" rIns="91425" wrap="square" tIns="91425">
            <a:spAutoFit/>
          </a:bodyPr>
          <a:lstStyle/>
          <a:p>
            <a:pPr indent="-685800" lvl="0" marL="685800" marR="0" rtl="0" algn="l">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This is known as </a:t>
            </a:r>
            <a:r>
              <a:rPr b="1" i="0" lang="en-US" sz="4800" u="none" cap="none" strike="noStrike">
                <a:solidFill>
                  <a:srgbClr val="000000"/>
                </a:solidFill>
                <a:latin typeface="Open Sans"/>
                <a:ea typeface="Open Sans"/>
                <a:cs typeface="Open Sans"/>
                <a:sym typeface="Open Sans"/>
              </a:rPr>
              <a:t>perspective projection</a:t>
            </a:r>
            <a:endParaRPr b="1" i="0" sz="3000" u="none" cap="none" strike="noStrike">
              <a:solidFill>
                <a:srgbClr val="000000"/>
              </a:solidFill>
              <a:latin typeface="Helvetica Neue"/>
              <a:ea typeface="Helvetica Neue"/>
              <a:cs typeface="Helvetica Neue"/>
              <a:sym typeface="Helvetica Neue"/>
            </a:endParaRPr>
          </a:p>
          <a:p>
            <a:pPr indent="-571500" lvl="1" marL="1028700" marR="0" rtl="0" algn="l">
              <a:lnSpc>
                <a:spcPct val="100000"/>
              </a:lnSpc>
              <a:spcBef>
                <a:spcPts val="1100"/>
              </a:spcBef>
              <a:spcAft>
                <a:spcPts val="0"/>
              </a:spcAft>
              <a:buClr>
                <a:srgbClr val="000000"/>
              </a:buClr>
              <a:buSzPts val="4800"/>
              <a:buFont typeface="Open Sans"/>
              <a:buChar char="•"/>
            </a:pPr>
            <a:r>
              <a:rPr b="0" i="0" lang="en-US" sz="4800" u="none" cap="none" strike="noStrike">
                <a:solidFill>
                  <a:srgbClr val="000000"/>
                </a:solidFill>
                <a:latin typeface="Open Sans"/>
                <a:ea typeface="Open Sans"/>
                <a:cs typeface="Open Sans"/>
                <a:sym typeface="Open Sans"/>
              </a:rPr>
              <a:t>The matrix is the </a:t>
            </a:r>
            <a:r>
              <a:rPr b="1" i="0" lang="en-US" sz="4800" u="none" cap="none" strike="noStrike">
                <a:solidFill>
                  <a:srgbClr val="000000"/>
                </a:solidFill>
                <a:latin typeface="Open Sans"/>
                <a:ea typeface="Open Sans"/>
                <a:cs typeface="Open Sans"/>
                <a:sym typeface="Open Sans"/>
              </a:rPr>
              <a:t>projection matrix</a:t>
            </a:r>
            <a:endParaRPr b="1" i="0" sz="3000" u="none" cap="none" strike="noStrike">
              <a:solidFill>
                <a:srgbClr val="000000"/>
              </a:solidFill>
              <a:latin typeface="Helvetica Neue"/>
              <a:ea typeface="Helvetica Neue"/>
              <a:cs typeface="Helvetica Neue"/>
              <a:sym typeface="Helvetica Neue"/>
            </a:endParaRPr>
          </a:p>
        </p:txBody>
      </p:sp>
      <p:pic>
        <p:nvPicPr>
          <p:cNvPr descr="Picture 6" id="2554" name="Google Shape;2554;p105"/>
          <p:cNvPicPr preferRelativeResize="0"/>
          <p:nvPr/>
        </p:nvPicPr>
        <p:blipFill rotWithShape="1">
          <a:blip r:embed="rId3">
            <a:alphaModFix/>
          </a:blip>
          <a:srcRect b="0" l="0" r="0" t="0"/>
          <a:stretch/>
        </p:blipFill>
        <p:spPr>
          <a:xfrm>
            <a:off x="5943600" y="5090719"/>
            <a:ext cx="7886697" cy="2944009"/>
          </a:xfrm>
          <a:prstGeom prst="rect">
            <a:avLst/>
          </a:prstGeom>
          <a:noFill/>
          <a:ln>
            <a:noFill/>
          </a:ln>
        </p:spPr>
      </p:pic>
      <p:grpSp>
        <p:nvGrpSpPr>
          <p:cNvPr id="2555" name="Google Shape;2555;p105"/>
          <p:cNvGrpSpPr/>
          <p:nvPr/>
        </p:nvGrpSpPr>
        <p:grpSpPr>
          <a:xfrm>
            <a:off x="11902444" y="5928898"/>
            <a:ext cx="6319133" cy="3113504"/>
            <a:chOff x="0" y="0"/>
            <a:chExt cx="6319132" cy="3113503"/>
          </a:xfrm>
        </p:grpSpPr>
        <p:cxnSp>
          <p:nvCxnSpPr>
            <p:cNvPr id="2556" name="Google Shape;2556;p105"/>
            <p:cNvCxnSpPr/>
            <p:nvPr/>
          </p:nvCxnSpPr>
          <p:spPr>
            <a:xfrm>
              <a:off x="0" y="1843502"/>
              <a:ext cx="1270000" cy="1270001"/>
            </a:xfrm>
            <a:prstGeom prst="straightConnector1">
              <a:avLst/>
            </a:prstGeom>
            <a:noFill/>
            <a:ln>
              <a:noFill/>
            </a:ln>
          </p:spPr>
        </p:cxnSp>
        <p:pic>
          <p:nvPicPr>
            <p:cNvPr descr="Picture 8" id="2557" name="Google Shape;2557;p105"/>
            <p:cNvPicPr preferRelativeResize="0"/>
            <p:nvPr/>
          </p:nvPicPr>
          <p:blipFill rotWithShape="1">
            <a:blip r:embed="rId4">
              <a:alphaModFix/>
            </a:blip>
            <a:srcRect b="0" l="0" r="0" t="0"/>
            <a:stretch/>
          </p:blipFill>
          <p:spPr>
            <a:xfrm>
              <a:off x="2356731" y="0"/>
              <a:ext cx="3962401" cy="1420052"/>
            </a:xfrm>
            <a:prstGeom prst="rect">
              <a:avLst/>
            </a:prstGeom>
            <a:noFill/>
            <a:ln>
              <a:noFill/>
            </a:ln>
          </p:spPr>
        </p:pic>
      </p:grpSp>
      <p:sp>
        <p:nvSpPr>
          <p:cNvPr id="2558" name="Google Shape;2558;p105"/>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559" name="Google Shape;2559;p105"/>
          <p:cNvSpPr txBox="1"/>
          <p:nvPr/>
        </p:nvSpPr>
        <p:spPr>
          <a:xfrm>
            <a:off x="20657248" y="13074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2560" name="Google Shape;2560;p105"/>
          <p:cNvSpPr txBox="1"/>
          <p:nvPr/>
        </p:nvSpPr>
        <p:spPr>
          <a:xfrm>
            <a:off x="15535625" y="7927250"/>
            <a:ext cx="89004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5200">
                <a:latin typeface="Helvetica Neue"/>
                <a:ea typeface="Helvetica Neue"/>
                <a:cs typeface="Helvetica Neue"/>
                <a:sym typeface="Helvetica Neue"/>
              </a:rPr>
              <a:t>divide by third coordinate</a:t>
            </a:r>
            <a:endParaRPr sz="5200">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4" name="Shape 2564"/>
        <p:cNvGrpSpPr/>
        <p:nvPr/>
      </p:nvGrpSpPr>
      <p:grpSpPr>
        <a:xfrm>
          <a:off x="0" y="0"/>
          <a:ext cx="0" cy="0"/>
          <a:chOff x="0" y="0"/>
          <a:chExt cx="0" cy="0"/>
        </a:xfrm>
      </p:grpSpPr>
      <p:sp>
        <p:nvSpPr>
          <p:cNvPr id="2565" name="Google Shape;2565;p106"/>
          <p:cNvSpPr txBox="1"/>
          <p:nvPr>
            <p:ph type="title"/>
          </p:nvPr>
        </p:nvSpPr>
        <p:spPr>
          <a:xfrm>
            <a:off x="3962400" y="363939"/>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a:latin typeface="Helvetica Neue"/>
                <a:ea typeface="Helvetica Neue"/>
                <a:cs typeface="Helvetica Neue"/>
                <a:sym typeface="Helvetica Neue"/>
              </a:rPr>
              <a:t>Perspective Projection</a:t>
            </a:r>
            <a:endParaRPr/>
          </a:p>
        </p:txBody>
      </p:sp>
      <p:sp>
        <p:nvSpPr>
          <p:cNvPr id="2566" name="Google Shape;2566;p106"/>
          <p:cNvSpPr txBox="1"/>
          <p:nvPr>
            <p:ph idx="1" type="body"/>
          </p:nvPr>
        </p:nvSpPr>
        <p:spPr>
          <a:xfrm>
            <a:off x="1066800" y="3048000"/>
            <a:ext cx="22098000" cy="1066800"/>
          </a:xfrm>
          <a:prstGeom prst="rect">
            <a:avLst/>
          </a:prstGeom>
          <a:noFill/>
          <a:ln>
            <a:noFill/>
          </a:ln>
        </p:spPr>
        <p:txBody>
          <a:bodyPr anchorCtr="0" anchor="t" bIns="91425" lIns="91425" spcFirstLastPara="1" rIns="91425" wrap="square" tIns="91425">
            <a:normAutofit/>
          </a:bodyPr>
          <a:lstStyle/>
          <a:p>
            <a:pPr indent="0" lvl="0" marL="0" marR="0" rtl="0" algn="l">
              <a:lnSpc>
                <a:spcPct val="90000"/>
              </a:lnSpc>
              <a:spcBef>
                <a:spcPts val="0"/>
              </a:spcBef>
              <a:spcAft>
                <a:spcPts val="0"/>
              </a:spcAft>
              <a:buClr>
                <a:srgbClr val="000000"/>
              </a:buClr>
              <a:buSzPts val="5760"/>
              <a:buFont typeface="Arial"/>
              <a:buNone/>
            </a:pPr>
            <a:r>
              <a:rPr lang="en-US" sz="5760"/>
              <a:t>How does scaling the projection matrix change the transformation?</a:t>
            </a:r>
            <a:endParaRPr/>
          </a:p>
        </p:txBody>
      </p:sp>
      <p:pic>
        <p:nvPicPr>
          <p:cNvPr descr="Picture 6" id="2567" name="Google Shape;2567;p106"/>
          <p:cNvPicPr preferRelativeResize="0"/>
          <p:nvPr/>
        </p:nvPicPr>
        <p:blipFill rotWithShape="1">
          <a:blip r:embed="rId3">
            <a:alphaModFix/>
          </a:blip>
          <a:srcRect b="0" l="0" r="0" t="0"/>
          <a:stretch/>
        </p:blipFill>
        <p:spPr>
          <a:xfrm>
            <a:off x="5943600" y="4572000"/>
            <a:ext cx="7886697" cy="2944009"/>
          </a:xfrm>
          <a:prstGeom prst="rect">
            <a:avLst/>
          </a:prstGeom>
          <a:noFill/>
          <a:ln>
            <a:noFill/>
          </a:ln>
        </p:spPr>
      </p:pic>
      <p:pic>
        <p:nvPicPr>
          <p:cNvPr descr="Picture 8" id="2568" name="Google Shape;2568;p106"/>
          <p:cNvPicPr preferRelativeResize="0"/>
          <p:nvPr/>
        </p:nvPicPr>
        <p:blipFill rotWithShape="1">
          <a:blip r:embed="rId4">
            <a:alphaModFix/>
          </a:blip>
          <a:srcRect b="0" l="0" r="0" t="0"/>
          <a:stretch/>
        </p:blipFill>
        <p:spPr>
          <a:xfrm>
            <a:off x="14259176" y="5410177"/>
            <a:ext cx="3962401" cy="1420053"/>
          </a:xfrm>
          <a:prstGeom prst="rect">
            <a:avLst/>
          </a:prstGeom>
          <a:noFill/>
          <a:ln>
            <a:noFill/>
          </a:ln>
        </p:spPr>
      </p:pic>
      <p:pic>
        <p:nvPicPr>
          <p:cNvPr descr="Picture 2" id="2569" name="Google Shape;2569;p106"/>
          <p:cNvPicPr preferRelativeResize="0"/>
          <p:nvPr/>
        </p:nvPicPr>
        <p:blipFill rotWithShape="1">
          <a:blip r:embed="rId5">
            <a:alphaModFix/>
          </a:blip>
          <a:srcRect b="0" l="0" r="0" t="0"/>
          <a:stretch/>
        </p:blipFill>
        <p:spPr>
          <a:xfrm>
            <a:off x="11740499" y="8581352"/>
            <a:ext cx="2127901" cy="2391449"/>
          </a:xfrm>
          <a:prstGeom prst="rect">
            <a:avLst/>
          </a:prstGeom>
          <a:noFill/>
          <a:ln>
            <a:noFill/>
          </a:ln>
        </p:spPr>
      </p:pic>
      <p:pic>
        <p:nvPicPr>
          <p:cNvPr descr="Picture 4" id="2570" name="Google Shape;2570;p106"/>
          <p:cNvPicPr preferRelativeResize="0"/>
          <p:nvPr/>
        </p:nvPicPr>
        <p:blipFill rotWithShape="1">
          <a:blip r:embed="rId6">
            <a:alphaModFix/>
          </a:blip>
          <a:srcRect b="0" l="0" r="0" t="0"/>
          <a:stretch/>
        </p:blipFill>
        <p:spPr>
          <a:xfrm>
            <a:off x="5943600" y="8107618"/>
            <a:ext cx="5350439" cy="3338919"/>
          </a:xfrm>
          <a:prstGeom prst="rect">
            <a:avLst/>
          </a:prstGeom>
          <a:noFill/>
          <a:ln>
            <a:noFill/>
          </a:ln>
        </p:spPr>
      </p:pic>
      <p:sp>
        <p:nvSpPr>
          <p:cNvPr id="2571" name="Google Shape;2571;p106"/>
          <p:cNvSpPr txBox="1"/>
          <p:nvPr/>
        </p:nvSpPr>
        <p:spPr>
          <a:xfrm>
            <a:off x="1066802" y="8991600"/>
            <a:ext cx="43293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Open Sans"/>
              <a:buNone/>
            </a:pPr>
            <a:r>
              <a:rPr b="0" i="0" lang="en-US" sz="5600" u="none" cap="none" strike="noStrike">
                <a:solidFill>
                  <a:srgbClr val="000000"/>
                </a:solidFill>
                <a:latin typeface="Open Sans"/>
                <a:ea typeface="Open Sans"/>
                <a:cs typeface="Open Sans"/>
                <a:sym typeface="Open Sans"/>
              </a:rPr>
              <a:t>What if we</a:t>
            </a:r>
            <a:endParaRPr/>
          </a:p>
          <a:p>
            <a:pPr indent="0" lvl="0" marL="0" marR="0" rtl="0" algn="l">
              <a:lnSpc>
                <a:spcPct val="100000"/>
              </a:lnSpc>
              <a:spcBef>
                <a:spcPts val="0"/>
              </a:spcBef>
              <a:spcAft>
                <a:spcPts val="0"/>
              </a:spcAft>
              <a:buClr>
                <a:srgbClr val="000000"/>
              </a:buClr>
              <a:buSzPts val="5600"/>
              <a:buFont typeface="Open Sans"/>
              <a:buNone/>
            </a:pPr>
            <a:r>
              <a:rPr b="0" i="0" lang="en-US" sz="5600" u="none" cap="none" strike="noStrike">
                <a:solidFill>
                  <a:srgbClr val="000000"/>
                </a:solidFill>
                <a:latin typeface="Open Sans"/>
                <a:ea typeface="Open Sans"/>
                <a:cs typeface="Open Sans"/>
                <a:sym typeface="Open Sans"/>
              </a:rPr>
              <a:t>scale by </a:t>
            </a:r>
            <a:r>
              <a:rPr b="0" i="1" lang="en-US" sz="5600" u="none" cap="none" strike="noStrike">
                <a:solidFill>
                  <a:srgbClr val="000000"/>
                </a:solidFill>
                <a:latin typeface="Open Sans"/>
                <a:ea typeface="Open Sans"/>
                <a:cs typeface="Open Sans"/>
                <a:sym typeface="Open Sans"/>
              </a:rPr>
              <a:t>f</a:t>
            </a:r>
            <a:r>
              <a:rPr b="0" i="0" lang="en-US" sz="5600" u="none" cap="none" strike="noStrike">
                <a:solidFill>
                  <a:srgbClr val="000000"/>
                </a:solidFill>
                <a:latin typeface="Open Sans"/>
                <a:ea typeface="Open Sans"/>
                <a:cs typeface="Open Sans"/>
                <a:sym typeface="Open Sans"/>
              </a:rPr>
              <a:t>?</a:t>
            </a:r>
            <a:endParaRPr/>
          </a:p>
        </p:txBody>
      </p:sp>
      <p:pic>
        <p:nvPicPr>
          <p:cNvPr descr="Picture 8" id="2572" name="Google Shape;2572;p106"/>
          <p:cNvPicPr preferRelativeResize="0"/>
          <p:nvPr/>
        </p:nvPicPr>
        <p:blipFill rotWithShape="1">
          <a:blip r:embed="rId4">
            <a:alphaModFix/>
          </a:blip>
          <a:srcRect b="0" l="0" r="0" t="0"/>
          <a:stretch/>
        </p:blipFill>
        <p:spPr>
          <a:xfrm>
            <a:off x="14173200" y="9067049"/>
            <a:ext cx="3962400" cy="1420053"/>
          </a:xfrm>
          <a:prstGeom prst="rect">
            <a:avLst/>
          </a:prstGeom>
          <a:noFill/>
          <a:ln>
            <a:noFill/>
          </a:ln>
        </p:spPr>
      </p:pic>
      <p:sp>
        <p:nvSpPr>
          <p:cNvPr id="2573" name="Google Shape;2573;p106"/>
          <p:cNvSpPr txBox="1"/>
          <p:nvPr/>
        </p:nvSpPr>
        <p:spPr>
          <a:xfrm>
            <a:off x="822146" y="11632493"/>
            <a:ext cx="23149500" cy="960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5600"/>
              <a:buFont typeface="Open Sans"/>
              <a:buNone/>
            </a:pPr>
            <a:r>
              <a:rPr b="0" i="0" lang="en-US" sz="5600" u="none" cap="none" strike="noStrike">
                <a:solidFill>
                  <a:srgbClr val="000000"/>
                </a:solidFill>
                <a:latin typeface="Open Sans"/>
                <a:ea typeface="Open Sans"/>
                <a:cs typeface="Open Sans"/>
                <a:sym typeface="Open Sans"/>
              </a:rPr>
              <a:t>Scaling a projection matrix produces an equivalent projection matrix!</a:t>
            </a:r>
            <a:endParaRPr/>
          </a:p>
        </p:txBody>
      </p:sp>
      <p:sp>
        <p:nvSpPr>
          <p:cNvPr id="2574" name="Google Shape;2574;p106"/>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575" name="Google Shape;2575;p106"/>
          <p:cNvSpPr txBox="1"/>
          <p:nvPr/>
        </p:nvSpPr>
        <p:spPr>
          <a:xfrm>
            <a:off x="20657248" y="13074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9" name="Shape 2579"/>
        <p:cNvGrpSpPr/>
        <p:nvPr/>
      </p:nvGrpSpPr>
      <p:grpSpPr>
        <a:xfrm>
          <a:off x="0" y="0"/>
          <a:ext cx="0" cy="0"/>
          <a:chOff x="0" y="0"/>
          <a:chExt cx="0" cy="0"/>
        </a:xfrm>
      </p:grpSpPr>
      <p:sp>
        <p:nvSpPr>
          <p:cNvPr id="2580" name="Google Shape;2580;p107"/>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rPr b="1" lang="en-US" sz="8800">
                <a:latin typeface="Open Sans"/>
                <a:ea typeface="Open Sans"/>
                <a:cs typeface="Open Sans"/>
                <a:sym typeface="Open Sans"/>
              </a:rPr>
              <a:t>Orthographic projection</a:t>
            </a:r>
            <a:endParaRPr/>
          </a:p>
        </p:txBody>
      </p:sp>
      <p:sp>
        <p:nvSpPr>
          <p:cNvPr id="2581" name="Google Shape;2581;p107"/>
          <p:cNvSpPr txBox="1"/>
          <p:nvPr>
            <p:ph idx="1" type="body"/>
          </p:nvPr>
        </p:nvSpPr>
        <p:spPr>
          <a:xfrm>
            <a:off x="3962400" y="2797176"/>
            <a:ext cx="16459200" cy="6613526"/>
          </a:xfrm>
          <a:prstGeom prst="rect">
            <a:avLst/>
          </a:prstGeom>
          <a:noFill/>
          <a:ln>
            <a:noFill/>
          </a:ln>
        </p:spPr>
        <p:txBody>
          <a:bodyPr anchorCtr="0" anchor="t" bIns="91425" lIns="91425" spcFirstLastPara="1" rIns="91425" wrap="square" tIns="91425">
            <a:normAutofit/>
          </a:bodyPr>
          <a:lstStyle/>
          <a:p>
            <a:pPr indent="-397763" lvl="0" marL="397763" rtl="0" algn="l">
              <a:lnSpc>
                <a:spcPct val="100000"/>
              </a:lnSpc>
              <a:spcBef>
                <a:spcPts val="0"/>
              </a:spcBef>
              <a:spcAft>
                <a:spcPts val="0"/>
              </a:spcAft>
              <a:buClr>
                <a:srgbClr val="000000"/>
              </a:buClr>
              <a:buSzPts val="3712"/>
              <a:buChar char="•"/>
            </a:pPr>
            <a:r>
              <a:rPr lang="en-US" sz="3712"/>
              <a:t>Special case of perspective projection</a:t>
            </a:r>
            <a:endParaRPr/>
          </a:p>
          <a:p>
            <a:pPr indent="-331469" lvl="1" marL="596645" rtl="0" algn="l">
              <a:lnSpc>
                <a:spcPct val="100000"/>
              </a:lnSpc>
              <a:spcBef>
                <a:spcPts val="600"/>
              </a:spcBef>
              <a:spcAft>
                <a:spcPts val="0"/>
              </a:spcAft>
              <a:buClr>
                <a:srgbClr val="000000"/>
              </a:buClr>
              <a:buSzPts val="3248"/>
              <a:buChar char="–"/>
            </a:pPr>
            <a:r>
              <a:rPr lang="en-US" sz="3248"/>
              <a:t>Distance from the COP to the PP is infinite</a:t>
            </a:r>
            <a:endParaRPr sz="3712"/>
          </a:p>
          <a:p>
            <a:pPr indent="-95756" lvl="1" marL="596645" rtl="0" algn="l">
              <a:lnSpc>
                <a:spcPct val="100000"/>
              </a:lnSpc>
              <a:spcBef>
                <a:spcPts val="700"/>
              </a:spcBef>
              <a:spcAft>
                <a:spcPts val="0"/>
              </a:spcAft>
              <a:buClr>
                <a:srgbClr val="000000"/>
              </a:buClr>
              <a:buSzPts val="3712"/>
              <a:buNone/>
            </a:pPr>
            <a:r>
              <a:t/>
            </a:r>
            <a:endParaRPr sz="3712"/>
          </a:p>
          <a:p>
            <a:pPr indent="-95756" lvl="1" marL="596645" rtl="0" algn="l">
              <a:lnSpc>
                <a:spcPct val="100000"/>
              </a:lnSpc>
              <a:spcBef>
                <a:spcPts val="700"/>
              </a:spcBef>
              <a:spcAft>
                <a:spcPts val="0"/>
              </a:spcAft>
              <a:buClr>
                <a:srgbClr val="000000"/>
              </a:buClr>
              <a:buSzPts val="3712"/>
              <a:buNone/>
            </a:pPr>
            <a:r>
              <a:t/>
            </a:r>
            <a:endParaRPr sz="3712"/>
          </a:p>
          <a:p>
            <a:pPr indent="-95756" lvl="1" marL="596645" rtl="0" algn="l">
              <a:lnSpc>
                <a:spcPct val="100000"/>
              </a:lnSpc>
              <a:spcBef>
                <a:spcPts val="700"/>
              </a:spcBef>
              <a:spcAft>
                <a:spcPts val="0"/>
              </a:spcAft>
              <a:buClr>
                <a:srgbClr val="000000"/>
              </a:buClr>
              <a:buSzPts val="3712"/>
              <a:buNone/>
            </a:pPr>
            <a:r>
              <a:t/>
            </a:r>
            <a:endParaRPr sz="3712"/>
          </a:p>
          <a:p>
            <a:pPr indent="-95756" lvl="1" marL="596645" rtl="0" algn="l">
              <a:lnSpc>
                <a:spcPct val="100000"/>
              </a:lnSpc>
              <a:spcBef>
                <a:spcPts val="700"/>
              </a:spcBef>
              <a:spcAft>
                <a:spcPts val="0"/>
              </a:spcAft>
              <a:buClr>
                <a:srgbClr val="000000"/>
              </a:buClr>
              <a:buSzPts val="3712"/>
              <a:buNone/>
            </a:pPr>
            <a:r>
              <a:t/>
            </a:r>
            <a:endParaRPr sz="3712"/>
          </a:p>
          <a:p>
            <a:pPr indent="-66293" lvl="1" marL="331469" rtl="0" algn="l">
              <a:lnSpc>
                <a:spcPct val="100000"/>
              </a:lnSpc>
              <a:spcBef>
                <a:spcPts val="700"/>
              </a:spcBef>
              <a:spcAft>
                <a:spcPts val="0"/>
              </a:spcAft>
              <a:buClr>
                <a:srgbClr val="000000"/>
              </a:buClr>
              <a:buSzPts val="3712"/>
              <a:buNone/>
            </a:pPr>
            <a:r>
              <a:t/>
            </a:r>
            <a:endParaRPr sz="3712"/>
          </a:p>
          <a:p>
            <a:pPr indent="-95756" lvl="1" marL="596645" rtl="0" algn="l">
              <a:lnSpc>
                <a:spcPct val="100000"/>
              </a:lnSpc>
              <a:spcBef>
                <a:spcPts val="700"/>
              </a:spcBef>
              <a:spcAft>
                <a:spcPts val="0"/>
              </a:spcAft>
              <a:buClr>
                <a:srgbClr val="000000"/>
              </a:buClr>
              <a:buSzPts val="3712"/>
              <a:buNone/>
            </a:pPr>
            <a:r>
              <a:t/>
            </a:r>
            <a:endParaRPr sz="3712"/>
          </a:p>
          <a:p>
            <a:pPr indent="-331469" lvl="1" marL="596645" rtl="0" algn="l">
              <a:lnSpc>
                <a:spcPct val="100000"/>
              </a:lnSpc>
              <a:spcBef>
                <a:spcPts val="600"/>
              </a:spcBef>
              <a:spcAft>
                <a:spcPts val="0"/>
              </a:spcAft>
              <a:buClr>
                <a:srgbClr val="000000"/>
              </a:buClr>
              <a:buSzPts val="3248"/>
              <a:buChar char="–"/>
            </a:pPr>
            <a:r>
              <a:rPr lang="en-US" sz="3248"/>
              <a:t>Good approximation for telephoto optics</a:t>
            </a:r>
            <a:endParaRPr sz="3712"/>
          </a:p>
          <a:p>
            <a:pPr indent="-331469" lvl="1" marL="596645" rtl="0" algn="l">
              <a:lnSpc>
                <a:spcPct val="100000"/>
              </a:lnSpc>
              <a:spcBef>
                <a:spcPts val="600"/>
              </a:spcBef>
              <a:spcAft>
                <a:spcPts val="0"/>
              </a:spcAft>
              <a:buClr>
                <a:srgbClr val="000000"/>
              </a:buClr>
              <a:buSzPts val="3248"/>
              <a:buChar char="–"/>
            </a:pPr>
            <a:r>
              <a:rPr lang="en-US" sz="3248"/>
              <a:t>Also called “parallel projection”:  (x, y, z) → (x, y)</a:t>
            </a:r>
            <a:endParaRPr sz="3712"/>
          </a:p>
          <a:p>
            <a:pPr indent="-331469" lvl="1" marL="596645" rtl="0" algn="l">
              <a:lnSpc>
                <a:spcPct val="100000"/>
              </a:lnSpc>
              <a:spcBef>
                <a:spcPts val="600"/>
              </a:spcBef>
              <a:spcAft>
                <a:spcPts val="0"/>
              </a:spcAft>
              <a:buClr>
                <a:srgbClr val="000000"/>
              </a:buClr>
              <a:buSzPts val="3248"/>
              <a:buChar char="–"/>
            </a:pPr>
            <a:r>
              <a:rPr lang="en-US" sz="3248"/>
              <a:t>What’s the projection matrix?</a:t>
            </a:r>
            <a:endParaRPr/>
          </a:p>
        </p:txBody>
      </p:sp>
      <p:grpSp>
        <p:nvGrpSpPr>
          <p:cNvPr id="2582" name="Google Shape;2582;p107"/>
          <p:cNvGrpSpPr/>
          <p:nvPr/>
        </p:nvGrpSpPr>
        <p:grpSpPr>
          <a:xfrm>
            <a:off x="6540498" y="3936998"/>
            <a:ext cx="6684695" cy="3393929"/>
            <a:chOff x="-1" y="-1"/>
            <a:chExt cx="6684693" cy="3393927"/>
          </a:xfrm>
        </p:grpSpPr>
        <p:sp>
          <p:nvSpPr>
            <p:cNvPr id="2583" name="Google Shape;2583;p107"/>
            <p:cNvSpPr/>
            <p:nvPr/>
          </p:nvSpPr>
          <p:spPr>
            <a:xfrm>
              <a:off x="633857" y="972981"/>
              <a:ext cx="2158883" cy="1552585"/>
            </a:xfrm>
            <a:custGeom>
              <a:rect b="b" l="l" r="r" t="t"/>
              <a:pathLst>
                <a:path extrusionOk="0" h="21600" w="21600">
                  <a:moveTo>
                    <a:pt x="0" y="9286"/>
                  </a:moveTo>
                  <a:lnTo>
                    <a:pt x="21600" y="0"/>
                  </a:lnTo>
                  <a:lnTo>
                    <a:pt x="8393" y="21600"/>
                  </a:lnTo>
                  <a:lnTo>
                    <a:pt x="0" y="9286"/>
                  </a:lnTo>
                  <a:close/>
                </a:path>
              </a:pathLst>
            </a:custGeom>
            <a:noFill/>
            <a:ln cap="flat" cmpd="sng" w="635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2584" name="Google Shape;2584;p107"/>
            <p:cNvSpPr/>
            <p:nvPr/>
          </p:nvSpPr>
          <p:spPr>
            <a:xfrm>
              <a:off x="602478" y="1563047"/>
              <a:ext cx="94138" cy="123454"/>
            </a:xfrm>
            <a:custGeom>
              <a:rect b="b" l="l" r="r" t="t"/>
              <a:pathLst>
                <a:path extrusionOk="0" h="21600" w="21600">
                  <a:moveTo>
                    <a:pt x="10560" y="2563"/>
                  </a:moveTo>
                  <a:lnTo>
                    <a:pt x="17760" y="0"/>
                  </a:lnTo>
                  <a:lnTo>
                    <a:pt x="21600" y="2563"/>
                  </a:lnTo>
                  <a:lnTo>
                    <a:pt x="21600" y="13546"/>
                  </a:lnTo>
                  <a:lnTo>
                    <a:pt x="17760" y="19037"/>
                  </a:lnTo>
                  <a:lnTo>
                    <a:pt x="10560" y="21600"/>
                  </a:lnTo>
                  <a:lnTo>
                    <a:pt x="3360" y="21600"/>
                  </a:lnTo>
                  <a:lnTo>
                    <a:pt x="0" y="19037"/>
                  </a:lnTo>
                  <a:lnTo>
                    <a:pt x="0" y="8054"/>
                  </a:lnTo>
                  <a:lnTo>
                    <a:pt x="3360" y="2563"/>
                  </a:lnTo>
                  <a:lnTo>
                    <a:pt x="10560" y="2563"/>
                  </a:lnTo>
                  <a:close/>
                </a:path>
              </a:pathLst>
            </a:custGeom>
            <a:solidFill>
              <a:srgbClr val="000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2585" name="Google Shape;2585;p107"/>
            <p:cNvSpPr/>
            <p:nvPr/>
          </p:nvSpPr>
          <p:spPr>
            <a:xfrm>
              <a:off x="2729981" y="895561"/>
              <a:ext cx="94138" cy="123454"/>
            </a:xfrm>
            <a:custGeom>
              <a:rect b="b" l="l" r="r" t="t"/>
              <a:pathLst>
                <a:path extrusionOk="0" h="21600" w="21600">
                  <a:moveTo>
                    <a:pt x="11040" y="2563"/>
                  </a:moveTo>
                  <a:lnTo>
                    <a:pt x="17760" y="0"/>
                  </a:lnTo>
                  <a:lnTo>
                    <a:pt x="21600" y="2563"/>
                  </a:lnTo>
                  <a:lnTo>
                    <a:pt x="21600" y="13546"/>
                  </a:lnTo>
                  <a:lnTo>
                    <a:pt x="17760" y="19037"/>
                  </a:lnTo>
                  <a:lnTo>
                    <a:pt x="11040" y="21600"/>
                  </a:lnTo>
                  <a:lnTo>
                    <a:pt x="3840" y="21600"/>
                  </a:lnTo>
                  <a:lnTo>
                    <a:pt x="0" y="19037"/>
                  </a:lnTo>
                  <a:lnTo>
                    <a:pt x="0" y="8054"/>
                  </a:lnTo>
                  <a:lnTo>
                    <a:pt x="3840" y="2563"/>
                  </a:lnTo>
                  <a:lnTo>
                    <a:pt x="11040" y="2563"/>
                  </a:lnTo>
                  <a:close/>
                </a:path>
              </a:pathLst>
            </a:custGeom>
            <a:solidFill>
              <a:srgbClr val="000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2586" name="Google Shape;2586;p107"/>
            <p:cNvSpPr/>
            <p:nvPr/>
          </p:nvSpPr>
          <p:spPr>
            <a:xfrm>
              <a:off x="1426703" y="2462792"/>
              <a:ext cx="92046" cy="123455"/>
            </a:xfrm>
            <a:custGeom>
              <a:rect b="b" l="l" r="r" t="t"/>
              <a:pathLst>
                <a:path extrusionOk="0" h="21600" w="21600">
                  <a:moveTo>
                    <a:pt x="10800" y="2563"/>
                  </a:moveTo>
                  <a:lnTo>
                    <a:pt x="18164" y="0"/>
                  </a:lnTo>
                  <a:lnTo>
                    <a:pt x="21600" y="2563"/>
                  </a:lnTo>
                  <a:lnTo>
                    <a:pt x="21600" y="13546"/>
                  </a:lnTo>
                  <a:lnTo>
                    <a:pt x="18164" y="19037"/>
                  </a:lnTo>
                  <a:lnTo>
                    <a:pt x="10800" y="21600"/>
                  </a:lnTo>
                  <a:lnTo>
                    <a:pt x="3436" y="21600"/>
                  </a:lnTo>
                  <a:lnTo>
                    <a:pt x="0" y="19037"/>
                  </a:lnTo>
                  <a:lnTo>
                    <a:pt x="0" y="8054"/>
                  </a:lnTo>
                  <a:lnTo>
                    <a:pt x="3436" y="2563"/>
                  </a:lnTo>
                  <a:lnTo>
                    <a:pt x="10800" y="2563"/>
                  </a:lnTo>
                  <a:close/>
                </a:path>
              </a:pathLst>
            </a:custGeom>
            <a:solidFill>
              <a:srgbClr val="000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2587" name="Google Shape;2587;p107"/>
            <p:cNvSpPr/>
            <p:nvPr/>
          </p:nvSpPr>
          <p:spPr>
            <a:xfrm>
              <a:off x="-1" y="-1"/>
              <a:ext cx="3508185" cy="3393927"/>
            </a:xfrm>
            <a:custGeom>
              <a:rect b="b" l="l" r="r" t="t"/>
              <a:pathLst>
                <a:path extrusionOk="0" h="21600" w="21600">
                  <a:moveTo>
                    <a:pt x="0" y="7718"/>
                  </a:moveTo>
                  <a:lnTo>
                    <a:pt x="21600" y="0"/>
                  </a:lnTo>
                  <a:lnTo>
                    <a:pt x="21600" y="13870"/>
                  </a:lnTo>
                  <a:lnTo>
                    <a:pt x="0" y="21600"/>
                  </a:lnTo>
                  <a:lnTo>
                    <a:pt x="0" y="7718"/>
                  </a:lnTo>
                  <a:close/>
                </a:path>
              </a:pathLst>
            </a:custGeom>
            <a:no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2588" name="Google Shape;2588;p107"/>
            <p:cNvSpPr txBox="1"/>
            <p:nvPr/>
          </p:nvSpPr>
          <p:spPr>
            <a:xfrm>
              <a:off x="2363892" y="523108"/>
              <a:ext cx="1304623" cy="446002"/>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3400"/>
                <a:buFont typeface="Helvetica Neue"/>
                <a:buNone/>
              </a:pPr>
              <a:r>
                <a:rPr b="0" i="0" lang="en-US" sz="3400" u="none" cap="none" strike="noStrike">
                  <a:solidFill>
                    <a:srgbClr val="000000"/>
                  </a:solidFill>
                  <a:latin typeface="Helvetica Neue"/>
                  <a:ea typeface="Helvetica Neue"/>
                  <a:cs typeface="Helvetica Neue"/>
                  <a:sym typeface="Helvetica Neue"/>
                </a:rPr>
                <a:t>Image</a:t>
              </a:r>
              <a:endParaRPr/>
            </a:p>
          </p:txBody>
        </p:sp>
        <p:sp>
          <p:nvSpPr>
            <p:cNvPr id="2589" name="Google Shape;2589;p107"/>
            <p:cNvSpPr txBox="1"/>
            <p:nvPr/>
          </p:nvSpPr>
          <p:spPr>
            <a:xfrm>
              <a:off x="5495526" y="443595"/>
              <a:ext cx="1189166" cy="446003"/>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3400"/>
                <a:buFont typeface="Helvetica Neue"/>
                <a:buNone/>
              </a:pPr>
              <a:r>
                <a:rPr b="0" i="0" lang="en-US" sz="3400" u="none" cap="none" strike="noStrike">
                  <a:solidFill>
                    <a:srgbClr val="000000"/>
                  </a:solidFill>
                  <a:latin typeface="Helvetica Neue"/>
                  <a:ea typeface="Helvetica Neue"/>
                  <a:cs typeface="Helvetica Neue"/>
                  <a:sym typeface="Helvetica Neue"/>
                </a:rPr>
                <a:t>World</a:t>
              </a:r>
              <a:endParaRPr/>
            </a:p>
          </p:txBody>
        </p:sp>
        <p:grpSp>
          <p:nvGrpSpPr>
            <p:cNvPr id="2590" name="Google Shape;2590;p107"/>
            <p:cNvGrpSpPr/>
            <p:nvPr/>
          </p:nvGrpSpPr>
          <p:grpSpPr>
            <a:xfrm>
              <a:off x="4359602" y="868358"/>
              <a:ext cx="2221643" cy="1692781"/>
              <a:chOff x="0" y="-1"/>
              <a:chExt cx="2221641" cy="1692779"/>
            </a:xfrm>
          </p:grpSpPr>
          <p:sp>
            <p:nvSpPr>
              <p:cNvPr id="2591" name="Google Shape;2591;p107"/>
              <p:cNvSpPr/>
              <p:nvPr/>
            </p:nvSpPr>
            <p:spPr>
              <a:xfrm>
                <a:off x="0" y="667485"/>
                <a:ext cx="92046" cy="123455"/>
              </a:xfrm>
              <a:custGeom>
                <a:rect b="b" l="l" r="r" t="t"/>
                <a:pathLst>
                  <a:path extrusionOk="0" h="21600" w="21600">
                    <a:moveTo>
                      <a:pt x="10800" y="2563"/>
                    </a:moveTo>
                    <a:lnTo>
                      <a:pt x="18164" y="0"/>
                    </a:lnTo>
                    <a:lnTo>
                      <a:pt x="21600" y="2563"/>
                    </a:lnTo>
                    <a:lnTo>
                      <a:pt x="21600" y="13546"/>
                    </a:lnTo>
                    <a:lnTo>
                      <a:pt x="18164" y="19037"/>
                    </a:lnTo>
                    <a:lnTo>
                      <a:pt x="10800" y="21600"/>
                    </a:lnTo>
                    <a:lnTo>
                      <a:pt x="3436" y="21600"/>
                    </a:lnTo>
                    <a:lnTo>
                      <a:pt x="0" y="19037"/>
                    </a:lnTo>
                    <a:lnTo>
                      <a:pt x="0" y="8054"/>
                    </a:lnTo>
                    <a:lnTo>
                      <a:pt x="3436" y="2563"/>
                    </a:lnTo>
                    <a:lnTo>
                      <a:pt x="10800" y="2563"/>
                    </a:lnTo>
                    <a:close/>
                  </a:path>
                </a:pathLst>
              </a:custGeom>
              <a:solidFill>
                <a:srgbClr val="000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2592" name="Google Shape;2592;p107"/>
              <p:cNvSpPr/>
              <p:nvPr/>
            </p:nvSpPr>
            <p:spPr>
              <a:xfrm>
                <a:off x="2127502" y="-1"/>
                <a:ext cx="94139" cy="123455"/>
              </a:xfrm>
              <a:custGeom>
                <a:rect b="b" l="l" r="r" t="t"/>
                <a:pathLst>
                  <a:path extrusionOk="0" h="21600" w="21600">
                    <a:moveTo>
                      <a:pt x="10560" y="2929"/>
                    </a:moveTo>
                    <a:lnTo>
                      <a:pt x="17760" y="0"/>
                    </a:lnTo>
                    <a:lnTo>
                      <a:pt x="21600" y="2929"/>
                    </a:lnTo>
                    <a:lnTo>
                      <a:pt x="21600" y="13546"/>
                    </a:lnTo>
                    <a:lnTo>
                      <a:pt x="17760" y="19037"/>
                    </a:lnTo>
                    <a:lnTo>
                      <a:pt x="10560" y="21600"/>
                    </a:lnTo>
                    <a:lnTo>
                      <a:pt x="3360" y="21600"/>
                    </a:lnTo>
                    <a:lnTo>
                      <a:pt x="0" y="19037"/>
                    </a:lnTo>
                    <a:lnTo>
                      <a:pt x="0" y="8054"/>
                    </a:lnTo>
                    <a:lnTo>
                      <a:pt x="3360" y="2929"/>
                    </a:lnTo>
                    <a:lnTo>
                      <a:pt x="10560" y="2929"/>
                    </a:lnTo>
                    <a:close/>
                  </a:path>
                </a:pathLst>
              </a:custGeom>
              <a:solidFill>
                <a:srgbClr val="000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2593" name="Google Shape;2593;p107"/>
              <p:cNvSpPr/>
              <p:nvPr/>
            </p:nvSpPr>
            <p:spPr>
              <a:xfrm>
                <a:off x="822132" y="1567231"/>
                <a:ext cx="94138" cy="125547"/>
              </a:xfrm>
              <a:custGeom>
                <a:rect b="b" l="l" r="r" t="t"/>
                <a:pathLst>
                  <a:path extrusionOk="0" h="21600" w="21600">
                    <a:moveTo>
                      <a:pt x="11040" y="2880"/>
                    </a:moveTo>
                    <a:lnTo>
                      <a:pt x="17760" y="0"/>
                    </a:lnTo>
                    <a:lnTo>
                      <a:pt x="21600" y="2880"/>
                    </a:lnTo>
                    <a:lnTo>
                      <a:pt x="21600" y="13320"/>
                    </a:lnTo>
                    <a:lnTo>
                      <a:pt x="17760" y="18720"/>
                    </a:lnTo>
                    <a:lnTo>
                      <a:pt x="11040" y="21600"/>
                    </a:lnTo>
                    <a:lnTo>
                      <a:pt x="3840" y="21600"/>
                    </a:lnTo>
                    <a:lnTo>
                      <a:pt x="0" y="18720"/>
                    </a:lnTo>
                    <a:lnTo>
                      <a:pt x="0" y="7920"/>
                    </a:lnTo>
                    <a:lnTo>
                      <a:pt x="3840" y="2880"/>
                    </a:lnTo>
                    <a:lnTo>
                      <a:pt x="11040" y="2880"/>
                    </a:lnTo>
                    <a:close/>
                  </a:path>
                </a:pathLst>
              </a:custGeom>
              <a:solidFill>
                <a:srgbClr val="000000"/>
              </a:solid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2594" name="Google Shape;2594;p107"/>
              <p:cNvSpPr/>
              <p:nvPr/>
            </p:nvSpPr>
            <p:spPr>
              <a:xfrm>
                <a:off x="62758" y="77420"/>
                <a:ext cx="2158883" cy="1552585"/>
              </a:xfrm>
              <a:custGeom>
                <a:rect b="b" l="l" r="r" t="t"/>
                <a:pathLst>
                  <a:path extrusionOk="0" h="21600" w="21600">
                    <a:moveTo>
                      <a:pt x="0" y="9286"/>
                    </a:moveTo>
                    <a:lnTo>
                      <a:pt x="21600" y="0"/>
                    </a:lnTo>
                    <a:lnTo>
                      <a:pt x="8393" y="21600"/>
                    </a:lnTo>
                    <a:lnTo>
                      <a:pt x="0" y="9286"/>
                    </a:lnTo>
                    <a:close/>
                  </a:path>
                </a:pathLst>
              </a:custGeom>
              <a:noFill/>
              <a:ln cap="flat" cmpd="sng" w="635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grpSp>
        <p:cxnSp>
          <p:nvCxnSpPr>
            <p:cNvPr id="2595" name="Google Shape;2595;p107"/>
            <p:cNvCxnSpPr/>
            <p:nvPr/>
          </p:nvCxnSpPr>
          <p:spPr>
            <a:xfrm flipH="1" rot="10800000">
              <a:off x="1447622" y="2513012"/>
              <a:ext cx="3784320" cy="46033"/>
            </a:xfrm>
            <a:prstGeom prst="straightConnector1">
              <a:avLst/>
            </a:prstGeom>
            <a:noFill/>
            <a:ln cap="flat" cmpd="sng" w="25400">
              <a:solidFill>
                <a:srgbClr val="000000"/>
              </a:solidFill>
              <a:prstDash val="dash"/>
              <a:round/>
              <a:headEnd len="sm" w="sm" type="none"/>
              <a:tailEnd len="sm" w="sm" type="none"/>
            </a:ln>
          </p:spPr>
        </p:cxnSp>
        <p:cxnSp>
          <p:nvCxnSpPr>
            <p:cNvPr id="2596" name="Google Shape;2596;p107"/>
            <p:cNvCxnSpPr/>
            <p:nvPr/>
          </p:nvCxnSpPr>
          <p:spPr>
            <a:xfrm flipH="1" rot="10800000">
              <a:off x="623398" y="1586064"/>
              <a:ext cx="3784319" cy="46034"/>
            </a:xfrm>
            <a:prstGeom prst="straightConnector1">
              <a:avLst/>
            </a:prstGeom>
            <a:noFill/>
            <a:ln cap="flat" cmpd="sng" w="25400">
              <a:solidFill>
                <a:srgbClr val="000000"/>
              </a:solidFill>
              <a:prstDash val="dash"/>
              <a:round/>
              <a:headEnd len="sm" w="sm" type="none"/>
              <a:tailEnd len="sm" w="sm" type="none"/>
            </a:ln>
          </p:spPr>
        </p:cxnSp>
        <p:cxnSp>
          <p:nvCxnSpPr>
            <p:cNvPr id="2597" name="Google Shape;2597;p107"/>
            <p:cNvCxnSpPr/>
            <p:nvPr/>
          </p:nvCxnSpPr>
          <p:spPr>
            <a:xfrm flipH="1" rot="10800000">
              <a:off x="2771820" y="937410"/>
              <a:ext cx="3784320" cy="46034"/>
            </a:xfrm>
            <a:prstGeom prst="straightConnector1">
              <a:avLst/>
            </a:prstGeom>
            <a:noFill/>
            <a:ln cap="flat" cmpd="sng" w="25400">
              <a:solidFill>
                <a:srgbClr val="000000"/>
              </a:solidFill>
              <a:prstDash val="dash"/>
              <a:round/>
              <a:headEnd len="sm" w="sm" type="none"/>
              <a:tailEnd len="sm" w="sm" type="none"/>
            </a:ln>
          </p:spPr>
        </p:cxnSp>
      </p:grpSp>
      <p:grpSp>
        <p:nvGrpSpPr>
          <p:cNvPr id="2598" name="Google Shape;2598;p107"/>
          <p:cNvGrpSpPr/>
          <p:nvPr/>
        </p:nvGrpSpPr>
        <p:grpSpPr>
          <a:xfrm>
            <a:off x="4572000" y="9601200"/>
            <a:ext cx="13716000" cy="3810000"/>
            <a:chOff x="0" y="0"/>
            <a:chExt cx="13716000" cy="3810000"/>
          </a:xfrm>
        </p:grpSpPr>
        <p:sp>
          <p:nvSpPr>
            <p:cNvPr id="2599" name="Google Shape;2599;p107"/>
            <p:cNvSpPr/>
            <p:nvPr/>
          </p:nvSpPr>
          <p:spPr>
            <a:xfrm>
              <a:off x="0" y="0"/>
              <a:ext cx="13716000" cy="3810000"/>
            </a:xfrm>
            <a:prstGeom prst="rect">
              <a:avLst/>
            </a:prstGeom>
            <a:solidFill>
              <a:srgbClr val="FFFFFF"/>
            </a:solidFill>
            <a:ln cap="flat" cmpd="sng" w="50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grpSp>
          <p:nvGrpSpPr>
            <p:cNvPr id="2600" name="Google Shape;2600;p107"/>
            <p:cNvGrpSpPr/>
            <p:nvPr/>
          </p:nvGrpSpPr>
          <p:grpSpPr>
            <a:xfrm>
              <a:off x="2286000" y="457200"/>
              <a:ext cx="10255250" cy="2638427"/>
              <a:chOff x="0" y="0"/>
              <a:chExt cx="10255250" cy="2638426"/>
            </a:xfrm>
          </p:grpSpPr>
          <p:pic>
            <p:nvPicPr>
              <p:cNvPr descr="Picture 5" id="2601" name="Google Shape;2601;p107"/>
              <p:cNvPicPr preferRelativeResize="0"/>
              <p:nvPr/>
            </p:nvPicPr>
            <p:blipFill rotWithShape="1">
              <a:blip r:embed="rId3">
                <a:alphaModFix/>
              </a:blip>
              <a:srcRect b="0" l="0" r="0" t="0"/>
              <a:stretch/>
            </p:blipFill>
            <p:spPr>
              <a:xfrm>
                <a:off x="0" y="0"/>
                <a:ext cx="5140325" cy="2638426"/>
              </a:xfrm>
              <a:prstGeom prst="rect">
                <a:avLst/>
              </a:prstGeom>
              <a:noFill/>
              <a:ln>
                <a:noFill/>
              </a:ln>
            </p:spPr>
          </p:pic>
          <p:pic>
            <p:nvPicPr>
              <p:cNvPr descr="Picture 7" id="2602" name="Google Shape;2602;p107"/>
              <p:cNvPicPr preferRelativeResize="0"/>
              <p:nvPr/>
            </p:nvPicPr>
            <p:blipFill rotWithShape="1">
              <a:blip r:embed="rId4">
                <a:alphaModFix/>
              </a:blip>
              <a:srcRect b="0" l="0" r="0" t="0"/>
              <a:stretch/>
            </p:blipFill>
            <p:spPr>
              <a:xfrm>
                <a:off x="5661025" y="263525"/>
                <a:ext cx="1984375" cy="2073276"/>
              </a:xfrm>
              <a:prstGeom prst="rect">
                <a:avLst/>
              </a:prstGeom>
              <a:noFill/>
              <a:ln>
                <a:noFill/>
              </a:ln>
            </p:spPr>
          </p:pic>
          <p:pic>
            <p:nvPicPr>
              <p:cNvPr descr="Picture 11" id="2603" name="Google Shape;2603;p107"/>
              <p:cNvPicPr preferRelativeResize="0"/>
              <p:nvPr/>
            </p:nvPicPr>
            <p:blipFill rotWithShape="1">
              <a:blip r:embed="rId5">
                <a:alphaModFix/>
              </a:blip>
              <a:srcRect b="0" l="0" r="0" t="0"/>
              <a:stretch/>
            </p:blipFill>
            <p:spPr>
              <a:xfrm>
                <a:off x="8099425" y="1044575"/>
                <a:ext cx="2155825" cy="565151"/>
              </a:xfrm>
              <a:prstGeom prst="rect">
                <a:avLst/>
              </a:prstGeom>
              <a:noFill/>
              <a:ln>
                <a:noFill/>
              </a:ln>
            </p:spPr>
          </p:pic>
        </p:grpSp>
      </p:grpSp>
      <p:sp>
        <p:nvSpPr>
          <p:cNvPr id="2604" name="Google Shape;2604;p107"/>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605" name="Google Shape;2605;p107"/>
          <p:cNvSpPr txBox="1"/>
          <p:nvPr/>
        </p:nvSpPr>
        <p:spPr>
          <a:xfrm>
            <a:off x="20657248" y="13074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9" name="Shape 2609"/>
        <p:cNvGrpSpPr/>
        <p:nvPr/>
      </p:nvGrpSpPr>
      <p:grpSpPr>
        <a:xfrm>
          <a:off x="0" y="0"/>
          <a:ext cx="0" cy="0"/>
          <a:chOff x="0" y="0"/>
          <a:chExt cx="0" cy="0"/>
        </a:xfrm>
      </p:grpSpPr>
      <p:sp>
        <p:nvSpPr>
          <p:cNvPr id="2610" name="Google Shape;2610;p108"/>
          <p:cNvSpPr txBox="1"/>
          <p:nvPr>
            <p:ph type="title"/>
          </p:nvPr>
        </p:nvSpPr>
        <p:spPr>
          <a:xfrm>
            <a:off x="1219200" y="168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Open Sans"/>
              <a:buNone/>
            </a:pPr>
            <a:r>
              <a:rPr b="0" lang="en-US"/>
              <a:t>Orthographic projection</a:t>
            </a:r>
            <a:endParaRPr/>
          </a:p>
        </p:txBody>
      </p:sp>
      <p:pic>
        <p:nvPicPr>
          <p:cNvPr descr="Picture 2" id="2611" name="Google Shape;2611;p108"/>
          <p:cNvPicPr preferRelativeResize="0"/>
          <p:nvPr/>
        </p:nvPicPr>
        <p:blipFill rotWithShape="1">
          <a:blip r:embed="rId3">
            <a:alphaModFix/>
          </a:blip>
          <a:srcRect b="0" l="0" r="0" t="0"/>
          <a:stretch/>
        </p:blipFill>
        <p:spPr>
          <a:xfrm>
            <a:off x="3962400" y="4572000"/>
            <a:ext cx="7162800" cy="7162800"/>
          </a:xfrm>
          <a:prstGeom prst="rect">
            <a:avLst/>
          </a:prstGeom>
          <a:noFill/>
          <a:ln>
            <a:noFill/>
          </a:ln>
        </p:spPr>
      </p:pic>
      <p:pic>
        <p:nvPicPr>
          <p:cNvPr descr="Picture 3" id="2612" name="Google Shape;2612;p108"/>
          <p:cNvPicPr preferRelativeResize="0"/>
          <p:nvPr/>
        </p:nvPicPr>
        <p:blipFill rotWithShape="1">
          <a:blip r:embed="rId4">
            <a:alphaModFix/>
          </a:blip>
          <a:srcRect b="0" l="0" r="0" t="0"/>
          <a:stretch/>
        </p:blipFill>
        <p:spPr>
          <a:xfrm>
            <a:off x="13106400" y="2590800"/>
            <a:ext cx="4267200" cy="4267200"/>
          </a:xfrm>
          <a:prstGeom prst="rect">
            <a:avLst/>
          </a:prstGeom>
          <a:noFill/>
          <a:ln>
            <a:noFill/>
          </a:ln>
          <a:effectLst>
            <a:outerShdw blurRad="101600" rotWithShape="0" dir="2700000" dist="76200">
              <a:srgbClr val="000000">
                <a:alpha val="40000"/>
              </a:srgbClr>
            </a:outerShdw>
          </a:effectLst>
        </p:spPr>
      </p:pic>
      <p:pic>
        <p:nvPicPr>
          <p:cNvPr descr="Picture 4" id="2613" name="Google Shape;2613;p108"/>
          <p:cNvPicPr preferRelativeResize="0"/>
          <p:nvPr/>
        </p:nvPicPr>
        <p:blipFill rotWithShape="1">
          <a:blip r:embed="rId5">
            <a:alphaModFix/>
          </a:blip>
          <a:srcRect b="0" l="0" r="0" t="0"/>
          <a:stretch/>
        </p:blipFill>
        <p:spPr>
          <a:xfrm>
            <a:off x="12192002" y="7162800"/>
            <a:ext cx="8258175" cy="6038885"/>
          </a:xfrm>
          <a:prstGeom prst="rect">
            <a:avLst/>
          </a:prstGeom>
          <a:noFill/>
          <a:ln>
            <a:noFill/>
          </a:ln>
          <a:effectLst>
            <a:outerShdw blurRad="101600" rotWithShape="0" dir="2700000" dist="76200">
              <a:srgbClr val="000000">
                <a:alpha val="40000"/>
              </a:srgbClr>
            </a:outerShdw>
          </a:effectLst>
        </p:spPr>
      </p:pic>
      <p:sp>
        <p:nvSpPr>
          <p:cNvPr id="2614" name="Google Shape;2614;p108"/>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615" name="Google Shape;2615;p108"/>
          <p:cNvSpPr txBox="1"/>
          <p:nvPr/>
        </p:nvSpPr>
        <p:spPr>
          <a:xfrm>
            <a:off x="20657248" y="13074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9" name="Shape 2619"/>
        <p:cNvGrpSpPr/>
        <p:nvPr/>
      </p:nvGrpSpPr>
      <p:grpSpPr>
        <a:xfrm>
          <a:off x="0" y="0"/>
          <a:ext cx="0" cy="0"/>
          <a:chOff x="0" y="0"/>
          <a:chExt cx="0" cy="0"/>
        </a:xfrm>
      </p:grpSpPr>
      <p:sp>
        <p:nvSpPr>
          <p:cNvPr id="2620" name="Google Shape;2620;p109"/>
          <p:cNvSpPr txBox="1"/>
          <p:nvPr>
            <p:ph type="title"/>
          </p:nvPr>
        </p:nvSpPr>
        <p:spPr>
          <a:xfrm>
            <a:off x="1219200" y="168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Open Sans"/>
              <a:buNone/>
            </a:pPr>
            <a:r>
              <a:rPr b="0" lang="en-US"/>
              <a:t>Perspective projection</a:t>
            </a:r>
            <a:endParaRPr/>
          </a:p>
        </p:txBody>
      </p:sp>
      <p:pic>
        <p:nvPicPr>
          <p:cNvPr descr="Picture 2" id="2621" name="Google Shape;2621;p109"/>
          <p:cNvPicPr preferRelativeResize="0"/>
          <p:nvPr/>
        </p:nvPicPr>
        <p:blipFill rotWithShape="1">
          <a:blip r:embed="rId3">
            <a:alphaModFix/>
          </a:blip>
          <a:srcRect b="0" l="0" r="0" t="0"/>
          <a:stretch/>
        </p:blipFill>
        <p:spPr>
          <a:xfrm>
            <a:off x="4419600" y="3200400"/>
            <a:ext cx="5689600" cy="4267200"/>
          </a:xfrm>
          <a:prstGeom prst="rect">
            <a:avLst/>
          </a:prstGeom>
          <a:noFill/>
          <a:ln>
            <a:noFill/>
          </a:ln>
        </p:spPr>
      </p:pic>
      <p:pic>
        <p:nvPicPr>
          <p:cNvPr descr="Picture 3" id="2622" name="Google Shape;2622;p109"/>
          <p:cNvPicPr preferRelativeResize="0"/>
          <p:nvPr/>
        </p:nvPicPr>
        <p:blipFill rotWithShape="1">
          <a:blip r:embed="rId4">
            <a:alphaModFix/>
          </a:blip>
          <a:srcRect b="0" l="0" r="0" t="0"/>
          <a:stretch/>
        </p:blipFill>
        <p:spPr>
          <a:xfrm>
            <a:off x="11887202" y="2438400"/>
            <a:ext cx="7267075" cy="5753100"/>
          </a:xfrm>
          <a:prstGeom prst="rect">
            <a:avLst/>
          </a:prstGeom>
          <a:noFill/>
          <a:ln>
            <a:noFill/>
          </a:ln>
        </p:spPr>
      </p:pic>
      <p:pic>
        <p:nvPicPr>
          <p:cNvPr descr="Picture 4" id="2623" name="Google Shape;2623;p109"/>
          <p:cNvPicPr preferRelativeResize="0"/>
          <p:nvPr/>
        </p:nvPicPr>
        <p:blipFill rotWithShape="1">
          <a:blip r:embed="rId5">
            <a:alphaModFix/>
          </a:blip>
          <a:srcRect b="0" l="0" r="0" t="0"/>
          <a:stretch/>
        </p:blipFill>
        <p:spPr>
          <a:xfrm>
            <a:off x="8534400" y="8077202"/>
            <a:ext cx="7162800" cy="5210939"/>
          </a:xfrm>
          <a:prstGeom prst="rect">
            <a:avLst/>
          </a:prstGeom>
          <a:noFill/>
          <a:ln>
            <a:noFill/>
          </a:ln>
        </p:spPr>
      </p:pic>
      <p:sp>
        <p:nvSpPr>
          <p:cNvPr id="2624" name="Google Shape;2624;p109"/>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625" name="Google Shape;2625;p109"/>
          <p:cNvSpPr txBox="1"/>
          <p:nvPr/>
        </p:nvSpPr>
        <p:spPr>
          <a:xfrm>
            <a:off x="20657248" y="13074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9" name="Shape 2629"/>
        <p:cNvGrpSpPr/>
        <p:nvPr/>
      </p:nvGrpSpPr>
      <p:grpSpPr>
        <a:xfrm>
          <a:off x="0" y="0"/>
          <a:ext cx="0" cy="0"/>
          <a:chOff x="0" y="0"/>
          <a:chExt cx="0" cy="0"/>
        </a:xfrm>
      </p:grpSpPr>
      <p:sp>
        <p:nvSpPr>
          <p:cNvPr id="2630" name="Google Shape;2630;p111"/>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Helvetica Neue"/>
              <a:buNone/>
            </a:pPr>
            <a:r>
              <a:rPr b="0" lang="en-US">
                <a:latin typeface="Helvetica Neue"/>
                <a:ea typeface="Helvetica Neue"/>
                <a:cs typeface="Helvetica Neue"/>
                <a:sym typeface="Helvetica Neue"/>
              </a:rPr>
              <a:t>Projection properties</a:t>
            </a:r>
            <a:endParaRPr/>
          </a:p>
        </p:txBody>
      </p:sp>
      <p:sp>
        <p:nvSpPr>
          <p:cNvPr id="2631" name="Google Shape;2631;p111"/>
          <p:cNvSpPr txBox="1"/>
          <p:nvPr>
            <p:ph idx="1" type="body"/>
          </p:nvPr>
        </p:nvSpPr>
        <p:spPr>
          <a:xfrm>
            <a:off x="1219200" y="3200402"/>
            <a:ext cx="21945600" cy="9051926"/>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Font typeface="Open Sans"/>
              <a:buChar char="•"/>
            </a:pPr>
            <a:r>
              <a:rPr lang="en-US" sz="6400">
                <a:latin typeface="Open Sans"/>
                <a:ea typeface="Open Sans"/>
                <a:cs typeface="Open Sans"/>
                <a:sym typeface="Open Sans"/>
              </a:rPr>
              <a:t>Many-to-one: any points along same ray map to same point in image</a:t>
            </a:r>
            <a:endParaRPr/>
          </a:p>
          <a:p>
            <a:pPr indent="-685800" lvl="0" marL="685800" rtl="0" algn="l">
              <a:lnSpc>
                <a:spcPct val="100000"/>
              </a:lnSpc>
              <a:spcBef>
                <a:spcPts val="1500"/>
              </a:spcBef>
              <a:spcAft>
                <a:spcPts val="0"/>
              </a:spcAft>
              <a:buClr>
                <a:srgbClr val="000000"/>
              </a:buClr>
              <a:buSzPts val="6400"/>
              <a:buFont typeface="Open Sans"/>
              <a:buChar char="•"/>
            </a:pPr>
            <a:r>
              <a:rPr lang="en-US" sz="6400">
                <a:latin typeface="Open Sans"/>
                <a:ea typeface="Open Sans"/>
                <a:cs typeface="Open Sans"/>
                <a:sym typeface="Open Sans"/>
              </a:rPr>
              <a:t>Points → points</a:t>
            </a:r>
            <a:endParaRPr/>
          </a:p>
          <a:p>
            <a:pPr indent="-685800" lvl="0" marL="685800" rtl="0" algn="l">
              <a:lnSpc>
                <a:spcPct val="100000"/>
              </a:lnSpc>
              <a:spcBef>
                <a:spcPts val="1500"/>
              </a:spcBef>
              <a:spcAft>
                <a:spcPts val="0"/>
              </a:spcAft>
              <a:buClr>
                <a:srgbClr val="000000"/>
              </a:buClr>
              <a:buSzPts val="6400"/>
              <a:buFont typeface="Open Sans"/>
              <a:buChar char="•"/>
            </a:pPr>
            <a:r>
              <a:rPr lang="en-US" sz="6400">
                <a:latin typeface="Open Sans"/>
                <a:ea typeface="Open Sans"/>
                <a:cs typeface="Open Sans"/>
                <a:sym typeface="Open Sans"/>
              </a:rPr>
              <a:t>Lines → lines (collinearity is preserved)</a:t>
            </a:r>
            <a:endParaRPr/>
          </a:p>
          <a:p>
            <a:pPr indent="-571500" lvl="1" marL="1028700" rtl="0" algn="l">
              <a:lnSpc>
                <a:spcPct val="100000"/>
              </a:lnSpc>
              <a:spcBef>
                <a:spcPts val="1300"/>
              </a:spcBef>
              <a:spcAft>
                <a:spcPts val="0"/>
              </a:spcAft>
              <a:buClr>
                <a:srgbClr val="000000"/>
              </a:buClr>
              <a:buSzPts val="5600"/>
              <a:buChar char="–"/>
            </a:pPr>
            <a:r>
              <a:rPr lang="en-US" sz="5600"/>
              <a:t>But line through focal point projects to a point</a:t>
            </a:r>
            <a:endParaRPr/>
          </a:p>
          <a:p>
            <a:pPr indent="-685800" lvl="0" marL="685800" rtl="0" algn="l">
              <a:lnSpc>
                <a:spcPct val="100000"/>
              </a:lnSpc>
              <a:spcBef>
                <a:spcPts val="1500"/>
              </a:spcBef>
              <a:spcAft>
                <a:spcPts val="0"/>
              </a:spcAft>
              <a:buClr>
                <a:srgbClr val="000000"/>
              </a:buClr>
              <a:buSzPts val="6400"/>
              <a:buFont typeface="Open Sans"/>
              <a:buChar char="•"/>
            </a:pPr>
            <a:r>
              <a:rPr lang="en-US" sz="6400">
                <a:latin typeface="Open Sans"/>
                <a:ea typeface="Open Sans"/>
                <a:cs typeface="Open Sans"/>
                <a:sym typeface="Open Sans"/>
              </a:rPr>
              <a:t>Planes → planes (or half-planes)</a:t>
            </a:r>
            <a:endParaRPr/>
          </a:p>
          <a:p>
            <a:pPr indent="-571500" lvl="1" marL="1028700" rtl="0" algn="l">
              <a:lnSpc>
                <a:spcPct val="100000"/>
              </a:lnSpc>
              <a:spcBef>
                <a:spcPts val="1300"/>
              </a:spcBef>
              <a:spcAft>
                <a:spcPts val="0"/>
              </a:spcAft>
              <a:buClr>
                <a:srgbClr val="000000"/>
              </a:buClr>
              <a:buSzPts val="5600"/>
              <a:buChar char="–"/>
            </a:pPr>
            <a:r>
              <a:rPr lang="en-US" sz="5600"/>
              <a:t>But plane through focal point projects to line</a:t>
            </a:r>
            <a:endParaRPr/>
          </a:p>
        </p:txBody>
      </p:sp>
      <p:sp>
        <p:nvSpPr>
          <p:cNvPr id="2632" name="Google Shape;2632;p111"/>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633" name="Google Shape;2633;p111"/>
          <p:cNvSpPr txBox="1"/>
          <p:nvPr/>
        </p:nvSpPr>
        <p:spPr>
          <a:xfrm>
            <a:off x="20657248" y="12947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7" name="Shape 2637"/>
        <p:cNvGrpSpPr/>
        <p:nvPr/>
      </p:nvGrpSpPr>
      <p:grpSpPr>
        <a:xfrm>
          <a:off x="0" y="0"/>
          <a:ext cx="0" cy="0"/>
          <a:chOff x="0" y="0"/>
          <a:chExt cx="0" cy="0"/>
        </a:xfrm>
      </p:grpSpPr>
      <p:sp>
        <p:nvSpPr>
          <p:cNvPr id="2638" name="Google Shape;2638;p112"/>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rPr b="1" lang="en-US" sz="8800">
                <a:latin typeface="Open Sans"/>
                <a:ea typeface="Open Sans"/>
                <a:cs typeface="Open Sans"/>
                <a:sym typeface="Open Sans"/>
              </a:rPr>
              <a:t>Projection properties</a:t>
            </a:r>
            <a:endParaRPr/>
          </a:p>
        </p:txBody>
      </p:sp>
      <p:sp>
        <p:nvSpPr>
          <p:cNvPr id="2639" name="Google Shape;2639;p112"/>
          <p:cNvSpPr txBox="1"/>
          <p:nvPr>
            <p:ph idx="1" type="body"/>
          </p:nvPr>
        </p:nvSpPr>
        <p:spPr>
          <a:xfrm>
            <a:off x="1219200" y="2946402"/>
            <a:ext cx="21945600" cy="9051926"/>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Font typeface="Open Sans"/>
              <a:buChar char="•"/>
            </a:pPr>
            <a:r>
              <a:rPr lang="en-US" sz="6400">
                <a:latin typeface="Open Sans"/>
                <a:ea typeface="Open Sans"/>
                <a:cs typeface="Open Sans"/>
                <a:sym typeface="Open Sans"/>
              </a:rPr>
              <a:t>Parallel lines converge at a vanishing point</a:t>
            </a:r>
            <a:endParaRPr/>
          </a:p>
          <a:p>
            <a:pPr indent="-571500" lvl="1" marL="1028700" rtl="0" algn="l">
              <a:lnSpc>
                <a:spcPct val="100000"/>
              </a:lnSpc>
              <a:spcBef>
                <a:spcPts val="1300"/>
              </a:spcBef>
              <a:spcAft>
                <a:spcPts val="0"/>
              </a:spcAft>
              <a:buClr>
                <a:srgbClr val="000000"/>
              </a:buClr>
              <a:buSzPts val="5600"/>
              <a:buChar char="–"/>
            </a:pPr>
            <a:r>
              <a:rPr lang="en-US" sz="5600"/>
              <a:t>Each direction in space has its own vanishing point</a:t>
            </a:r>
            <a:endParaRPr/>
          </a:p>
          <a:p>
            <a:pPr indent="-571500" lvl="1" marL="1028700" rtl="0" algn="l">
              <a:lnSpc>
                <a:spcPct val="100000"/>
              </a:lnSpc>
              <a:spcBef>
                <a:spcPts val="1300"/>
              </a:spcBef>
              <a:spcAft>
                <a:spcPts val="0"/>
              </a:spcAft>
              <a:buClr>
                <a:srgbClr val="000000"/>
              </a:buClr>
              <a:buSzPts val="5600"/>
              <a:buChar char="–"/>
            </a:pPr>
            <a:r>
              <a:rPr lang="en-US" sz="5600"/>
              <a:t>But lines parallel to the image plane remain parallel</a:t>
            </a:r>
            <a:endParaRPr/>
          </a:p>
        </p:txBody>
      </p:sp>
      <p:pic>
        <p:nvPicPr>
          <p:cNvPr descr="Picture 9" id="2640" name="Google Shape;2640;p112"/>
          <p:cNvPicPr preferRelativeResize="0"/>
          <p:nvPr/>
        </p:nvPicPr>
        <p:blipFill rotWithShape="1">
          <a:blip r:embed="rId3">
            <a:alphaModFix/>
          </a:blip>
          <a:srcRect b="0" l="0" r="0" t="0"/>
          <a:stretch/>
        </p:blipFill>
        <p:spPr>
          <a:xfrm>
            <a:off x="15849600" y="6553200"/>
            <a:ext cx="4737100" cy="7010400"/>
          </a:xfrm>
          <a:prstGeom prst="rect">
            <a:avLst/>
          </a:prstGeom>
          <a:noFill/>
          <a:ln>
            <a:noFill/>
          </a:ln>
        </p:spPr>
      </p:pic>
      <p:pic>
        <p:nvPicPr>
          <p:cNvPr descr="Object 11" id="2641" name="Google Shape;2641;p112"/>
          <p:cNvPicPr preferRelativeResize="0"/>
          <p:nvPr/>
        </p:nvPicPr>
        <p:blipFill rotWithShape="1">
          <a:blip r:embed="rId4">
            <a:alphaModFix/>
          </a:blip>
          <a:srcRect b="0" l="0" r="0" t="0"/>
          <a:stretch/>
        </p:blipFill>
        <p:spPr>
          <a:xfrm>
            <a:off x="3200400" y="6705600"/>
            <a:ext cx="12649200" cy="6394450"/>
          </a:xfrm>
          <a:prstGeom prst="rect">
            <a:avLst/>
          </a:prstGeom>
          <a:noFill/>
          <a:ln>
            <a:noFill/>
          </a:ln>
        </p:spPr>
      </p:pic>
      <p:sp>
        <p:nvSpPr>
          <p:cNvPr id="2642" name="Google Shape;2642;p112"/>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643" name="Google Shape;2643;p112"/>
          <p:cNvSpPr txBox="1"/>
          <p:nvPr/>
        </p:nvSpPr>
        <p:spPr>
          <a:xfrm>
            <a:off x="20911248" y="12947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7" name="Shape 2647"/>
        <p:cNvGrpSpPr/>
        <p:nvPr/>
      </p:nvGrpSpPr>
      <p:grpSpPr>
        <a:xfrm>
          <a:off x="0" y="0"/>
          <a:ext cx="0" cy="0"/>
          <a:chOff x="0" y="0"/>
          <a:chExt cx="0" cy="0"/>
        </a:xfrm>
      </p:grpSpPr>
      <p:sp>
        <p:nvSpPr>
          <p:cNvPr id="2648" name="Google Shape;2648;p113"/>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Open Sans"/>
              <a:buNone/>
            </a:pPr>
            <a:r>
              <a:rPr b="0" lang="en-US"/>
              <a:t>Camera parameters</a:t>
            </a:r>
            <a:endParaRPr/>
          </a:p>
        </p:txBody>
      </p:sp>
      <p:sp>
        <p:nvSpPr>
          <p:cNvPr id="2649" name="Google Shape;2649;p113"/>
          <p:cNvSpPr txBox="1"/>
          <p:nvPr>
            <p:ph idx="1" type="body"/>
          </p:nvPr>
        </p:nvSpPr>
        <p:spPr>
          <a:xfrm>
            <a:off x="2286755" y="3200401"/>
            <a:ext cx="19810490" cy="1658329"/>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Char char="•"/>
            </a:pPr>
            <a:r>
              <a:rPr lang="en-US" sz="6400">
                <a:latin typeface="Open Sans"/>
                <a:ea typeface="Open Sans"/>
                <a:cs typeface="Open Sans"/>
                <a:sym typeface="Open Sans"/>
              </a:rPr>
              <a:t>How can we model the geometry of a camera?</a:t>
            </a:r>
            <a:endParaRPr/>
          </a:p>
        </p:txBody>
      </p:sp>
      <p:pic>
        <p:nvPicPr>
          <p:cNvPr descr="Picture 3" id="2650" name="Google Shape;2650;p113"/>
          <p:cNvPicPr preferRelativeResize="0"/>
          <p:nvPr/>
        </p:nvPicPr>
        <p:blipFill rotWithShape="1">
          <a:blip r:embed="rId3">
            <a:alphaModFix/>
          </a:blip>
          <a:srcRect b="0" l="0" r="0" t="0"/>
          <a:stretch/>
        </p:blipFill>
        <p:spPr>
          <a:xfrm>
            <a:off x="10972800" y="5638800"/>
            <a:ext cx="9296400" cy="6086236"/>
          </a:xfrm>
          <a:prstGeom prst="rect">
            <a:avLst/>
          </a:prstGeom>
          <a:noFill/>
          <a:ln>
            <a:noFill/>
          </a:ln>
        </p:spPr>
      </p:pic>
      <p:sp>
        <p:nvSpPr>
          <p:cNvPr id="2651" name="Google Shape;2651;p113"/>
          <p:cNvSpPr txBox="1"/>
          <p:nvPr/>
        </p:nvSpPr>
        <p:spPr>
          <a:xfrm>
            <a:off x="14417057" y="11734800"/>
            <a:ext cx="4142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“The World”</a:t>
            </a:r>
            <a:endParaRPr/>
          </a:p>
        </p:txBody>
      </p:sp>
      <p:sp>
        <p:nvSpPr>
          <p:cNvPr id="2652" name="Google Shape;2652;p113"/>
          <p:cNvSpPr txBox="1"/>
          <p:nvPr/>
        </p:nvSpPr>
        <p:spPr>
          <a:xfrm>
            <a:off x="2286755" y="5334000"/>
            <a:ext cx="3131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Camera</a:t>
            </a:r>
            <a:endParaRPr/>
          </a:p>
        </p:txBody>
      </p:sp>
      <p:grpSp>
        <p:nvGrpSpPr>
          <p:cNvPr id="2653" name="Google Shape;2653;p113"/>
          <p:cNvGrpSpPr/>
          <p:nvPr/>
        </p:nvGrpSpPr>
        <p:grpSpPr>
          <a:xfrm>
            <a:off x="11081656" y="5769429"/>
            <a:ext cx="7916325" cy="7235375"/>
            <a:chOff x="0" y="0"/>
            <a:chExt cx="7916324" cy="7235372"/>
          </a:xfrm>
        </p:grpSpPr>
        <p:cxnSp>
          <p:nvCxnSpPr>
            <p:cNvPr id="2654" name="Google Shape;2654;p113"/>
            <p:cNvCxnSpPr/>
            <p:nvPr/>
          </p:nvCxnSpPr>
          <p:spPr>
            <a:xfrm>
              <a:off x="2940784" y="4985657"/>
              <a:ext cx="3764817" cy="217716"/>
            </a:xfrm>
            <a:prstGeom prst="straightConnector1">
              <a:avLst/>
            </a:prstGeom>
            <a:noFill/>
            <a:ln cap="flat" cmpd="sng" w="114300">
              <a:solidFill>
                <a:srgbClr val="000000"/>
              </a:solidFill>
              <a:prstDash val="solid"/>
              <a:round/>
              <a:headEnd len="sm" w="sm" type="none"/>
              <a:tailEnd len="med" w="med" type="triangle"/>
            </a:ln>
          </p:spPr>
        </p:cxnSp>
        <p:cxnSp>
          <p:nvCxnSpPr>
            <p:cNvPr id="2655" name="Google Shape;2655;p113"/>
            <p:cNvCxnSpPr/>
            <p:nvPr/>
          </p:nvCxnSpPr>
          <p:spPr>
            <a:xfrm flipH="1" rot="10800000">
              <a:off x="2919012" y="631371"/>
              <a:ext cx="128989" cy="4355929"/>
            </a:xfrm>
            <a:prstGeom prst="straightConnector1">
              <a:avLst/>
            </a:prstGeom>
            <a:noFill/>
            <a:ln cap="flat" cmpd="sng" w="12700">
              <a:solidFill>
                <a:srgbClr val="4A7EBB"/>
              </a:solidFill>
              <a:prstDash val="solid"/>
              <a:round/>
              <a:headEnd len="sm" w="sm" type="none"/>
              <a:tailEnd len="med" w="med" type="triangle"/>
            </a:ln>
          </p:spPr>
        </p:cxnSp>
        <p:cxnSp>
          <p:nvCxnSpPr>
            <p:cNvPr id="2656" name="Google Shape;2656;p113"/>
            <p:cNvCxnSpPr/>
            <p:nvPr/>
          </p:nvCxnSpPr>
          <p:spPr>
            <a:xfrm flipH="1" rot="10800000">
              <a:off x="2895600" y="631371"/>
              <a:ext cx="128989" cy="4355929"/>
            </a:xfrm>
            <a:prstGeom prst="straightConnector1">
              <a:avLst/>
            </a:prstGeom>
            <a:noFill/>
            <a:ln cap="flat" cmpd="sng" w="114300">
              <a:solidFill>
                <a:srgbClr val="000000"/>
              </a:solidFill>
              <a:prstDash val="solid"/>
              <a:round/>
              <a:headEnd len="sm" w="sm" type="none"/>
              <a:tailEnd len="med" w="med" type="triangle"/>
            </a:ln>
          </p:spPr>
        </p:cxnSp>
        <p:cxnSp>
          <p:nvCxnSpPr>
            <p:cNvPr id="2657" name="Google Shape;2657;p113"/>
            <p:cNvCxnSpPr/>
            <p:nvPr/>
          </p:nvCxnSpPr>
          <p:spPr>
            <a:xfrm flipH="1">
              <a:off x="0" y="5007423"/>
              <a:ext cx="2895601" cy="1110348"/>
            </a:xfrm>
            <a:prstGeom prst="straightConnector1">
              <a:avLst/>
            </a:prstGeom>
            <a:noFill/>
            <a:ln cap="flat" cmpd="sng" w="114300">
              <a:solidFill>
                <a:srgbClr val="000000"/>
              </a:solidFill>
              <a:prstDash val="solid"/>
              <a:round/>
              <a:headEnd len="sm" w="sm" type="none"/>
              <a:tailEnd len="med" w="med" type="triangle"/>
            </a:ln>
          </p:spPr>
        </p:cxnSp>
        <p:cxnSp>
          <p:nvCxnSpPr>
            <p:cNvPr id="2658" name="Google Shape;2658;p113"/>
            <p:cNvCxnSpPr/>
            <p:nvPr/>
          </p:nvCxnSpPr>
          <p:spPr>
            <a:xfrm>
              <a:off x="6646323" y="4816807"/>
              <a:ext cx="1270001" cy="1270001"/>
            </a:xfrm>
            <a:prstGeom prst="straightConnector1">
              <a:avLst/>
            </a:prstGeom>
            <a:noFill/>
            <a:ln>
              <a:noFill/>
            </a:ln>
          </p:spPr>
        </p:cxnSp>
        <p:cxnSp>
          <p:nvCxnSpPr>
            <p:cNvPr id="2659" name="Google Shape;2659;p113"/>
            <p:cNvCxnSpPr/>
            <p:nvPr/>
          </p:nvCxnSpPr>
          <p:spPr>
            <a:xfrm>
              <a:off x="3122376" y="0"/>
              <a:ext cx="1270001" cy="1270000"/>
            </a:xfrm>
            <a:prstGeom prst="straightConnector1">
              <a:avLst/>
            </a:prstGeom>
            <a:noFill/>
            <a:ln>
              <a:noFill/>
            </a:ln>
          </p:spPr>
        </p:cxnSp>
        <p:cxnSp>
          <p:nvCxnSpPr>
            <p:cNvPr id="2660" name="Google Shape;2660;p113"/>
            <p:cNvCxnSpPr/>
            <p:nvPr/>
          </p:nvCxnSpPr>
          <p:spPr>
            <a:xfrm>
              <a:off x="93124" y="5965371"/>
              <a:ext cx="1270001" cy="1270001"/>
            </a:xfrm>
            <a:prstGeom prst="straightConnector1">
              <a:avLst/>
            </a:prstGeom>
            <a:noFill/>
            <a:ln>
              <a:noFill/>
            </a:ln>
          </p:spPr>
        </p:cxnSp>
      </p:grpSp>
      <p:pic>
        <p:nvPicPr>
          <p:cNvPr descr="Picture 3" id="2661" name="Google Shape;2661;p113"/>
          <p:cNvPicPr preferRelativeResize="0"/>
          <p:nvPr/>
        </p:nvPicPr>
        <p:blipFill rotWithShape="1">
          <a:blip r:embed="rId4">
            <a:alphaModFix/>
          </a:blip>
          <a:srcRect b="0" l="0" r="0" t="0"/>
          <a:stretch/>
        </p:blipFill>
        <p:spPr>
          <a:xfrm>
            <a:off x="4066471" y="6119898"/>
            <a:ext cx="2550449" cy="1875643"/>
          </a:xfrm>
          <a:prstGeom prst="rect">
            <a:avLst/>
          </a:prstGeom>
          <a:noFill/>
          <a:ln>
            <a:noFill/>
          </a:ln>
        </p:spPr>
      </p:pic>
      <p:grpSp>
        <p:nvGrpSpPr>
          <p:cNvPr id="2662" name="Google Shape;2662;p113"/>
          <p:cNvGrpSpPr/>
          <p:nvPr/>
        </p:nvGrpSpPr>
        <p:grpSpPr>
          <a:xfrm>
            <a:off x="4790603" y="5460038"/>
            <a:ext cx="4297857" cy="4616987"/>
            <a:chOff x="-1" y="0"/>
            <a:chExt cx="4297855" cy="4616986"/>
          </a:xfrm>
        </p:grpSpPr>
        <p:cxnSp>
          <p:nvCxnSpPr>
            <p:cNvPr id="2663" name="Google Shape;2663;p113"/>
            <p:cNvCxnSpPr/>
            <p:nvPr/>
          </p:nvCxnSpPr>
          <p:spPr>
            <a:xfrm flipH="1" rot="10800000">
              <a:off x="760" y="659861"/>
              <a:ext cx="2910935" cy="1159817"/>
            </a:xfrm>
            <a:prstGeom prst="straightConnector1">
              <a:avLst/>
            </a:prstGeom>
            <a:noFill/>
            <a:ln cap="flat" cmpd="sng" w="63500">
              <a:solidFill>
                <a:srgbClr val="376092"/>
              </a:solidFill>
              <a:prstDash val="solid"/>
              <a:round/>
              <a:headEnd len="sm" w="sm" type="none"/>
              <a:tailEnd len="med" w="med" type="triangle"/>
            </a:ln>
          </p:spPr>
        </p:cxnSp>
        <p:cxnSp>
          <p:nvCxnSpPr>
            <p:cNvPr id="2664" name="Google Shape;2664;p113"/>
            <p:cNvCxnSpPr/>
            <p:nvPr/>
          </p:nvCxnSpPr>
          <p:spPr>
            <a:xfrm flipH="1">
              <a:off x="-1" y="1819677"/>
              <a:ext cx="2" cy="2020541"/>
            </a:xfrm>
            <a:prstGeom prst="straightConnector1">
              <a:avLst/>
            </a:prstGeom>
            <a:noFill/>
            <a:ln cap="flat" cmpd="sng" w="63500">
              <a:solidFill>
                <a:srgbClr val="376092"/>
              </a:solidFill>
              <a:prstDash val="solid"/>
              <a:round/>
              <a:headEnd len="sm" w="sm" type="none"/>
              <a:tailEnd len="med" w="med" type="triangle"/>
            </a:ln>
          </p:spPr>
        </p:cxnSp>
        <p:cxnSp>
          <p:nvCxnSpPr>
            <p:cNvPr id="2665" name="Google Shape;2665;p113"/>
            <p:cNvCxnSpPr/>
            <p:nvPr/>
          </p:nvCxnSpPr>
          <p:spPr>
            <a:xfrm>
              <a:off x="756" y="1819675"/>
              <a:ext cx="3044518" cy="434932"/>
            </a:xfrm>
            <a:prstGeom prst="straightConnector1">
              <a:avLst/>
            </a:prstGeom>
            <a:noFill/>
            <a:ln cap="flat" cmpd="sng" w="63500">
              <a:solidFill>
                <a:srgbClr val="376092"/>
              </a:solidFill>
              <a:prstDash val="solid"/>
              <a:round/>
              <a:headEnd len="sm" w="sm" type="none"/>
              <a:tailEnd len="med" w="med" type="triangle"/>
            </a:ln>
          </p:spPr>
        </p:cxnSp>
        <p:cxnSp>
          <p:nvCxnSpPr>
            <p:cNvPr id="2666" name="Google Shape;2666;p113"/>
            <p:cNvCxnSpPr/>
            <p:nvPr/>
          </p:nvCxnSpPr>
          <p:spPr>
            <a:xfrm>
              <a:off x="114853" y="3346985"/>
              <a:ext cx="1270001" cy="1270001"/>
            </a:xfrm>
            <a:prstGeom prst="straightConnector1">
              <a:avLst/>
            </a:prstGeom>
            <a:noFill/>
            <a:ln>
              <a:noFill/>
            </a:ln>
          </p:spPr>
        </p:cxnSp>
        <p:cxnSp>
          <p:nvCxnSpPr>
            <p:cNvPr id="2667" name="Google Shape;2667;p113"/>
            <p:cNvCxnSpPr/>
            <p:nvPr/>
          </p:nvCxnSpPr>
          <p:spPr>
            <a:xfrm>
              <a:off x="2424338" y="0"/>
              <a:ext cx="1270001" cy="1270000"/>
            </a:xfrm>
            <a:prstGeom prst="straightConnector1">
              <a:avLst/>
            </a:prstGeom>
            <a:noFill/>
            <a:ln>
              <a:noFill/>
            </a:ln>
          </p:spPr>
        </p:cxnSp>
        <p:cxnSp>
          <p:nvCxnSpPr>
            <p:cNvPr id="2668" name="Google Shape;2668;p113"/>
            <p:cNvCxnSpPr/>
            <p:nvPr/>
          </p:nvCxnSpPr>
          <p:spPr>
            <a:xfrm>
              <a:off x="3027853" y="1838813"/>
              <a:ext cx="1270001" cy="1270001"/>
            </a:xfrm>
            <a:prstGeom prst="straightConnector1">
              <a:avLst/>
            </a:prstGeom>
            <a:noFill/>
            <a:ln>
              <a:noFill/>
            </a:ln>
          </p:spPr>
        </p:cxnSp>
      </p:grpSp>
      <p:grpSp>
        <p:nvGrpSpPr>
          <p:cNvPr id="2669" name="Google Shape;2669;p113"/>
          <p:cNvGrpSpPr/>
          <p:nvPr/>
        </p:nvGrpSpPr>
        <p:grpSpPr>
          <a:xfrm>
            <a:off x="13760507" y="10493827"/>
            <a:ext cx="1270001" cy="1514810"/>
            <a:chOff x="0" y="0"/>
            <a:chExt cx="1270000" cy="1514808"/>
          </a:xfrm>
        </p:grpSpPr>
        <p:sp>
          <p:nvSpPr>
            <p:cNvPr id="2670" name="Google Shape;2670;p113"/>
            <p:cNvSpPr/>
            <p:nvPr/>
          </p:nvSpPr>
          <p:spPr>
            <a:xfrm>
              <a:off x="20804" y="0"/>
              <a:ext cx="457201" cy="457200"/>
            </a:xfrm>
            <a:prstGeom prst="ellipse">
              <a:avLst/>
            </a:prstGeom>
            <a:solidFill>
              <a:srgbClr val="FF0000"/>
            </a:solid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cxnSp>
          <p:nvCxnSpPr>
            <p:cNvPr id="2671" name="Google Shape;2671;p113"/>
            <p:cNvCxnSpPr/>
            <p:nvPr/>
          </p:nvCxnSpPr>
          <p:spPr>
            <a:xfrm>
              <a:off x="0" y="244807"/>
              <a:ext cx="1270000" cy="1270001"/>
            </a:xfrm>
            <a:prstGeom prst="straightConnector1">
              <a:avLst/>
            </a:prstGeom>
            <a:noFill/>
            <a:ln>
              <a:noFill/>
            </a:ln>
          </p:spPr>
        </p:cxnSp>
      </p:grpSp>
      <p:grpSp>
        <p:nvGrpSpPr>
          <p:cNvPr id="2672" name="Google Shape;2672;p113"/>
          <p:cNvGrpSpPr/>
          <p:nvPr/>
        </p:nvGrpSpPr>
        <p:grpSpPr>
          <a:xfrm>
            <a:off x="3538947" y="6754565"/>
            <a:ext cx="1354840" cy="792482"/>
            <a:chOff x="0" y="0"/>
            <a:chExt cx="1354839" cy="792480"/>
          </a:xfrm>
        </p:grpSpPr>
        <p:sp>
          <p:nvSpPr>
            <p:cNvPr id="2673" name="Google Shape;2673;p113"/>
            <p:cNvSpPr/>
            <p:nvPr/>
          </p:nvSpPr>
          <p:spPr>
            <a:xfrm>
              <a:off x="1050038" y="413656"/>
              <a:ext cx="304801" cy="304801"/>
            </a:xfrm>
            <a:prstGeom prst="ellipse">
              <a:avLst/>
            </a:prstGeom>
            <a:solidFill>
              <a:srgbClr val="00FF00"/>
            </a:solid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674" name="Google Shape;2674;p113"/>
            <p:cNvSpPr/>
            <p:nvPr/>
          </p:nvSpPr>
          <p:spPr>
            <a:xfrm>
              <a:off x="0" y="0"/>
              <a:ext cx="1296413" cy="792480"/>
            </a:xfrm>
            <a:prstGeom prst="rect">
              <a:avLst/>
            </a:prstGeom>
            <a:solidFill>
              <a:srgbClr val="EEECE1">
                <a:alpha val="14901"/>
              </a:srgbClr>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Open Sans"/>
                <a:buNone/>
              </a:pPr>
              <a:r>
                <a:rPr b="1" i="1" lang="en-US" sz="4000" u="none" cap="none" strike="noStrike">
                  <a:solidFill>
                    <a:srgbClr val="000000"/>
                  </a:solidFill>
                  <a:latin typeface="Open Sans"/>
                  <a:ea typeface="Open Sans"/>
                  <a:cs typeface="Open Sans"/>
                  <a:sym typeface="Open Sans"/>
                </a:rPr>
                <a:t>COP</a:t>
              </a:r>
              <a:endParaRPr/>
            </a:p>
          </p:txBody>
        </p:sp>
      </p:grpSp>
      <p:sp>
        <p:nvSpPr>
          <p:cNvPr id="2675" name="Google Shape;2675;p113"/>
          <p:cNvSpPr txBox="1"/>
          <p:nvPr/>
        </p:nvSpPr>
        <p:spPr>
          <a:xfrm>
            <a:off x="1615439" y="9906000"/>
            <a:ext cx="11185037" cy="323088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Open Sans"/>
              <a:buNone/>
            </a:pPr>
            <a:r>
              <a:rPr b="0" i="0" lang="en-US" sz="4000" u="none" cap="none" strike="noStrike">
                <a:solidFill>
                  <a:srgbClr val="000000"/>
                </a:solidFill>
                <a:latin typeface="Open Sans"/>
                <a:ea typeface="Open Sans"/>
                <a:cs typeface="Open Sans"/>
                <a:sym typeface="Open Sans"/>
              </a:rPr>
              <a:t>Three important coordinate systems:</a:t>
            </a:r>
            <a:endParaRPr/>
          </a:p>
          <a:p>
            <a:pPr indent="-914400" lvl="0" marL="914400" marR="0" rtl="0" algn="l">
              <a:lnSpc>
                <a:spcPct val="100000"/>
              </a:lnSpc>
              <a:spcBef>
                <a:spcPts val="0"/>
              </a:spcBef>
              <a:spcAft>
                <a:spcPts val="0"/>
              </a:spcAft>
              <a:buClr>
                <a:srgbClr val="000000"/>
              </a:buClr>
              <a:buSzPts val="4000"/>
              <a:buFont typeface="Open Sans"/>
              <a:buAutoNum type="arabicPeriod"/>
            </a:pPr>
            <a:r>
              <a:rPr b="0" i="1" lang="en-US" sz="4000" u="none" cap="none" strike="noStrike">
                <a:solidFill>
                  <a:srgbClr val="000000"/>
                </a:solidFill>
                <a:latin typeface="Open Sans"/>
                <a:ea typeface="Open Sans"/>
                <a:cs typeface="Open Sans"/>
                <a:sym typeface="Open Sans"/>
              </a:rPr>
              <a:t>World </a:t>
            </a:r>
            <a:r>
              <a:rPr b="0" i="0" lang="en-US" sz="4000" u="none" cap="none" strike="noStrike">
                <a:solidFill>
                  <a:srgbClr val="000000"/>
                </a:solidFill>
                <a:latin typeface="Open Sans"/>
                <a:ea typeface="Open Sans"/>
                <a:cs typeface="Open Sans"/>
                <a:sym typeface="Open Sans"/>
              </a:rPr>
              <a:t>coordinates</a:t>
            </a:r>
            <a:endParaRPr b="1" i="0" sz="3000" u="none" cap="none" strike="noStrike">
              <a:solidFill>
                <a:srgbClr val="000000"/>
              </a:solidFill>
              <a:latin typeface="Helvetica Neue"/>
              <a:ea typeface="Helvetica Neue"/>
              <a:cs typeface="Helvetica Neue"/>
              <a:sym typeface="Helvetica Neue"/>
            </a:endParaRPr>
          </a:p>
          <a:p>
            <a:pPr indent="-914400" lvl="0" marL="914400" marR="0" rtl="0" algn="l">
              <a:lnSpc>
                <a:spcPct val="100000"/>
              </a:lnSpc>
              <a:spcBef>
                <a:spcPts val="0"/>
              </a:spcBef>
              <a:spcAft>
                <a:spcPts val="0"/>
              </a:spcAft>
              <a:buClr>
                <a:srgbClr val="000000"/>
              </a:buClr>
              <a:buSzPts val="4000"/>
              <a:buFont typeface="Open Sans"/>
              <a:buAutoNum type="arabicPeriod"/>
            </a:pPr>
            <a:r>
              <a:rPr b="0" i="1" lang="en-US" sz="4000" u="none" cap="none" strike="noStrike">
                <a:solidFill>
                  <a:srgbClr val="000000"/>
                </a:solidFill>
                <a:latin typeface="Open Sans"/>
                <a:ea typeface="Open Sans"/>
                <a:cs typeface="Open Sans"/>
                <a:sym typeface="Open Sans"/>
              </a:rPr>
              <a:t>Camera </a:t>
            </a:r>
            <a:r>
              <a:rPr b="0" i="0" lang="en-US" sz="4000" u="none" cap="none" strike="noStrike">
                <a:solidFill>
                  <a:srgbClr val="000000"/>
                </a:solidFill>
                <a:latin typeface="Open Sans"/>
                <a:ea typeface="Open Sans"/>
                <a:cs typeface="Open Sans"/>
                <a:sym typeface="Open Sans"/>
              </a:rPr>
              <a:t>coordinates</a:t>
            </a:r>
            <a:endParaRPr b="1" i="0" sz="3000" u="none" cap="none" strike="noStrike">
              <a:solidFill>
                <a:srgbClr val="000000"/>
              </a:solidFill>
              <a:latin typeface="Helvetica Neue"/>
              <a:ea typeface="Helvetica Neue"/>
              <a:cs typeface="Helvetica Neue"/>
              <a:sym typeface="Helvetica Neue"/>
            </a:endParaRPr>
          </a:p>
          <a:p>
            <a:pPr indent="-914400" lvl="0" marL="914400" marR="0" rtl="0" algn="l">
              <a:lnSpc>
                <a:spcPct val="100000"/>
              </a:lnSpc>
              <a:spcBef>
                <a:spcPts val="0"/>
              </a:spcBef>
              <a:spcAft>
                <a:spcPts val="0"/>
              </a:spcAft>
              <a:buClr>
                <a:srgbClr val="000000"/>
              </a:buClr>
              <a:buSzPts val="4000"/>
              <a:buFont typeface="Open Sans"/>
              <a:buAutoNum type="arabicPeriod"/>
            </a:pPr>
            <a:r>
              <a:rPr b="0" i="1" lang="en-US" sz="4000" u="none" cap="none" strike="noStrike">
                <a:solidFill>
                  <a:srgbClr val="000000"/>
                </a:solidFill>
                <a:latin typeface="Open Sans"/>
                <a:ea typeface="Open Sans"/>
                <a:cs typeface="Open Sans"/>
                <a:sym typeface="Open Sans"/>
              </a:rPr>
              <a:t>Image</a:t>
            </a:r>
            <a:r>
              <a:rPr b="0" i="0" lang="en-US" sz="4000" u="none" cap="none" strike="noStrike">
                <a:solidFill>
                  <a:srgbClr val="000000"/>
                </a:solidFill>
                <a:latin typeface="Open Sans"/>
                <a:ea typeface="Open Sans"/>
                <a:cs typeface="Open Sans"/>
                <a:sym typeface="Open Sans"/>
              </a:rPr>
              <a:t> coordinates</a:t>
            </a:r>
            <a:endParaRPr/>
          </a:p>
        </p:txBody>
      </p:sp>
      <p:grpSp>
        <p:nvGrpSpPr>
          <p:cNvPr id="2676" name="Google Shape;2676;p113"/>
          <p:cNvGrpSpPr/>
          <p:nvPr/>
        </p:nvGrpSpPr>
        <p:grpSpPr>
          <a:xfrm>
            <a:off x="17769840" y="6096001"/>
            <a:ext cx="1660274" cy="1186210"/>
            <a:chOff x="0" y="0"/>
            <a:chExt cx="1660272" cy="1186208"/>
          </a:xfrm>
        </p:grpSpPr>
        <p:sp>
          <p:nvSpPr>
            <p:cNvPr id="2677" name="Google Shape;2677;p113"/>
            <p:cNvSpPr/>
            <p:nvPr/>
          </p:nvSpPr>
          <p:spPr>
            <a:xfrm>
              <a:off x="96747" y="725711"/>
              <a:ext cx="460501" cy="460497"/>
            </a:xfrm>
            <a:prstGeom prst="ellipse">
              <a:avLst/>
            </a:prstGeom>
            <a:solidFill>
              <a:srgbClr val="FFFF00"/>
            </a:solid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678" name="Google Shape;2678;p113"/>
            <p:cNvSpPr txBox="1"/>
            <p:nvPr/>
          </p:nvSpPr>
          <p:spPr>
            <a:xfrm>
              <a:off x="0" y="0"/>
              <a:ext cx="1660272" cy="72898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C000"/>
                </a:buClr>
                <a:buSzPts val="3600"/>
                <a:buFont typeface="Open Sans"/>
                <a:buNone/>
              </a:pPr>
              <a:r>
                <a:rPr b="0" i="0" lang="en-US" sz="3600" u="none" cap="none" strike="noStrike">
                  <a:solidFill>
                    <a:srgbClr val="FFC000"/>
                  </a:solidFill>
                  <a:latin typeface="Open Sans"/>
                  <a:ea typeface="Open Sans"/>
                  <a:cs typeface="Open Sans"/>
                  <a:sym typeface="Open Sans"/>
                </a:rPr>
                <a:t>(x, y, z)</a:t>
              </a:r>
              <a:endParaRPr/>
            </a:p>
          </p:txBody>
        </p:sp>
      </p:grpSp>
      <p:sp>
        <p:nvSpPr>
          <p:cNvPr id="2679" name="Google Shape;2679;p113"/>
          <p:cNvSpPr txBox="1"/>
          <p:nvPr/>
        </p:nvSpPr>
        <p:spPr>
          <a:xfrm>
            <a:off x="1615439" y="12649200"/>
            <a:ext cx="20391121" cy="79248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Open Sans"/>
              <a:buNone/>
            </a:pPr>
            <a:r>
              <a:rPr b="0" i="0" lang="en-US" sz="4000" u="none" cap="none" strike="noStrike">
                <a:solidFill>
                  <a:srgbClr val="000000"/>
                </a:solidFill>
                <a:latin typeface="Open Sans"/>
                <a:ea typeface="Open Sans"/>
                <a:cs typeface="Open Sans"/>
                <a:sym typeface="Open Sans"/>
              </a:rPr>
              <a:t>How do we project a given world point (x, y, z) to an image point?</a:t>
            </a:r>
            <a:endParaRPr/>
          </a:p>
        </p:txBody>
      </p:sp>
      <p:sp>
        <p:nvSpPr>
          <p:cNvPr id="2680" name="Google Shape;2680;p113"/>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681" name="Google Shape;2681;p113"/>
          <p:cNvSpPr txBox="1"/>
          <p:nvPr/>
        </p:nvSpPr>
        <p:spPr>
          <a:xfrm>
            <a:off x="20657248" y="12947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5" name="Shape 2685"/>
        <p:cNvGrpSpPr/>
        <p:nvPr/>
      </p:nvGrpSpPr>
      <p:grpSpPr>
        <a:xfrm>
          <a:off x="0" y="0"/>
          <a:ext cx="0" cy="0"/>
          <a:chOff x="0" y="0"/>
          <a:chExt cx="0" cy="0"/>
        </a:xfrm>
      </p:grpSpPr>
      <p:sp>
        <p:nvSpPr>
          <p:cNvPr id="2686" name="Google Shape;2686;p114"/>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Open Sans"/>
              <a:buNone/>
            </a:pPr>
            <a:r>
              <a:rPr b="0" lang="en-US"/>
              <a:t>Coordinate frames</a:t>
            </a:r>
            <a:endParaRPr/>
          </a:p>
        </p:txBody>
      </p:sp>
      <p:pic>
        <p:nvPicPr>
          <p:cNvPr descr="Picture 3" id="2687" name="Google Shape;2687;p114"/>
          <p:cNvPicPr preferRelativeResize="0"/>
          <p:nvPr/>
        </p:nvPicPr>
        <p:blipFill rotWithShape="1">
          <a:blip r:embed="rId3">
            <a:alphaModFix/>
          </a:blip>
          <a:srcRect b="0" l="0" r="0" t="0"/>
          <a:stretch/>
        </p:blipFill>
        <p:spPr>
          <a:xfrm>
            <a:off x="1676400" y="3068041"/>
            <a:ext cx="21031200" cy="7579917"/>
          </a:xfrm>
          <a:prstGeom prst="rect">
            <a:avLst/>
          </a:prstGeom>
          <a:noFill/>
          <a:ln>
            <a:noFill/>
          </a:ln>
        </p:spPr>
      </p:pic>
      <p:sp>
        <p:nvSpPr>
          <p:cNvPr id="2688" name="Google Shape;2688;p114"/>
          <p:cNvSpPr txBox="1"/>
          <p:nvPr/>
        </p:nvSpPr>
        <p:spPr>
          <a:xfrm>
            <a:off x="3000999" y="10668000"/>
            <a:ext cx="5097682" cy="91948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World coordinates</a:t>
            </a:r>
            <a:endParaRPr/>
          </a:p>
        </p:txBody>
      </p:sp>
      <p:sp>
        <p:nvSpPr>
          <p:cNvPr id="2689" name="Google Shape;2689;p114"/>
          <p:cNvSpPr txBox="1"/>
          <p:nvPr/>
        </p:nvSpPr>
        <p:spPr>
          <a:xfrm>
            <a:off x="9956717" y="10668000"/>
            <a:ext cx="5684660" cy="91948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Camera coordinates</a:t>
            </a:r>
            <a:endParaRPr/>
          </a:p>
        </p:txBody>
      </p:sp>
      <p:sp>
        <p:nvSpPr>
          <p:cNvPr id="2690" name="Google Shape;2690;p114"/>
          <p:cNvSpPr txBox="1"/>
          <p:nvPr/>
        </p:nvSpPr>
        <p:spPr>
          <a:xfrm>
            <a:off x="17338010" y="10668000"/>
            <a:ext cx="5210791" cy="91948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Image coordinates</a:t>
            </a:r>
            <a:endParaRPr/>
          </a:p>
        </p:txBody>
      </p:sp>
      <p:sp>
        <p:nvSpPr>
          <p:cNvPr id="2691" name="Google Shape;2691;p114"/>
          <p:cNvSpPr txBox="1"/>
          <p:nvPr/>
        </p:nvSpPr>
        <p:spPr>
          <a:xfrm>
            <a:off x="14985904" y="12844052"/>
            <a:ext cx="92913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Figure credit: Peter Hedman</a:t>
            </a:r>
            <a:endParaRPr/>
          </a:p>
        </p:txBody>
      </p:sp>
      <p:sp>
        <p:nvSpPr>
          <p:cNvPr id="2692" name="Google Shape;2692;p114"/>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693" name="Google Shape;2693;p114"/>
          <p:cNvSpPr txBox="1"/>
          <p:nvPr/>
        </p:nvSpPr>
        <p:spPr>
          <a:xfrm>
            <a:off x="20847748" y="125406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7" name="Shape 2697"/>
        <p:cNvGrpSpPr/>
        <p:nvPr/>
      </p:nvGrpSpPr>
      <p:grpSpPr>
        <a:xfrm>
          <a:off x="0" y="0"/>
          <a:ext cx="0" cy="0"/>
          <a:chOff x="0" y="0"/>
          <a:chExt cx="0" cy="0"/>
        </a:xfrm>
      </p:grpSpPr>
      <p:sp>
        <p:nvSpPr>
          <p:cNvPr id="2698" name="Google Shape;2698;p115"/>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Open Sans"/>
              <a:buNone/>
            </a:pPr>
            <a:r>
              <a:rPr b="0" lang="en-US"/>
              <a:t>Camera parameters</a:t>
            </a:r>
            <a:endParaRPr/>
          </a:p>
        </p:txBody>
      </p:sp>
      <p:sp>
        <p:nvSpPr>
          <p:cNvPr id="2699" name="Google Shape;2699;p115"/>
          <p:cNvSpPr txBox="1"/>
          <p:nvPr>
            <p:ph idx="1" type="body"/>
          </p:nvPr>
        </p:nvSpPr>
        <p:spPr>
          <a:xfrm>
            <a:off x="1219200" y="3200402"/>
            <a:ext cx="21945600" cy="9051926"/>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rgbClr val="000000"/>
              </a:buClr>
              <a:buSzPts val="6400"/>
              <a:buNone/>
            </a:pPr>
            <a:r>
              <a:rPr lang="en-US" sz="6400">
                <a:latin typeface="Open Sans"/>
                <a:ea typeface="Open Sans"/>
                <a:cs typeface="Open Sans"/>
                <a:sym typeface="Open Sans"/>
              </a:rPr>
              <a:t>To project a point (</a:t>
            </a:r>
            <a:r>
              <a:rPr i="1" lang="en-US"/>
              <a:t>x</a:t>
            </a:r>
            <a:r>
              <a:rPr lang="en-US" sz="6400">
                <a:latin typeface="Open Sans"/>
                <a:ea typeface="Open Sans"/>
                <a:cs typeface="Open Sans"/>
                <a:sym typeface="Open Sans"/>
              </a:rPr>
              <a:t>, </a:t>
            </a:r>
            <a:r>
              <a:rPr i="1" lang="en-US"/>
              <a:t>y</a:t>
            </a:r>
            <a:r>
              <a:rPr lang="en-US" sz="6400">
                <a:latin typeface="Open Sans"/>
                <a:ea typeface="Open Sans"/>
                <a:cs typeface="Open Sans"/>
                <a:sym typeface="Open Sans"/>
              </a:rPr>
              <a:t>, </a:t>
            </a:r>
            <a:r>
              <a:rPr i="1" lang="en-US"/>
              <a:t>z</a:t>
            </a:r>
            <a:r>
              <a:rPr lang="en-US" sz="6400">
                <a:latin typeface="Open Sans"/>
                <a:ea typeface="Open Sans"/>
                <a:cs typeface="Open Sans"/>
                <a:sym typeface="Open Sans"/>
              </a:rPr>
              <a:t>) in </a:t>
            </a:r>
            <a:r>
              <a:rPr i="1" lang="en-US"/>
              <a:t>world</a:t>
            </a:r>
            <a:r>
              <a:rPr lang="en-US" sz="6400">
                <a:latin typeface="Open Sans"/>
                <a:ea typeface="Open Sans"/>
                <a:cs typeface="Open Sans"/>
                <a:sym typeface="Open Sans"/>
              </a:rPr>
              <a:t> coordinates into a camera</a:t>
            </a:r>
            <a:endParaRPr/>
          </a:p>
          <a:p>
            <a:pPr indent="-685800" lvl="0" marL="685800" rtl="0" algn="l">
              <a:lnSpc>
                <a:spcPct val="100000"/>
              </a:lnSpc>
              <a:spcBef>
                <a:spcPts val="1500"/>
              </a:spcBef>
              <a:spcAft>
                <a:spcPts val="0"/>
              </a:spcAft>
              <a:buClr>
                <a:srgbClr val="000000"/>
              </a:buClr>
              <a:buSzPts val="6400"/>
              <a:buChar char="•"/>
            </a:pPr>
            <a:r>
              <a:rPr lang="en-US" sz="6400">
                <a:latin typeface="Open Sans"/>
                <a:ea typeface="Open Sans"/>
                <a:cs typeface="Open Sans"/>
                <a:sym typeface="Open Sans"/>
              </a:rPr>
              <a:t>First transform (</a:t>
            </a:r>
            <a:r>
              <a:rPr i="1" lang="en-US"/>
              <a:t>x</a:t>
            </a:r>
            <a:r>
              <a:rPr lang="en-US" sz="6400">
                <a:latin typeface="Open Sans"/>
                <a:ea typeface="Open Sans"/>
                <a:cs typeface="Open Sans"/>
                <a:sym typeface="Open Sans"/>
              </a:rPr>
              <a:t>, </a:t>
            </a:r>
            <a:r>
              <a:rPr i="1" lang="en-US"/>
              <a:t>y</a:t>
            </a:r>
            <a:r>
              <a:rPr lang="en-US" sz="6400">
                <a:latin typeface="Open Sans"/>
                <a:ea typeface="Open Sans"/>
                <a:cs typeface="Open Sans"/>
                <a:sym typeface="Open Sans"/>
              </a:rPr>
              <a:t>, </a:t>
            </a:r>
            <a:r>
              <a:rPr i="1" lang="en-US"/>
              <a:t>z</a:t>
            </a:r>
            <a:r>
              <a:rPr lang="en-US" sz="6400">
                <a:latin typeface="Open Sans"/>
                <a:ea typeface="Open Sans"/>
                <a:cs typeface="Open Sans"/>
                <a:sym typeface="Open Sans"/>
              </a:rPr>
              <a:t>) into </a:t>
            </a:r>
            <a:r>
              <a:rPr i="1" lang="en-US"/>
              <a:t>camera</a:t>
            </a:r>
            <a:r>
              <a:rPr lang="en-US" sz="6400">
                <a:latin typeface="Open Sans"/>
                <a:ea typeface="Open Sans"/>
                <a:cs typeface="Open Sans"/>
                <a:sym typeface="Open Sans"/>
              </a:rPr>
              <a:t> coordinates</a:t>
            </a:r>
            <a:endParaRPr/>
          </a:p>
          <a:p>
            <a:pPr indent="-685800" lvl="0" marL="685800" rtl="0" algn="l">
              <a:lnSpc>
                <a:spcPct val="100000"/>
              </a:lnSpc>
              <a:spcBef>
                <a:spcPts val="1500"/>
              </a:spcBef>
              <a:spcAft>
                <a:spcPts val="0"/>
              </a:spcAft>
              <a:buClr>
                <a:srgbClr val="000000"/>
              </a:buClr>
              <a:buSzPts val="6400"/>
              <a:buChar char="•"/>
            </a:pPr>
            <a:r>
              <a:rPr lang="en-US" sz="6400">
                <a:latin typeface="Open Sans"/>
                <a:ea typeface="Open Sans"/>
                <a:cs typeface="Open Sans"/>
                <a:sym typeface="Open Sans"/>
              </a:rPr>
              <a:t>Need to know</a:t>
            </a:r>
            <a:endParaRPr/>
          </a:p>
          <a:p>
            <a:pPr indent="-571500" lvl="1" marL="1028700" rtl="0" algn="l">
              <a:lnSpc>
                <a:spcPct val="100000"/>
              </a:lnSpc>
              <a:spcBef>
                <a:spcPts val="1300"/>
              </a:spcBef>
              <a:spcAft>
                <a:spcPts val="0"/>
              </a:spcAft>
              <a:buClr>
                <a:srgbClr val="000000"/>
              </a:buClr>
              <a:buSzPts val="5600"/>
              <a:buChar char="–"/>
            </a:pPr>
            <a:r>
              <a:rPr lang="en-US" sz="5600"/>
              <a:t>Camera position (in world coordinates)</a:t>
            </a:r>
            <a:endParaRPr/>
          </a:p>
          <a:p>
            <a:pPr indent="-571500" lvl="1" marL="1028700" rtl="0" algn="l">
              <a:lnSpc>
                <a:spcPct val="100000"/>
              </a:lnSpc>
              <a:spcBef>
                <a:spcPts val="1300"/>
              </a:spcBef>
              <a:spcAft>
                <a:spcPts val="0"/>
              </a:spcAft>
              <a:buClr>
                <a:srgbClr val="000000"/>
              </a:buClr>
              <a:buSzPts val="5600"/>
              <a:buChar char="–"/>
            </a:pPr>
            <a:r>
              <a:rPr lang="en-US" sz="5600"/>
              <a:t>Camera orientation (in world coordinates)</a:t>
            </a:r>
            <a:endParaRPr/>
          </a:p>
          <a:p>
            <a:pPr indent="-685800" lvl="0" marL="685800" rtl="0" algn="l">
              <a:lnSpc>
                <a:spcPct val="100000"/>
              </a:lnSpc>
              <a:spcBef>
                <a:spcPts val="1500"/>
              </a:spcBef>
              <a:spcAft>
                <a:spcPts val="0"/>
              </a:spcAft>
              <a:buClr>
                <a:srgbClr val="000000"/>
              </a:buClr>
              <a:buSzPts val="6400"/>
              <a:buChar char="•"/>
            </a:pPr>
            <a:r>
              <a:rPr lang="en-US" sz="6400">
                <a:latin typeface="Open Sans"/>
                <a:ea typeface="Open Sans"/>
                <a:cs typeface="Open Sans"/>
                <a:sym typeface="Open Sans"/>
              </a:rPr>
              <a:t>Then project into the image plane to get </a:t>
            </a:r>
            <a:r>
              <a:rPr i="1" lang="en-US"/>
              <a:t>image (pixel) coordinates</a:t>
            </a:r>
            <a:endParaRPr i="1"/>
          </a:p>
          <a:p>
            <a:pPr indent="-571500" lvl="1" marL="1028700" rtl="0" algn="l">
              <a:lnSpc>
                <a:spcPct val="100000"/>
              </a:lnSpc>
              <a:spcBef>
                <a:spcPts val="1300"/>
              </a:spcBef>
              <a:spcAft>
                <a:spcPts val="0"/>
              </a:spcAft>
              <a:buClr>
                <a:srgbClr val="000000"/>
              </a:buClr>
              <a:buSzPts val="5600"/>
              <a:buChar char="–"/>
            </a:pPr>
            <a:r>
              <a:rPr lang="en-US" sz="5600"/>
              <a:t>Need to know camera </a:t>
            </a:r>
            <a:r>
              <a:rPr i="1" lang="en-US"/>
              <a:t>intrinsics</a:t>
            </a:r>
            <a:endParaRPr/>
          </a:p>
        </p:txBody>
      </p:sp>
      <p:sp>
        <p:nvSpPr>
          <p:cNvPr id="2700" name="Google Shape;2700;p115"/>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701" name="Google Shape;2701;p115"/>
          <p:cNvSpPr txBox="1"/>
          <p:nvPr/>
        </p:nvSpPr>
        <p:spPr>
          <a:xfrm>
            <a:off x="20911248" y="131756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5" name="Shape 2705"/>
        <p:cNvGrpSpPr/>
        <p:nvPr/>
      </p:nvGrpSpPr>
      <p:grpSpPr>
        <a:xfrm>
          <a:off x="0" y="0"/>
          <a:ext cx="0" cy="0"/>
          <a:chOff x="0" y="0"/>
          <a:chExt cx="0" cy="0"/>
        </a:xfrm>
      </p:grpSpPr>
      <p:sp>
        <p:nvSpPr>
          <p:cNvPr id="2706" name="Google Shape;2706;p116"/>
          <p:cNvSpPr txBox="1"/>
          <p:nvPr/>
        </p:nvSpPr>
        <p:spPr>
          <a:xfrm>
            <a:off x="4511040" y="5334000"/>
            <a:ext cx="14904720" cy="4808221"/>
          </a:xfrm>
          <a:prstGeom prst="rect">
            <a:avLst/>
          </a:prstGeom>
          <a:noFill/>
          <a:ln>
            <a:noFill/>
          </a:ln>
        </p:spPr>
        <p:txBody>
          <a:bodyPr anchorCtr="0" anchor="t" bIns="91425" lIns="91425" spcFirstLastPara="1" rIns="91425" wrap="square" tIns="91425">
            <a:spAutoFit/>
          </a:bodyPr>
          <a:lstStyle/>
          <a:p>
            <a:pPr indent="-685800" lvl="0" marL="685800" marR="0" rtl="0" algn="l">
              <a:lnSpc>
                <a:spcPct val="100000"/>
              </a:lnSpc>
              <a:spcBef>
                <a:spcPts val="0"/>
              </a:spcBef>
              <a:spcAft>
                <a:spcPts val="0"/>
              </a:spcAft>
              <a:buClr>
                <a:srgbClr val="000000"/>
              </a:buClr>
              <a:buSzPts val="4000"/>
              <a:buFont typeface="Open Sans"/>
              <a:buNone/>
            </a:pPr>
            <a:r>
              <a:rPr b="0" i="0" lang="en-US" sz="4000" u="none" cap="none" strike="noStrike">
                <a:solidFill>
                  <a:srgbClr val="000000"/>
                </a:solidFill>
                <a:latin typeface="Open Sans"/>
                <a:ea typeface="Open Sans"/>
                <a:cs typeface="Open Sans"/>
                <a:sym typeface="Open Sans"/>
              </a:rPr>
              <a:t>Projection equation</a:t>
            </a:r>
            <a:endParaRPr/>
          </a:p>
          <a:p>
            <a:pPr indent="-685800" lvl="0" marL="685800" marR="0" rtl="0" algn="l">
              <a:lnSpc>
                <a:spcPct val="100000"/>
              </a:lnSpc>
              <a:spcBef>
                <a:spcPts val="800"/>
              </a:spcBef>
              <a:spcAft>
                <a:spcPts val="0"/>
              </a:spcAft>
              <a:buClr>
                <a:srgbClr val="000000"/>
              </a:buClr>
              <a:buSzPts val="4000"/>
              <a:buFont typeface="Open Sans"/>
              <a:buNone/>
            </a:pPr>
            <a:r>
              <a:t/>
            </a:r>
            <a:endParaRPr b="0" i="0" sz="4000" u="none" cap="none" strike="noStrike">
              <a:solidFill>
                <a:srgbClr val="000000"/>
              </a:solidFill>
              <a:latin typeface="Open Sans"/>
              <a:ea typeface="Open Sans"/>
              <a:cs typeface="Open Sans"/>
              <a:sym typeface="Open Sans"/>
            </a:endParaRPr>
          </a:p>
          <a:p>
            <a:pPr indent="-685800" lvl="0" marL="685800" marR="0" rtl="0" algn="l">
              <a:lnSpc>
                <a:spcPct val="100000"/>
              </a:lnSpc>
              <a:spcBef>
                <a:spcPts val="800"/>
              </a:spcBef>
              <a:spcAft>
                <a:spcPts val="0"/>
              </a:spcAft>
              <a:buClr>
                <a:srgbClr val="000000"/>
              </a:buClr>
              <a:buSzPts val="4000"/>
              <a:buFont typeface="Open Sans"/>
              <a:buNone/>
            </a:pPr>
            <a:r>
              <a:t/>
            </a:r>
            <a:endParaRPr b="0" i="0" sz="4000" u="none" cap="none" strike="noStrike">
              <a:solidFill>
                <a:srgbClr val="000000"/>
              </a:solidFill>
              <a:latin typeface="Open Sans"/>
              <a:ea typeface="Open Sans"/>
              <a:cs typeface="Open Sans"/>
              <a:sym typeface="Open Sans"/>
            </a:endParaRPr>
          </a:p>
          <a:p>
            <a:pPr indent="-685800" lvl="0" marL="685800" marR="0" rtl="0" algn="l">
              <a:lnSpc>
                <a:spcPct val="100000"/>
              </a:lnSpc>
              <a:spcBef>
                <a:spcPts val="800"/>
              </a:spcBef>
              <a:spcAft>
                <a:spcPts val="0"/>
              </a:spcAft>
              <a:buClr>
                <a:srgbClr val="000000"/>
              </a:buClr>
              <a:buSzPts val="4000"/>
              <a:buFont typeface="Open Sans"/>
              <a:buNone/>
            </a:pPr>
            <a:r>
              <a:t/>
            </a:r>
            <a:endParaRPr b="0" i="0" sz="4000" u="none" cap="none" strike="noStrike">
              <a:solidFill>
                <a:srgbClr val="000000"/>
              </a:solidFill>
              <a:latin typeface="Open Sans"/>
              <a:ea typeface="Open Sans"/>
              <a:cs typeface="Open Sans"/>
              <a:sym typeface="Open Sans"/>
            </a:endParaRPr>
          </a:p>
          <a:p>
            <a:pPr indent="-571500" lvl="1" marL="1028700" marR="0" rtl="0" algn="l">
              <a:lnSpc>
                <a:spcPct val="100000"/>
              </a:lnSpc>
              <a:spcBef>
                <a:spcPts val="800"/>
              </a:spcBef>
              <a:spcAft>
                <a:spcPts val="0"/>
              </a:spcAft>
              <a:buClr>
                <a:srgbClr val="000000"/>
              </a:buClr>
              <a:buSzPts val="3600"/>
              <a:buFont typeface="Open Sans"/>
              <a:buChar char="•"/>
            </a:pPr>
            <a:r>
              <a:rPr b="0" i="0" lang="en-US" sz="3600" u="none" cap="none" strike="noStrike">
                <a:solidFill>
                  <a:srgbClr val="000000"/>
                </a:solidFill>
                <a:latin typeface="Open Sans"/>
                <a:ea typeface="Open Sans"/>
                <a:cs typeface="Open Sans"/>
                <a:sym typeface="Open Sans"/>
              </a:rPr>
              <a:t>The projection matrix models the cumulative effect of all parameters</a:t>
            </a:r>
            <a:endParaRPr/>
          </a:p>
          <a:p>
            <a:pPr indent="-571500" lvl="1" marL="1028700" marR="0" rtl="0" algn="l">
              <a:lnSpc>
                <a:spcPct val="100000"/>
              </a:lnSpc>
              <a:spcBef>
                <a:spcPts val="800"/>
              </a:spcBef>
              <a:spcAft>
                <a:spcPts val="0"/>
              </a:spcAft>
              <a:buClr>
                <a:srgbClr val="000000"/>
              </a:buClr>
              <a:buSzPts val="3600"/>
              <a:buFont typeface="Open Sans"/>
              <a:buChar char="•"/>
            </a:pPr>
            <a:r>
              <a:rPr b="0" i="0" lang="en-US" sz="3600" u="none" cap="none" strike="noStrike">
                <a:solidFill>
                  <a:srgbClr val="000000"/>
                </a:solidFill>
                <a:latin typeface="Open Sans"/>
                <a:ea typeface="Open Sans"/>
                <a:cs typeface="Open Sans"/>
                <a:sym typeface="Open Sans"/>
              </a:rPr>
              <a:t>Useful to decompose into a series of operations</a:t>
            </a:r>
            <a:endParaRPr/>
          </a:p>
        </p:txBody>
      </p:sp>
      <p:grpSp>
        <p:nvGrpSpPr>
          <p:cNvPr id="2707" name="Google Shape;2707;p116"/>
          <p:cNvGrpSpPr/>
          <p:nvPr/>
        </p:nvGrpSpPr>
        <p:grpSpPr>
          <a:xfrm>
            <a:off x="7711440" y="9080500"/>
            <a:ext cx="12908857" cy="3365427"/>
            <a:chOff x="0" y="0"/>
            <a:chExt cx="12908856" cy="3365426"/>
          </a:xfrm>
        </p:grpSpPr>
        <p:sp>
          <p:nvSpPr>
            <p:cNvPr id="2708" name="Google Shape;2708;p116"/>
            <p:cNvSpPr txBox="1"/>
            <p:nvPr/>
          </p:nvSpPr>
          <p:spPr>
            <a:xfrm>
              <a:off x="3200412" y="2749826"/>
              <a:ext cx="1874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Open Sans"/>
                  <a:cs typeface="Open Sans"/>
                  <a:sym typeface="Open Sans"/>
                </a:rPr>
                <a:t>projection</a:t>
              </a:r>
              <a:endParaRPr/>
            </a:p>
          </p:txBody>
        </p:sp>
        <p:sp>
          <p:nvSpPr>
            <p:cNvPr id="2709" name="Google Shape;2709;p116"/>
            <p:cNvSpPr txBox="1"/>
            <p:nvPr/>
          </p:nvSpPr>
          <p:spPr>
            <a:xfrm>
              <a:off x="0" y="2749829"/>
              <a:ext cx="1578739" cy="6146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FF0000"/>
                </a:buClr>
                <a:buSzPts val="2800"/>
                <a:buFont typeface="Open Sans"/>
                <a:buNone/>
              </a:pPr>
              <a:r>
                <a:rPr b="0" i="0" lang="en-US" sz="2800" u="none" cap="none" strike="noStrike">
                  <a:solidFill>
                    <a:srgbClr val="FF0000"/>
                  </a:solidFill>
                  <a:latin typeface="Open Sans"/>
                  <a:ea typeface="Open Sans"/>
                  <a:cs typeface="Open Sans"/>
                  <a:sym typeface="Open Sans"/>
                </a:rPr>
                <a:t>intrinsics</a:t>
              </a:r>
              <a:endParaRPr/>
            </a:p>
          </p:txBody>
        </p:sp>
        <p:sp>
          <p:nvSpPr>
            <p:cNvPr id="2710" name="Google Shape;2710;p116"/>
            <p:cNvSpPr txBox="1"/>
            <p:nvPr/>
          </p:nvSpPr>
          <p:spPr>
            <a:xfrm>
              <a:off x="6553200" y="2749829"/>
              <a:ext cx="1381666" cy="6146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3333FF"/>
                </a:buClr>
                <a:buSzPts val="2800"/>
                <a:buFont typeface="Open Sans"/>
                <a:buNone/>
              </a:pPr>
              <a:r>
                <a:rPr b="0" i="0" lang="en-US" sz="2800" u="none" cap="none" strike="noStrike">
                  <a:solidFill>
                    <a:srgbClr val="3333FF"/>
                  </a:solidFill>
                  <a:latin typeface="Open Sans"/>
                  <a:ea typeface="Open Sans"/>
                  <a:cs typeface="Open Sans"/>
                  <a:sym typeface="Open Sans"/>
                </a:rPr>
                <a:t>rotation</a:t>
              </a:r>
              <a:endParaRPr/>
            </a:p>
          </p:txBody>
        </p:sp>
        <p:sp>
          <p:nvSpPr>
            <p:cNvPr id="2711" name="Google Shape;2711;p116"/>
            <p:cNvSpPr txBox="1"/>
            <p:nvPr/>
          </p:nvSpPr>
          <p:spPr>
            <a:xfrm>
              <a:off x="9883774" y="2749829"/>
              <a:ext cx="1836237" cy="6146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3333FF"/>
                </a:buClr>
                <a:buSzPts val="2800"/>
                <a:buFont typeface="Open Sans"/>
                <a:buNone/>
              </a:pPr>
              <a:r>
                <a:rPr b="0" i="0" lang="en-US" sz="2800" u="none" cap="none" strike="noStrike">
                  <a:solidFill>
                    <a:srgbClr val="3333FF"/>
                  </a:solidFill>
                  <a:latin typeface="Open Sans"/>
                  <a:ea typeface="Open Sans"/>
                  <a:cs typeface="Open Sans"/>
                  <a:sym typeface="Open Sans"/>
                </a:rPr>
                <a:t>translation</a:t>
              </a:r>
              <a:endParaRPr/>
            </a:p>
          </p:txBody>
        </p:sp>
        <p:sp>
          <p:nvSpPr>
            <p:cNvPr id="2712" name="Google Shape;2712;p116"/>
            <p:cNvSpPr txBox="1"/>
            <p:nvPr/>
          </p:nvSpPr>
          <p:spPr>
            <a:xfrm>
              <a:off x="10206414" y="0"/>
              <a:ext cx="2702442" cy="66548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Open Sans"/>
                <a:buNone/>
              </a:pPr>
              <a:r>
                <a:rPr b="0" i="0" lang="en-US" sz="3200" u="none" cap="none" strike="noStrike">
                  <a:solidFill>
                    <a:srgbClr val="000000"/>
                  </a:solidFill>
                  <a:latin typeface="Open Sans"/>
                  <a:ea typeface="Open Sans"/>
                  <a:cs typeface="Open Sans"/>
                  <a:sym typeface="Open Sans"/>
                </a:rPr>
                <a:t>identity matrix</a:t>
              </a:r>
              <a:endParaRPr/>
            </a:p>
          </p:txBody>
        </p:sp>
        <p:cxnSp>
          <p:nvCxnSpPr>
            <p:cNvPr id="2713" name="Google Shape;2713;p116"/>
            <p:cNvCxnSpPr/>
            <p:nvPr/>
          </p:nvCxnSpPr>
          <p:spPr>
            <a:xfrm flipH="1">
              <a:off x="9966960" y="673101"/>
              <a:ext cx="1371601" cy="609599"/>
            </a:xfrm>
            <a:prstGeom prst="straightConnector1">
              <a:avLst/>
            </a:prstGeom>
            <a:noFill/>
            <a:ln cap="flat" cmpd="sng" w="12700">
              <a:solidFill>
                <a:srgbClr val="000000"/>
              </a:solidFill>
              <a:prstDash val="solid"/>
              <a:round/>
              <a:headEnd len="sm" w="sm" type="none"/>
              <a:tailEnd len="med" w="med" type="triangle"/>
            </a:ln>
          </p:spPr>
        </p:cxnSp>
      </p:grpSp>
      <p:sp>
        <p:nvSpPr>
          <p:cNvPr id="2714" name="Google Shape;2714;p116"/>
          <p:cNvSpPr txBox="1"/>
          <p:nvPr>
            <p:ph type="title"/>
          </p:nvPr>
        </p:nvSpPr>
        <p:spPr>
          <a:xfrm>
            <a:off x="3962400" y="-229832"/>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Open Sans"/>
              <a:buNone/>
            </a:pPr>
            <a:r>
              <a:rPr b="0" lang="en-US"/>
              <a:t>Camera parameters</a:t>
            </a:r>
            <a:endParaRPr/>
          </a:p>
        </p:txBody>
      </p:sp>
      <p:sp>
        <p:nvSpPr>
          <p:cNvPr id="2715" name="Google Shape;2715;p116"/>
          <p:cNvSpPr txBox="1"/>
          <p:nvPr/>
        </p:nvSpPr>
        <p:spPr>
          <a:xfrm>
            <a:off x="4511040" y="1828800"/>
            <a:ext cx="16123920" cy="3459227"/>
          </a:xfrm>
          <a:prstGeom prst="rect">
            <a:avLst/>
          </a:prstGeom>
          <a:noFill/>
          <a:ln>
            <a:noFill/>
          </a:ln>
        </p:spPr>
        <p:txBody>
          <a:bodyPr anchorCtr="0" anchor="t" bIns="91425" lIns="91425" spcFirstLastPara="1" rIns="91425" wrap="square" tIns="91425">
            <a:spAutoFit/>
          </a:bodyPr>
          <a:lstStyle/>
          <a:p>
            <a:pPr indent="-685800" lvl="0" marL="685800" marR="0" rtl="0" algn="l">
              <a:lnSpc>
                <a:spcPct val="100000"/>
              </a:lnSpc>
              <a:spcBef>
                <a:spcPts val="0"/>
              </a:spcBef>
              <a:spcAft>
                <a:spcPts val="0"/>
              </a:spcAft>
              <a:buClr>
                <a:srgbClr val="000000"/>
              </a:buClr>
              <a:buSzPts val="4000"/>
              <a:buFont typeface="Open Sans"/>
              <a:buNone/>
            </a:pPr>
            <a:r>
              <a:rPr b="0" i="0" lang="en-US" sz="4000" u="none" cap="none" strike="noStrike">
                <a:solidFill>
                  <a:srgbClr val="000000"/>
                </a:solidFill>
                <a:latin typeface="Open Sans"/>
                <a:ea typeface="Open Sans"/>
                <a:cs typeface="Open Sans"/>
                <a:sym typeface="Open Sans"/>
              </a:rPr>
              <a:t>A camera is described by several parameters</a:t>
            </a:r>
            <a:endParaRPr/>
          </a:p>
          <a:p>
            <a:pPr indent="-571500" lvl="1" marL="1028700" marR="0" rtl="0" algn="l">
              <a:lnSpc>
                <a:spcPct val="100000"/>
              </a:lnSpc>
              <a:spcBef>
                <a:spcPts val="800"/>
              </a:spcBef>
              <a:spcAft>
                <a:spcPts val="0"/>
              </a:spcAft>
              <a:buClr>
                <a:srgbClr val="000000"/>
              </a:buClr>
              <a:buSzPts val="3600"/>
              <a:buFont typeface="Open Sans"/>
              <a:buChar char="•"/>
            </a:pPr>
            <a:r>
              <a:rPr b="0" i="0" lang="en-US" sz="3600" u="none" cap="none" strike="noStrike">
                <a:solidFill>
                  <a:srgbClr val="000000"/>
                </a:solidFill>
                <a:latin typeface="Open Sans"/>
                <a:ea typeface="Open Sans"/>
                <a:cs typeface="Open Sans"/>
                <a:sym typeface="Open Sans"/>
              </a:rPr>
              <a:t>Translation </a:t>
            </a:r>
            <a:r>
              <a:rPr b="0" i="0" lang="en-US" sz="3600" u="none" cap="none" strike="noStrike">
                <a:solidFill>
                  <a:srgbClr val="3333FF"/>
                </a:solidFill>
                <a:latin typeface="Open Sans"/>
                <a:ea typeface="Open Sans"/>
                <a:cs typeface="Open Sans"/>
                <a:sym typeface="Open Sans"/>
              </a:rPr>
              <a:t>T</a:t>
            </a:r>
            <a:r>
              <a:rPr b="0" i="0" lang="en-US" sz="3600" u="none" cap="none" strike="noStrike">
                <a:solidFill>
                  <a:srgbClr val="000000"/>
                </a:solidFill>
                <a:latin typeface="Open Sans"/>
                <a:ea typeface="Open Sans"/>
                <a:cs typeface="Open Sans"/>
                <a:sym typeface="Open Sans"/>
              </a:rPr>
              <a:t> of the optical center from the origin of world coords</a:t>
            </a:r>
            <a:endParaRPr/>
          </a:p>
          <a:p>
            <a:pPr indent="-571500" lvl="1" marL="1028700" marR="0" rtl="0" algn="l">
              <a:lnSpc>
                <a:spcPct val="100000"/>
              </a:lnSpc>
              <a:spcBef>
                <a:spcPts val="800"/>
              </a:spcBef>
              <a:spcAft>
                <a:spcPts val="0"/>
              </a:spcAft>
              <a:buClr>
                <a:srgbClr val="000000"/>
              </a:buClr>
              <a:buSzPts val="3600"/>
              <a:buFont typeface="Open Sans"/>
              <a:buChar char="•"/>
            </a:pPr>
            <a:r>
              <a:rPr b="0" i="0" lang="en-US" sz="3600" u="none" cap="none" strike="noStrike">
                <a:solidFill>
                  <a:srgbClr val="000000"/>
                </a:solidFill>
                <a:latin typeface="Open Sans"/>
                <a:ea typeface="Open Sans"/>
                <a:cs typeface="Open Sans"/>
                <a:sym typeface="Open Sans"/>
              </a:rPr>
              <a:t>Rotation </a:t>
            </a:r>
            <a:r>
              <a:rPr b="0" i="0" lang="en-US" sz="3600" u="none" cap="none" strike="noStrike">
                <a:solidFill>
                  <a:srgbClr val="3333FF"/>
                </a:solidFill>
                <a:latin typeface="Open Sans"/>
                <a:ea typeface="Open Sans"/>
                <a:cs typeface="Open Sans"/>
                <a:sym typeface="Open Sans"/>
              </a:rPr>
              <a:t>R</a:t>
            </a:r>
            <a:r>
              <a:rPr b="0" i="0" lang="en-US" sz="3600" u="none" cap="none" strike="noStrike">
                <a:solidFill>
                  <a:srgbClr val="000000"/>
                </a:solidFill>
                <a:latin typeface="Open Sans"/>
                <a:ea typeface="Open Sans"/>
                <a:cs typeface="Open Sans"/>
                <a:sym typeface="Open Sans"/>
              </a:rPr>
              <a:t> of the image plane</a:t>
            </a:r>
            <a:endParaRPr/>
          </a:p>
          <a:p>
            <a:pPr indent="-571500" lvl="1" marL="1028700" marR="0" rtl="0" algn="l">
              <a:lnSpc>
                <a:spcPct val="100000"/>
              </a:lnSpc>
              <a:spcBef>
                <a:spcPts val="800"/>
              </a:spcBef>
              <a:spcAft>
                <a:spcPts val="0"/>
              </a:spcAft>
              <a:buClr>
                <a:srgbClr val="000000"/>
              </a:buClr>
              <a:buSzPts val="3600"/>
              <a:buFont typeface="Open Sans"/>
              <a:buChar char="•"/>
            </a:pPr>
            <a:r>
              <a:rPr b="0" i="0" lang="en-US" sz="3600" u="none" cap="none" strike="noStrike">
                <a:solidFill>
                  <a:srgbClr val="000000"/>
                </a:solidFill>
                <a:latin typeface="Open Sans"/>
                <a:ea typeface="Open Sans"/>
                <a:cs typeface="Open Sans"/>
                <a:sym typeface="Open Sans"/>
              </a:rPr>
              <a:t>focal length </a:t>
            </a:r>
            <a:r>
              <a:rPr b="0" i="0" lang="en-US" sz="3600" u="none" cap="none" strike="noStrike">
                <a:solidFill>
                  <a:srgbClr val="FF0000"/>
                </a:solidFill>
                <a:latin typeface="Open Sans"/>
                <a:ea typeface="Open Sans"/>
                <a:cs typeface="Open Sans"/>
                <a:sym typeface="Open Sans"/>
              </a:rPr>
              <a:t>f</a:t>
            </a:r>
            <a:r>
              <a:rPr b="0" i="0" lang="en-US" sz="3600" u="none" cap="none" strike="noStrike">
                <a:solidFill>
                  <a:srgbClr val="000000"/>
                </a:solidFill>
                <a:latin typeface="Open Sans"/>
                <a:ea typeface="Open Sans"/>
                <a:cs typeface="Open Sans"/>
                <a:sym typeface="Open Sans"/>
              </a:rPr>
              <a:t>, principal point </a:t>
            </a:r>
            <a:r>
              <a:rPr b="0" i="0" lang="en-US" sz="3600" u="none" cap="none" strike="noStrike">
                <a:solidFill>
                  <a:srgbClr val="FF0000"/>
                </a:solidFill>
                <a:latin typeface="Open Sans"/>
                <a:ea typeface="Open Sans"/>
                <a:cs typeface="Open Sans"/>
                <a:sym typeface="Open Sans"/>
              </a:rPr>
              <a:t>(c</a:t>
            </a:r>
            <a:r>
              <a:rPr b="0" baseline="-25000" i="0" lang="en-US" sz="3600" u="none" cap="none" strike="noStrike">
                <a:solidFill>
                  <a:srgbClr val="FF0000"/>
                </a:solidFill>
                <a:latin typeface="Open Sans"/>
                <a:ea typeface="Open Sans"/>
                <a:cs typeface="Open Sans"/>
                <a:sym typeface="Open Sans"/>
              </a:rPr>
              <a:t>x</a:t>
            </a:r>
            <a:r>
              <a:rPr b="0" i="0" lang="en-US" sz="3600" u="none" cap="none" strike="noStrike">
                <a:solidFill>
                  <a:srgbClr val="FF0000"/>
                </a:solidFill>
                <a:latin typeface="Open Sans"/>
                <a:ea typeface="Open Sans"/>
                <a:cs typeface="Open Sans"/>
                <a:sym typeface="Open Sans"/>
              </a:rPr>
              <a:t>, c</a:t>
            </a:r>
            <a:r>
              <a:rPr b="0" baseline="-25000" i="0" lang="en-US" sz="3600" u="none" cap="none" strike="noStrike">
                <a:solidFill>
                  <a:srgbClr val="FF0000"/>
                </a:solidFill>
                <a:latin typeface="Open Sans"/>
                <a:ea typeface="Open Sans"/>
                <a:cs typeface="Open Sans"/>
                <a:sym typeface="Open Sans"/>
              </a:rPr>
              <a:t>y</a:t>
            </a:r>
            <a:r>
              <a:rPr b="0" i="0" lang="en-US" sz="3600" u="none" cap="none" strike="noStrike">
                <a:solidFill>
                  <a:srgbClr val="FF0000"/>
                </a:solidFill>
                <a:latin typeface="Open Sans"/>
                <a:ea typeface="Open Sans"/>
                <a:cs typeface="Open Sans"/>
                <a:sym typeface="Open Sans"/>
              </a:rPr>
              <a:t>)</a:t>
            </a:r>
            <a:r>
              <a:rPr b="0" i="0" lang="en-US" sz="3600" u="none" cap="none" strike="noStrike">
                <a:solidFill>
                  <a:srgbClr val="000000"/>
                </a:solidFill>
                <a:latin typeface="Open Sans"/>
                <a:ea typeface="Open Sans"/>
                <a:cs typeface="Open Sans"/>
                <a:sym typeface="Open Sans"/>
              </a:rPr>
              <a:t>, pixel aspect size </a:t>
            </a:r>
            <a:r>
              <a:rPr b="0" i="0" lang="en-US" sz="3600" u="none" cap="none" strike="noStrike">
                <a:solidFill>
                  <a:srgbClr val="FF0000"/>
                </a:solidFill>
                <a:latin typeface="Open Sans"/>
                <a:ea typeface="Open Sans"/>
                <a:cs typeface="Open Sans"/>
                <a:sym typeface="Open Sans"/>
              </a:rPr>
              <a:t>α</a:t>
            </a:r>
            <a:endParaRPr b="1" i="0" sz="3000" u="none" cap="none" strike="noStrike">
              <a:solidFill>
                <a:srgbClr val="FF0000"/>
              </a:solidFill>
              <a:latin typeface="Helvetica Neue"/>
              <a:ea typeface="Helvetica Neue"/>
              <a:cs typeface="Helvetica Neue"/>
              <a:sym typeface="Helvetica Neue"/>
            </a:endParaRPr>
          </a:p>
          <a:p>
            <a:pPr indent="-571500" lvl="1" marL="1028700" marR="0" rtl="0" algn="l">
              <a:lnSpc>
                <a:spcPct val="100000"/>
              </a:lnSpc>
              <a:spcBef>
                <a:spcPts val="800"/>
              </a:spcBef>
              <a:spcAft>
                <a:spcPts val="0"/>
              </a:spcAft>
              <a:buClr>
                <a:srgbClr val="000000"/>
              </a:buClr>
              <a:buSzPts val="3600"/>
              <a:buFont typeface="Open Sans"/>
              <a:buChar char="•"/>
            </a:pPr>
            <a:r>
              <a:rPr b="0" i="0" lang="en-US" sz="3600" u="none" cap="none" strike="noStrike">
                <a:solidFill>
                  <a:srgbClr val="000000"/>
                </a:solidFill>
                <a:latin typeface="Open Sans"/>
                <a:ea typeface="Open Sans"/>
                <a:cs typeface="Open Sans"/>
                <a:sym typeface="Open Sans"/>
              </a:rPr>
              <a:t>blue parameters are called “</a:t>
            </a:r>
            <a:r>
              <a:rPr b="0" i="0" lang="en-US" sz="3600" u="none" cap="none" strike="noStrike">
                <a:solidFill>
                  <a:srgbClr val="3333FF"/>
                </a:solidFill>
                <a:latin typeface="Open Sans"/>
                <a:ea typeface="Open Sans"/>
                <a:cs typeface="Open Sans"/>
                <a:sym typeface="Open Sans"/>
              </a:rPr>
              <a:t>extrinsics</a:t>
            </a:r>
            <a:r>
              <a:rPr b="0" i="0" lang="en-US" sz="3600" u="none" cap="none" strike="noStrike">
                <a:solidFill>
                  <a:srgbClr val="000000"/>
                </a:solidFill>
                <a:latin typeface="Open Sans"/>
                <a:ea typeface="Open Sans"/>
                <a:cs typeface="Open Sans"/>
                <a:sym typeface="Open Sans"/>
              </a:rPr>
              <a:t>,”  red are “</a:t>
            </a:r>
            <a:r>
              <a:rPr b="0" i="0" lang="en-US" sz="3600" u="none" cap="none" strike="noStrike">
                <a:solidFill>
                  <a:srgbClr val="FF0000"/>
                </a:solidFill>
                <a:latin typeface="Open Sans"/>
                <a:ea typeface="Open Sans"/>
                <a:cs typeface="Open Sans"/>
                <a:sym typeface="Open Sans"/>
              </a:rPr>
              <a:t>intrinsics</a:t>
            </a:r>
            <a:r>
              <a:rPr b="0" i="0" lang="en-US" sz="3600" u="none" cap="none" strike="noStrike">
                <a:solidFill>
                  <a:srgbClr val="000000"/>
                </a:solidFill>
                <a:latin typeface="Open Sans"/>
                <a:ea typeface="Open Sans"/>
                <a:cs typeface="Open Sans"/>
                <a:sym typeface="Open Sans"/>
              </a:rPr>
              <a:t>”</a:t>
            </a:r>
            <a:endParaRPr/>
          </a:p>
        </p:txBody>
      </p:sp>
      <p:sp>
        <p:nvSpPr>
          <p:cNvPr id="2716" name="Google Shape;2716;p116"/>
          <p:cNvSpPr txBox="1"/>
          <p:nvPr/>
        </p:nvSpPr>
        <p:spPr>
          <a:xfrm>
            <a:off x="4511040" y="12344400"/>
            <a:ext cx="16123920" cy="1309116"/>
          </a:xfrm>
          <a:prstGeom prst="rect">
            <a:avLst/>
          </a:prstGeom>
          <a:noFill/>
          <a:ln>
            <a:noFill/>
          </a:ln>
        </p:spPr>
        <p:txBody>
          <a:bodyPr anchorCtr="0" anchor="t" bIns="91425" lIns="91425" spcFirstLastPara="1" rIns="91425" wrap="square" tIns="91425">
            <a:spAutoFit/>
          </a:bodyPr>
          <a:lstStyle/>
          <a:p>
            <a:pPr indent="-571500" lvl="1" marL="1028700" marR="0" rtl="0" algn="l">
              <a:lnSpc>
                <a:spcPct val="100000"/>
              </a:lnSpc>
              <a:spcBef>
                <a:spcPts val="0"/>
              </a:spcBef>
              <a:spcAft>
                <a:spcPts val="0"/>
              </a:spcAft>
              <a:buClr>
                <a:srgbClr val="000000"/>
              </a:buClr>
              <a:buSzPts val="3600"/>
              <a:buFont typeface="Open Sans"/>
              <a:buChar char="•"/>
            </a:pPr>
            <a:r>
              <a:rPr b="0" i="0" lang="en-US" sz="3600" u="none" cap="none" strike="noStrike">
                <a:solidFill>
                  <a:srgbClr val="000000"/>
                </a:solidFill>
                <a:latin typeface="Open Sans"/>
                <a:ea typeface="Open Sans"/>
                <a:cs typeface="Open Sans"/>
                <a:sym typeface="Open Sans"/>
              </a:rPr>
              <a:t>The definitions of these parameters are </a:t>
            </a:r>
            <a:r>
              <a:rPr b="1" i="0" lang="en-US" sz="3600" u="none" cap="none" strike="noStrike">
                <a:solidFill>
                  <a:srgbClr val="000000"/>
                </a:solidFill>
                <a:latin typeface="Open Sans"/>
                <a:ea typeface="Open Sans"/>
                <a:cs typeface="Open Sans"/>
                <a:sym typeface="Open Sans"/>
              </a:rPr>
              <a:t>not</a:t>
            </a:r>
            <a:r>
              <a:rPr b="0" i="0" lang="en-US" sz="3600" u="none" cap="none" strike="noStrike">
                <a:solidFill>
                  <a:srgbClr val="000000"/>
                </a:solidFill>
                <a:latin typeface="Open Sans"/>
                <a:ea typeface="Open Sans"/>
                <a:cs typeface="Open Sans"/>
                <a:sym typeface="Open Sans"/>
              </a:rPr>
              <a:t> completely standardized</a:t>
            </a:r>
            <a:endParaRPr/>
          </a:p>
          <a:p>
            <a:pPr indent="-457200" lvl="2" marL="1371600" marR="0" rtl="0" algn="l">
              <a:lnSpc>
                <a:spcPct val="100000"/>
              </a:lnSpc>
              <a:spcBef>
                <a:spcPts val="700"/>
              </a:spcBef>
              <a:spcAft>
                <a:spcPts val="0"/>
              </a:spcAft>
              <a:buClr>
                <a:srgbClr val="000000"/>
              </a:buClr>
              <a:buSzPts val="3200"/>
              <a:buFont typeface="Open Sans"/>
              <a:buChar char="–"/>
            </a:pPr>
            <a:r>
              <a:rPr b="0" i="0" lang="en-US" sz="3200" u="none" cap="none" strike="noStrike">
                <a:solidFill>
                  <a:srgbClr val="000000"/>
                </a:solidFill>
                <a:latin typeface="Open Sans"/>
                <a:ea typeface="Open Sans"/>
                <a:cs typeface="Open Sans"/>
                <a:sym typeface="Open Sans"/>
              </a:rPr>
              <a:t>especially intrinsics—varies from one book to another</a:t>
            </a:r>
            <a:endParaRPr/>
          </a:p>
        </p:txBody>
      </p:sp>
      <p:sp>
        <p:nvSpPr>
          <p:cNvPr id="2717" name="Google Shape;2717;p116"/>
          <p:cNvSpPr/>
          <p:nvPr/>
        </p:nvSpPr>
        <p:spPr>
          <a:xfrm>
            <a:off x="13106400" y="3350955"/>
            <a:ext cx="6249153" cy="3202246"/>
          </a:xfrm>
          <a:custGeom>
            <a:rect b="b" l="l" r="r" t="t"/>
            <a:pathLst>
              <a:path extrusionOk="0" h="21442" w="21515">
                <a:moveTo>
                  <a:pt x="0" y="3073"/>
                </a:moveTo>
                <a:cubicBezTo>
                  <a:pt x="3585" y="1458"/>
                  <a:pt x="7171" y="-158"/>
                  <a:pt x="9969" y="12"/>
                </a:cubicBezTo>
                <a:cubicBezTo>
                  <a:pt x="12768" y="182"/>
                  <a:pt x="14866" y="1883"/>
                  <a:pt x="16790" y="4094"/>
                </a:cubicBezTo>
                <a:cubicBezTo>
                  <a:pt x="18714" y="6305"/>
                  <a:pt x="21425" y="10387"/>
                  <a:pt x="21513" y="13278"/>
                </a:cubicBezTo>
                <a:cubicBezTo>
                  <a:pt x="21600" y="16170"/>
                  <a:pt x="19457" y="18806"/>
                  <a:pt x="17315" y="21442"/>
                </a:cubicBezTo>
              </a:path>
            </a:pathLst>
          </a:custGeom>
          <a:noFill/>
          <a:ln cap="flat" cmpd="sng" w="1270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pic>
        <p:nvPicPr>
          <p:cNvPr descr="Picture 161" id="2718" name="Google Shape;2718;p116"/>
          <p:cNvPicPr preferRelativeResize="0"/>
          <p:nvPr/>
        </p:nvPicPr>
        <p:blipFill rotWithShape="1">
          <a:blip r:embed="rId3">
            <a:alphaModFix/>
          </a:blip>
          <a:srcRect b="0" l="0" r="0" t="0"/>
          <a:stretch/>
        </p:blipFill>
        <p:spPr>
          <a:xfrm>
            <a:off x="6110473" y="5966528"/>
            <a:ext cx="8821168" cy="2467513"/>
          </a:xfrm>
          <a:prstGeom prst="rect">
            <a:avLst/>
          </a:prstGeom>
          <a:noFill/>
          <a:ln>
            <a:noFill/>
          </a:ln>
        </p:spPr>
      </p:pic>
      <p:pic>
        <p:nvPicPr>
          <p:cNvPr descr="Picture 171" id="2719" name="Google Shape;2719;p116"/>
          <p:cNvPicPr preferRelativeResize="0"/>
          <p:nvPr/>
        </p:nvPicPr>
        <p:blipFill rotWithShape="1">
          <a:blip r:embed="rId4">
            <a:alphaModFix/>
          </a:blip>
          <a:srcRect b="0" l="0" r="0" t="0"/>
          <a:stretch/>
        </p:blipFill>
        <p:spPr>
          <a:xfrm>
            <a:off x="5679469" y="10058400"/>
            <a:ext cx="14284931" cy="1921399"/>
          </a:xfrm>
          <a:prstGeom prst="rect">
            <a:avLst/>
          </a:prstGeom>
          <a:noFill/>
          <a:ln>
            <a:noFill/>
          </a:ln>
        </p:spPr>
      </p:pic>
      <p:grpSp>
        <p:nvGrpSpPr>
          <p:cNvPr id="2720" name="Google Shape;2720;p116"/>
          <p:cNvGrpSpPr/>
          <p:nvPr/>
        </p:nvGrpSpPr>
        <p:grpSpPr>
          <a:xfrm>
            <a:off x="15925797" y="4724397"/>
            <a:ext cx="3581403" cy="3048003"/>
            <a:chOff x="-2" y="-2"/>
            <a:chExt cx="3581402" cy="3048002"/>
          </a:xfrm>
        </p:grpSpPr>
        <p:grpSp>
          <p:nvGrpSpPr>
            <p:cNvPr id="2721" name="Google Shape;2721;p116"/>
            <p:cNvGrpSpPr/>
            <p:nvPr/>
          </p:nvGrpSpPr>
          <p:grpSpPr>
            <a:xfrm>
              <a:off x="-2" y="-2"/>
              <a:ext cx="3581402" cy="3048002"/>
              <a:chOff x="-1" y="-1"/>
              <a:chExt cx="3581401" cy="3048001"/>
            </a:xfrm>
          </p:grpSpPr>
          <p:pic>
            <p:nvPicPr>
              <p:cNvPr descr="Picture 1056" id="2722" name="Google Shape;2722;p116"/>
              <p:cNvPicPr preferRelativeResize="0"/>
              <p:nvPr/>
            </p:nvPicPr>
            <p:blipFill rotWithShape="1">
              <a:blip r:embed="rId5">
                <a:alphaModFix/>
              </a:blip>
              <a:srcRect b="0" l="0" r="0" t="0"/>
              <a:stretch/>
            </p:blipFill>
            <p:spPr>
              <a:xfrm>
                <a:off x="1958975" y="-1"/>
                <a:ext cx="403225" cy="454027"/>
              </a:xfrm>
              <a:prstGeom prst="rect">
                <a:avLst/>
              </a:prstGeom>
              <a:noFill/>
              <a:ln>
                <a:noFill/>
              </a:ln>
            </p:spPr>
          </p:pic>
          <p:sp>
            <p:nvSpPr>
              <p:cNvPr id="2723" name="Google Shape;2723;p116"/>
              <p:cNvSpPr/>
              <p:nvPr/>
            </p:nvSpPr>
            <p:spPr>
              <a:xfrm>
                <a:off x="685800" y="762000"/>
                <a:ext cx="2895600" cy="2286000"/>
              </a:xfrm>
              <a:prstGeom prst="rect">
                <a:avLst/>
              </a:prstGeom>
              <a:noFill/>
              <a:ln cap="flat" cmpd="sng" w="38100">
                <a:solidFill>
                  <a:srgbClr val="00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cxnSp>
            <p:nvCxnSpPr>
              <p:cNvPr id="2724" name="Google Shape;2724;p116"/>
              <p:cNvCxnSpPr/>
              <p:nvPr/>
            </p:nvCxnSpPr>
            <p:spPr>
              <a:xfrm flipH="1">
                <a:off x="520699" y="762000"/>
                <a:ext cx="1" cy="1066800"/>
              </a:xfrm>
              <a:prstGeom prst="straightConnector1">
                <a:avLst/>
              </a:prstGeom>
              <a:noFill/>
              <a:ln cap="flat" cmpd="sng" w="12700">
                <a:solidFill>
                  <a:srgbClr val="000000"/>
                </a:solidFill>
                <a:prstDash val="solid"/>
                <a:round/>
                <a:headEnd len="sm" w="sm" type="none"/>
                <a:tailEnd len="med" w="med" type="triangle"/>
              </a:ln>
            </p:spPr>
          </p:cxnSp>
          <p:cxnSp>
            <p:nvCxnSpPr>
              <p:cNvPr id="2725" name="Google Shape;2725;p116"/>
              <p:cNvCxnSpPr/>
              <p:nvPr/>
            </p:nvCxnSpPr>
            <p:spPr>
              <a:xfrm>
                <a:off x="687069" y="608327"/>
                <a:ext cx="1219201" cy="1"/>
              </a:xfrm>
              <a:prstGeom prst="straightConnector1">
                <a:avLst/>
              </a:prstGeom>
              <a:noFill/>
              <a:ln cap="flat" cmpd="sng" w="12700">
                <a:solidFill>
                  <a:srgbClr val="000000"/>
                </a:solidFill>
                <a:prstDash val="solid"/>
                <a:round/>
                <a:headEnd len="sm" w="sm" type="none"/>
                <a:tailEnd len="med" w="med" type="triangle"/>
              </a:ln>
            </p:spPr>
          </p:cxnSp>
          <p:pic>
            <p:nvPicPr>
              <p:cNvPr descr="Picture 1057" id="2726" name="Google Shape;2726;p116"/>
              <p:cNvPicPr preferRelativeResize="0"/>
              <p:nvPr/>
            </p:nvPicPr>
            <p:blipFill rotWithShape="1">
              <a:blip r:embed="rId6">
                <a:alphaModFix/>
              </a:blip>
              <a:srcRect b="0" l="0" r="0" t="0"/>
              <a:stretch/>
            </p:blipFill>
            <p:spPr>
              <a:xfrm>
                <a:off x="-1" y="1828800"/>
                <a:ext cx="381001" cy="523877"/>
              </a:xfrm>
              <a:prstGeom prst="rect">
                <a:avLst/>
              </a:prstGeom>
              <a:noFill/>
              <a:ln>
                <a:noFill/>
              </a:ln>
            </p:spPr>
          </p:pic>
          <p:sp>
            <p:nvSpPr>
              <p:cNvPr id="2727" name="Google Shape;2727;p116"/>
              <p:cNvSpPr/>
              <p:nvPr/>
            </p:nvSpPr>
            <p:spPr>
              <a:xfrm>
                <a:off x="1971675" y="1895475"/>
                <a:ext cx="152401" cy="152401"/>
              </a:xfrm>
              <a:prstGeom prst="ellipse">
                <a:avLst/>
              </a:prstGeom>
              <a:solidFill>
                <a:srgbClr val="4F81BD"/>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grpSp>
        <p:pic>
          <p:nvPicPr>
            <p:cNvPr descr="Picture 173" id="2728" name="Google Shape;2728;p116"/>
            <p:cNvPicPr preferRelativeResize="0"/>
            <p:nvPr/>
          </p:nvPicPr>
          <p:blipFill rotWithShape="1">
            <a:blip r:embed="rId7">
              <a:alphaModFix/>
            </a:blip>
            <a:srcRect b="0" l="0" r="0" t="0"/>
            <a:stretch/>
          </p:blipFill>
          <p:spPr>
            <a:xfrm>
              <a:off x="1554645" y="1976438"/>
              <a:ext cx="1615110" cy="571501"/>
            </a:xfrm>
            <a:prstGeom prst="rect">
              <a:avLst/>
            </a:prstGeom>
            <a:noFill/>
            <a:ln>
              <a:noFill/>
            </a:ln>
          </p:spPr>
        </p:pic>
      </p:grpSp>
      <p:sp>
        <p:nvSpPr>
          <p:cNvPr id="2729" name="Google Shape;2729;p116"/>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730" name="Google Shape;2730;p116"/>
          <p:cNvSpPr txBox="1"/>
          <p:nvPr/>
        </p:nvSpPr>
        <p:spPr>
          <a:xfrm>
            <a:off x="20911248" y="131756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4" name="Shape 2734"/>
        <p:cNvGrpSpPr/>
        <p:nvPr/>
      </p:nvGrpSpPr>
      <p:grpSpPr>
        <a:xfrm>
          <a:off x="0" y="0"/>
          <a:ext cx="0" cy="0"/>
          <a:chOff x="0" y="0"/>
          <a:chExt cx="0" cy="0"/>
        </a:xfrm>
      </p:grpSpPr>
      <p:pic>
        <p:nvPicPr>
          <p:cNvPr descr="Picture 7" id="2735" name="Google Shape;2735;p117"/>
          <p:cNvPicPr preferRelativeResize="0"/>
          <p:nvPr/>
        </p:nvPicPr>
        <p:blipFill rotWithShape="1">
          <a:blip r:embed="rId3">
            <a:alphaModFix/>
          </a:blip>
          <a:srcRect b="0" l="0" r="0" t="0"/>
          <a:stretch/>
        </p:blipFill>
        <p:spPr>
          <a:xfrm>
            <a:off x="12925048" y="8459179"/>
            <a:ext cx="525679" cy="325209"/>
          </a:xfrm>
          <a:prstGeom prst="rect">
            <a:avLst/>
          </a:prstGeom>
          <a:noFill/>
          <a:ln>
            <a:noFill/>
          </a:ln>
        </p:spPr>
      </p:pic>
      <p:sp>
        <p:nvSpPr>
          <p:cNvPr id="2736" name="Google Shape;2736;p117"/>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Open Sans"/>
              <a:buNone/>
            </a:pPr>
            <a:r>
              <a:rPr b="0" lang="en-US"/>
              <a:t>Projection matrix</a:t>
            </a:r>
            <a:endParaRPr/>
          </a:p>
        </p:txBody>
      </p:sp>
      <p:sp>
        <p:nvSpPr>
          <p:cNvPr id="2737" name="Google Shape;2737;p117"/>
          <p:cNvSpPr/>
          <p:nvPr/>
        </p:nvSpPr>
        <p:spPr>
          <a:xfrm flipH="1" rot="-10247244">
            <a:off x="11196625" y="5866415"/>
            <a:ext cx="4114801" cy="2286001"/>
          </a:xfrm>
          <a:custGeom>
            <a:rect b="b" l="l" r="r" t="t"/>
            <a:pathLst>
              <a:path extrusionOk="0" h="21600" w="21600">
                <a:moveTo>
                  <a:pt x="0" y="21600"/>
                </a:moveTo>
                <a:lnTo>
                  <a:pt x="3000" y="0"/>
                </a:lnTo>
                <a:lnTo>
                  <a:pt x="21600" y="0"/>
                </a:lnTo>
                <a:lnTo>
                  <a:pt x="18600" y="21600"/>
                </a:lnTo>
                <a:close/>
              </a:path>
            </a:pathLst>
          </a:custGeom>
          <a:no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738" name="Google Shape;2738;p117"/>
          <p:cNvSpPr/>
          <p:nvPr/>
        </p:nvSpPr>
        <p:spPr>
          <a:xfrm>
            <a:off x="12214797" y="9099461"/>
            <a:ext cx="304801"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cxnSp>
        <p:nvCxnSpPr>
          <p:cNvPr id="2739" name="Google Shape;2739;p117"/>
          <p:cNvCxnSpPr/>
          <p:nvPr/>
        </p:nvCxnSpPr>
        <p:spPr>
          <a:xfrm rot="10800000">
            <a:off x="11605197" y="7880261"/>
            <a:ext cx="740229" cy="1371601"/>
          </a:xfrm>
          <a:prstGeom prst="straightConnector1">
            <a:avLst/>
          </a:prstGeom>
          <a:noFill/>
          <a:ln cap="flat" cmpd="sng" w="38100">
            <a:solidFill>
              <a:srgbClr val="000000"/>
            </a:solidFill>
            <a:prstDash val="solid"/>
            <a:round/>
            <a:headEnd len="sm" w="sm" type="none"/>
            <a:tailEnd len="sm" w="sm" type="none"/>
          </a:ln>
        </p:spPr>
      </p:cxnSp>
      <p:cxnSp>
        <p:nvCxnSpPr>
          <p:cNvPr id="2740" name="Google Shape;2740;p117"/>
          <p:cNvCxnSpPr/>
          <p:nvPr/>
        </p:nvCxnSpPr>
        <p:spPr>
          <a:xfrm flipH="1" rot="10800000">
            <a:off x="12323664" y="8446321"/>
            <a:ext cx="2764967" cy="805541"/>
          </a:xfrm>
          <a:prstGeom prst="straightConnector1">
            <a:avLst/>
          </a:prstGeom>
          <a:noFill/>
          <a:ln cap="flat" cmpd="sng" w="38100">
            <a:solidFill>
              <a:srgbClr val="000000"/>
            </a:solidFill>
            <a:prstDash val="solid"/>
            <a:round/>
            <a:headEnd len="sm" w="sm" type="none"/>
            <a:tailEnd len="sm" w="sm" type="none"/>
          </a:ln>
        </p:spPr>
      </p:cxnSp>
      <p:cxnSp>
        <p:nvCxnSpPr>
          <p:cNvPr id="2741" name="Google Shape;2741;p117"/>
          <p:cNvCxnSpPr/>
          <p:nvPr/>
        </p:nvCxnSpPr>
        <p:spPr>
          <a:xfrm flipH="1" rot="10800000">
            <a:off x="12367200" y="6116780"/>
            <a:ext cx="2525487" cy="3135087"/>
          </a:xfrm>
          <a:prstGeom prst="straightConnector1">
            <a:avLst/>
          </a:prstGeom>
          <a:noFill/>
          <a:ln cap="flat" cmpd="sng" w="38100">
            <a:solidFill>
              <a:srgbClr val="000000"/>
            </a:solidFill>
            <a:prstDash val="solid"/>
            <a:round/>
            <a:headEnd len="sm" w="sm" type="none"/>
            <a:tailEnd len="sm" w="sm" type="none"/>
          </a:ln>
        </p:spPr>
      </p:cxnSp>
      <p:cxnSp>
        <p:nvCxnSpPr>
          <p:cNvPr id="2742" name="Google Shape;2742;p117"/>
          <p:cNvCxnSpPr/>
          <p:nvPr/>
        </p:nvCxnSpPr>
        <p:spPr>
          <a:xfrm rot="10800000">
            <a:off x="11452797" y="5594261"/>
            <a:ext cx="914401" cy="3657601"/>
          </a:xfrm>
          <a:prstGeom prst="straightConnector1">
            <a:avLst/>
          </a:prstGeom>
          <a:noFill/>
          <a:ln cap="flat" cmpd="sng" w="38100">
            <a:solidFill>
              <a:srgbClr val="000000"/>
            </a:solidFill>
            <a:prstDash val="solid"/>
            <a:round/>
            <a:headEnd len="sm" w="sm" type="none"/>
            <a:tailEnd len="sm" w="sm" type="none"/>
          </a:ln>
        </p:spPr>
      </p:cxnSp>
      <p:cxnSp>
        <p:nvCxnSpPr>
          <p:cNvPr id="2743" name="Google Shape;2743;p117"/>
          <p:cNvCxnSpPr/>
          <p:nvPr/>
        </p:nvCxnSpPr>
        <p:spPr>
          <a:xfrm>
            <a:off x="12367198" y="9251861"/>
            <a:ext cx="1066801" cy="152401"/>
          </a:xfrm>
          <a:prstGeom prst="straightConnector1">
            <a:avLst/>
          </a:prstGeom>
          <a:noFill/>
          <a:ln cap="flat" cmpd="sng" w="38100">
            <a:solidFill>
              <a:srgbClr val="FF0000"/>
            </a:solidFill>
            <a:prstDash val="solid"/>
            <a:round/>
            <a:headEnd len="sm" w="sm" type="none"/>
            <a:tailEnd len="med" w="med" type="triangle"/>
          </a:ln>
        </p:spPr>
      </p:cxnSp>
      <p:cxnSp>
        <p:nvCxnSpPr>
          <p:cNvPr id="2744" name="Google Shape;2744;p117"/>
          <p:cNvCxnSpPr/>
          <p:nvPr/>
        </p:nvCxnSpPr>
        <p:spPr>
          <a:xfrm>
            <a:off x="12365618" y="9253457"/>
            <a:ext cx="94585" cy="1109743"/>
          </a:xfrm>
          <a:prstGeom prst="straightConnector1">
            <a:avLst/>
          </a:prstGeom>
          <a:noFill/>
          <a:ln cap="flat" cmpd="sng" w="38100">
            <a:solidFill>
              <a:srgbClr val="00FF00"/>
            </a:solidFill>
            <a:prstDash val="solid"/>
            <a:round/>
            <a:headEnd len="sm" w="sm" type="none"/>
            <a:tailEnd len="med" w="med" type="triangle"/>
          </a:ln>
        </p:spPr>
      </p:cxnSp>
      <p:cxnSp>
        <p:nvCxnSpPr>
          <p:cNvPr id="2745" name="Google Shape;2745;p117"/>
          <p:cNvCxnSpPr/>
          <p:nvPr/>
        </p:nvCxnSpPr>
        <p:spPr>
          <a:xfrm flipH="1" rot="10800000">
            <a:off x="12367207" y="8137672"/>
            <a:ext cx="703827" cy="1114197"/>
          </a:xfrm>
          <a:prstGeom prst="straightConnector1">
            <a:avLst/>
          </a:prstGeom>
          <a:noFill/>
          <a:ln cap="flat" cmpd="sng" w="38100">
            <a:solidFill>
              <a:srgbClr val="3333FF"/>
            </a:solidFill>
            <a:prstDash val="solid"/>
            <a:round/>
            <a:headEnd len="sm" w="sm" type="none"/>
            <a:tailEnd len="med" w="med" type="triangle"/>
          </a:ln>
        </p:spPr>
      </p:cxnSp>
      <p:pic>
        <p:nvPicPr>
          <p:cNvPr descr="Picture 5" id="2746" name="Google Shape;2746;p117"/>
          <p:cNvPicPr preferRelativeResize="0"/>
          <p:nvPr/>
        </p:nvPicPr>
        <p:blipFill rotWithShape="1">
          <a:blip r:embed="rId4">
            <a:alphaModFix/>
          </a:blip>
          <a:srcRect b="0" l="0" r="0" t="0"/>
          <a:stretch/>
        </p:blipFill>
        <p:spPr>
          <a:xfrm>
            <a:off x="13425836" y="9179748"/>
            <a:ext cx="472223" cy="369759"/>
          </a:xfrm>
          <a:prstGeom prst="rect">
            <a:avLst/>
          </a:prstGeom>
          <a:noFill/>
          <a:ln>
            <a:noFill/>
          </a:ln>
        </p:spPr>
      </p:pic>
      <p:pic>
        <p:nvPicPr>
          <p:cNvPr descr="Picture 6" id="2747" name="Google Shape;2747;p117"/>
          <p:cNvPicPr preferRelativeResize="0"/>
          <p:nvPr/>
        </p:nvPicPr>
        <p:blipFill rotWithShape="1">
          <a:blip r:embed="rId5">
            <a:alphaModFix/>
          </a:blip>
          <a:srcRect b="0" l="0" r="0" t="0"/>
          <a:stretch/>
        </p:blipFill>
        <p:spPr>
          <a:xfrm>
            <a:off x="12649200" y="10037991"/>
            <a:ext cx="387577" cy="325209"/>
          </a:xfrm>
          <a:prstGeom prst="rect">
            <a:avLst/>
          </a:prstGeom>
          <a:noFill/>
          <a:ln>
            <a:noFill/>
          </a:ln>
        </p:spPr>
      </p:pic>
      <p:pic>
        <p:nvPicPr>
          <p:cNvPr descr="Picture 8" id="2748" name="Google Shape;2748;p117"/>
          <p:cNvPicPr preferRelativeResize="0"/>
          <p:nvPr/>
        </p:nvPicPr>
        <p:blipFill rotWithShape="1">
          <a:blip r:embed="rId6">
            <a:alphaModFix/>
          </a:blip>
          <a:srcRect b="0" l="0" r="0" t="0"/>
          <a:stretch/>
        </p:blipFill>
        <p:spPr>
          <a:xfrm>
            <a:off x="11790064" y="9300203"/>
            <a:ext cx="329663" cy="325209"/>
          </a:xfrm>
          <a:prstGeom prst="rect">
            <a:avLst/>
          </a:prstGeom>
          <a:noFill/>
          <a:ln>
            <a:noFill/>
          </a:ln>
        </p:spPr>
      </p:pic>
      <p:grpSp>
        <p:nvGrpSpPr>
          <p:cNvPr id="2749" name="Google Shape;2749;p117"/>
          <p:cNvGrpSpPr/>
          <p:nvPr/>
        </p:nvGrpSpPr>
        <p:grpSpPr>
          <a:xfrm>
            <a:off x="2227320" y="4848450"/>
            <a:ext cx="5943605" cy="5671742"/>
            <a:chOff x="-1" y="-1"/>
            <a:chExt cx="5943603" cy="5671740"/>
          </a:xfrm>
        </p:grpSpPr>
        <p:pic>
          <p:nvPicPr>
            <p:cNvPr descr="Picture 9" id="2750" name="Google Shape;2750;p117"/>
            <p:cNvPicPr preferRelativeResize="0"/>
            <p:nvPr/>
          </p:nvPicPr>
          <p:blipFill rotWithShape="1">
            <a:blip r:embed="rId7">
              <a:alphaModFix/>
            </a:blip>
            <a:srcRect b="0" l="0" r="0" t="0"/>
            <a:stretch/>
          </p:blipFill>
          <p:spPr>
            <a:xfrm>
              <a:off x="457201" y="3047998"/>
              <a:ext cx="654587" cy="508349"/>
            </a:xfrm>
            <a:prstGeom prst="rect">
              <a:avLst/>
            </a:prstGeom>
            <a:noFill/>
            <a:ln>
              <a:noFill/>
            </a:ln>
          </p:spPr>
        </p:pic>
        <p:pic>
          <p:nvPicPr>
            <p:cNvPr descr="Picture 10" id="2751" name="Google Shape;2751;p117"/>
            <p:cNvPicPr preferRelativeResize="0"/>
            <p:nvPr/>
          </p:nvPicPr>
          <p:blipFill rotWithShape="1">
            <a:blip r:embed="rId8">
              <a:alphaModFix/>
            </a:blip>
            <a:srcRect b="0" l="0" r="0" t="0"/>
            <a:stretch/>
          </p:blipFill>
          <p:spPr>
            <a:xfrm>
              <a:off x="2718009" y="4996260"/>
              <a:ext cx="619769" cy="675479"/>
            </a:xfrm>
            <a:prstGeom prst="rect">
              <a:avLst/>
            </a:prstGeom>
            <a:noFill/>
            <a:ln>
              <a:noFill/>
            </a:ln>
          </p:spPr>
        </p:pic>
        <p:pic>
          <p:nvPicPr>
            <p:cNvPr descr="Picture 11" id="2752" name="Google Shape;2752;p117"/>
            <p:cNvPicPr preferRelativeResize="0"/>
            <p:nvPr/>
          </p:nvPicPr>
          <p:blipFill rotWithShape="1">
            <a:blip r:embed="rId9">
              <a:alphaModFix/>
            </a:blip>
            <a:srcRect b="0" l="0" r="0" t="0"/>
            <a:stretch/>
          </p:blipFill>
          <p:spPr>
            <a:xfrm>
              <a:off x="5470071" y="353329"/>
              <a:ext cx="473531" cy="536205"/>
            </a:xfrm>
            <a:prstGeom prst="rect">
              <a:avLst/>
            </a:prstGeom>
            <a:noFill/>
            <a:ln>
              <a:noFill/>
            </a:ln>
          </p:spPr>
        </p:pic>
        <p:cxnSp>
          <p:nvCxnSpPr>
            <p:cNvPr id="2753" name="Google Shape;2753;p117"/>
            <p:cNvCxnSpPr/>
            <p:nvPr/>
          </p:nvCxnSpPr>
          <p:spPr>
            <a:xfrm>
              <a:off x="2284411" y="1214433"/>
              <a:ext cx="3659191" cy="1"/>
            </a:xfrm>
            <a:prstGeom prst="straightConnector1">
              <a:avLst/>
            </a:prstGeom>
            <a:noFill/>
            <a:ln cap="flat" cmpd="sng" w="114300">
              <a:solidFill>
                <a:srgbClr val="3333FF"/>
              </a:solidFill>
              <a:prstDash val="solid"/>
              <a:round/>
              <a:headEnd len="sm" w="sm" type="none"/>
              <a:tailEnd len="med" w="med" type="triangle"/>
            </a:ln>
          </p:spPr>
        </p:cxnSp>
        <p:cxnSp>
          <p:nvCxnSpPr>
            <p:cNvPr id="2754" name="Google Shape;2754;p117"/>
            <p:cNvCxnSpPr/>
            <p:nvPr/>
          </p:nvCxnSpPr>
          <p:spPr>
            <a:xfrm flipH="1">
              <a:off x="2282823" y="1219198"/>
              <a:ext cx="1" cy="4114803"/>
            </a:xfrm>
            <a:prstGeom prst="straightConnector1">
              <a:avLst/>
            </a:prstGeom>
            <a:noFill/>
            <a:ln cap="flat" cmpd="sng" w="114300">
              <a:solidFill>
                <a:srgbClr val="00FF00"/>
              </a:solidFill>
              <a:prstDash val="solid"/>
              <a:round/>
              <a:headEnd len="sm" w="sm" type="none"/>
              <a:tailEnd len="med" w="med" type="triangle"/>
            </a:ln>
          </p:spPr>
        </p:cxnSp>
        <p:cxnSp>
          <p:nvCxnSpPr>
            <p:cNvPr id="2755" name="Google Shape;2755;p117"/>
            <p:cNvCxnSpPr/>
            <p:nvPr/>
          </p:nvCxnSpPr>
          <p:spPr>
            <a:xfrm flipH="1">
              <a:off x="-1" y="1217609"/>
              <a:ext cx="2281237" cy="2135189"/>
            </a:xfrm>
            <a:prstGeom prst="straightConnector1">
              <a:avLst/>
            </a:prstGeom>
            <a:noFill/>
            <a:ln cap="flat" cmpd="sng" w="114300">
              <a:solidFill>
                <a:srgbClr val="FF0000"/>
              </a:solidFill>
              <a:prstDash val="solid"/>
              <a:round/>
              <a:headEnd len="sm" w="sm" type="none"/>
              <a:tailEnd len="med" w="med" type="triangle"/>
            </a:ln>
          </p:spPr>
        </p:cxnSp>
        <p:sp>
          <p:nvSpPr>
            <p:cNvPr id="2756" name="Google Shape;2756;p117"/>
            <p:cNvSpPr/>
            <p:nvPr/>
          </p:nvSpPr>
          <p:spPr>
            <a:xfrm>
              <a:off x="2133600" y="1066797"/>
              <a:ext cx="304800"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757" name="Google Shape;2757;p117"/>
            <p:cNvSpPr txBox="1"/>
            <p:nvPr/>
          </p:nvSpPr>
          <p:spPr>
            <a:xfrm>
              <a:off x="1552858" y="-1"/>
              <a:ext cx="647621" cy="1160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400"/>
                <a:buFont typeface="Open Sans"/>
                <a:buNone/>
              </a:pPr>
              <a:r>
                <a:rPr b="1" i="0" lang="en-US" sz="6400" u="none" cap="none" strike="noStrike">
                  <a:solidFill>
                    <a:srgbClr val="000000"/>
                  </a:solidFill>
                  <a:latin typeface="Open Sans"/>
                  <a:ea typeface="Open Sans"/>
                  <a:cs typeface="Open Sans"/>
                  <a:sym typeface="Open Sans"/>
                </a:rPr>
                <a:t>0</a:t>
              </a:r>
              <a:endParaRPr/>
            </a:p>
          </p:txBody>
        </p:sp>
      </p:grpSp>
      <p:cxnSp>
        <p:nvCxnSpPr>
          <p:cNvPr id="2758" name="Google Shape;2758;p117"/>
          <p:cNvCxnSpPr/>
          <p:nvPr/>
        </p:nvCxnSpPr>
        <p:spPr>
          <a:xfrm flipH="1">
            <a:off x="12259437" y="4267202"/>
            <a:ext cx="2523367" cy="5092427"/>
          </a:xfrm>
          <a:prstGeom prst="straightConnector1">
            <a:avLst/>
          </a:prstGeom>
          <a:noFill/>
          <a:ln cap="flat" cmpd="sng" w="38100">
            <a:solidFill>
              <a:srgbClr val="000000"/>
            </a:solidFill>
            <a:prstDash val="dash"/>
            <a:round/>
            <a:headEnd len="sm" w="sm" type="none"/>
            <a:tailEnd len="med" w="med" type="triangle"/>
          </a:ln>
        </p:spPr>
      </p:cxnSp>
      <p:sp>
        <p:nvSpPr>
          <p:cNvPr id="2759" name="Google Shape;2759;p117"/>
          <p:cNvSpPr/>
          <p:nvPr/>
        </p:nvSpPr>
        <p:spPr>
          <a:xfrm>
            <a:off x="13292148" y="6792686"/>
            <a:ext cx="304801"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grpSp>
        <p:nvGrpSpPr>
          <p:cNvPr id="2760" name="Google Shape;2760;p117"/>
          <p:cNvGrpSpPr/>
          <p:nvPr/>
        </p:nvGrpSpPr>
        <p:grpSpPr>
          <a:xfrm>
            <a:off x="14641977" y="3374570"/>
            <a:ext cx="3624224" cy="1033782"/>
            <a:chOff x="0" y="-1"/>
            <a:chExt cx="3624223" cy="1033781"/>
          </a:xfrm>
        </p:grpSpPr>
        <p:pic>
          <p:nvPicPr>
            <p:cNvPr descr="Picture 2" id="2761" name="Google Shape;2761;p117"/>
            <p:cNvPicPr preferRelativeResize="0"/>
            <p:nvPr/>
          </p:nvPicPr>
          <p:blipFill rotWithShape="1">
            <a:blip r:embed="rId10">
              <a:alphaModFix/>
            </a:blip>
            <a:srcRect b="0" l="0" r="0" t="0"/>
            <a:stretch/>
          </p:blipFill>
          <p:spPr>
            <a:xfrm>
              <a:off x="1493344" y="291187"/>
              <a:ext cx="2130879" cy="565059"/>
            </a:xfrm>
            <a:prstGeom prst="rect">
              <a:avLst/>
            </a:prstGeom>
            <a:noFill/>
            <a:ln>
              <a:noFill/>
            </a:ln>
          </p:spPr>
        </p:pic>
        <p:sp>
          <p:nvSpPr>
            <p:cNvPr id="2762" name="Google Shape;2762;p117"/>
            <p:cNvSpPr/>
            <p:nvPr/>
          </p:nvSpPr>
          <p:spPr>
            <a:xfrm>
              <a:off x="0" y="631369"/>
              <a:ext cx="304801"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pic>
          <p:nvPicPr>
            <p:cNvPr descr="Picture 3" id="2763" name="Google Shape;2763;p117"/>
            <p:cNvPicPr preferRelativeResize="0"/>
            <p:nvPr/>
          </p:nvPicPr>
          <p:blipFill rotWithShape="1">
            <a:blip r:embed="rId11">
              <a:alphaModFix/>
            </a:blip>
            <a:srcRect b="0" l="0" r="0" t="0"/>
            <a:stretch/>
          </p:blipFill>
          <p:spPr>
            <a:xfrm>
              <a:off x="460596" y="371478"/>
              <a:ext cx="486019" cy="521153"/>
            </a:xfrm>
            <a:prstGeom prst="rect">
              <a:avLst/>
            </a:prstGeom>
            <a:noFill/>
            <a:ln>
              <a:noFill/>
            </a:ln>
          </p:spPr>
        </p:pic>
        <p:sp>
          <p:nvSpPr>
            <p:cNvPr id="2764" name="Google Shape;2764;p117"/>
            <p:cNvSpPr txBox="1"/>
            <p:nvPr/>
          </p:nvSpPr>
          <p:spPr>
            <a:xfrm>
              <a:off x="950720" y="-1"/>
              <a:ext cx="610910" cy="1033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Open Sans"/>
                <a:buNone/>
              </a:pPr>
              <a:r>
                <a:rPr b="0" i="0" lang="en-US" sz="5600" u="none" cap="none" strike="noStrike">
                  <a:solidFill>
                    <a:srgbClr val="000000"/>
                  </a:solidFill>
                  <a:latin typeface="Open Sans"/>
                  <a:ea typeface="Open Sans"/>
                  <a:cs typeface="Open Sans"/>
                  <a:sym typeface="Open Sans"/>
                </a:rPr>
                <a:t>=</a:t>
              </a:r>
              <a:endParaRPr/>
            </a:p>
          </p:txBody>
        </p:sp>
      </p:grpSp>
      <p:pic>
        <p:nvPicPr>
          <p:cNvPr descr="Picture 4" id="2765" name="Google Shape;2765;p117"/>
          <p:cNvPicPr preferRelativeResize="0"/>
          <p:nvPr/>
        </p:nvPicPr>
        <p:blipFill rotWithShape="1">
          <a:blip r:embed="rId12">
            <a:alphaModFix/>
          </a:blip>
          <a:srcRect b="0" l="0" r="0" t="0"/>
          <a:stretch/>
        </p:blipFill>
        <p:spPr>
          <a:xfrm>
            <a:off x="12220575" y="6442983"/>
            <a:ext cx="1060141" cy="632733"/>
          </a:xfrm>
          <a:prstGeom prst="rect">
            <a:avLst/>
          </a:prstGeom>
          <a:noFill/>
          <a:ln>
            <a:noFill/>
          </a:ln>
        </p:spPr>
      </p:pic>
      <p:sp>
        <p:nvSpPr>
          <p:cNvPr id="2766" name="Google Shape;2766;p117"/>
          <p:cNvSpPr txBox="1"/>
          <p:nvPr/>
        </p:nvSpPr>
        <p:spPr>
          <a:xfrm>
            <a:off x="15635211" y="7467602"/>
            <a:ext cx="6066454" cy="6146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Open Sans"/>
                <a:cs typeface="Open Sans"/>
                <a:sym typeface="Open Sans"/>
              </a:rPr>
              <a:t>(in homogeneous image coordinates)</a:t>
            </a:r>
            <a:endParaRPr/>
          </a:p>
        </p:txBody>
      </p:sp>
      <p:cxnSp>
        <p:nvCxnSpPr>
          <p:cNvPr id="2767" name="Google Shape;2767;p117"/>
          <p:cNvCxnSpPr/>
          <p:nvPr/>
        </p:nvCxnSpPr>
        <p:spPr>
          <a:xfrm rot="10800000">
            <a:off x="13715999" y="7032176"/>
            <a:ext cx="1827773" cy="743206"/>
          </a:xfrm>
          <a:prstGeom prst="straightConnector1">
            <a:avLst/>
          </a:prstGeom>
          <a:noFill/>
          <a:ln cap="flat" cmpd="sng" w="50800">
            <a:solidFill>
              <a:srgbClr val="000000"/>
            </a:solidFill>
            <a:prstDash val="solid"/>
            <a:round/>
            <a:headEnd len="sm" w="sm" type="none"/>
            <a:tailEnd len="med" w="med" type="triangle"/>
          </a:ln>
        </p:spPr>
      </p:cxnSp>
      <p:sp>
        <p:nvSpPr>
          <p:cNvPr id="2768" name="Google Shape;2768;p117"/>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769" name="Google Shape;2769;p117"/>
          <p:cNvSpPr txBox="1"/>
          <p:nvPr/>
        </p:nvSpPr>
        <p:spPr>
          <a:xfrm>
            <a:off x="20911248" y="131756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8"/>
                                        </p:tgtEl>
                                        <p:attrNameLst>
                                          <p:attrName>style.visibility</p:attrName>
                                        </p:attrNameLst>
                                      </p:cBhvr>
                                      <p:to>
                                        <p:strVal val="visible"/>
                                      </p:to>
                                    </p:set>
                                    <p:animEffect filter="fade" transition="in">
                                      <p:cBhvr>
                                        <p:cTn dur="500"/>
                                        <p:tgtEl>
                                          <p:spTgt spid="2758"/>
                                        </p:tgtEl>
                                      </p:cBhvr>
                                    </p:animEffect>
                                  </p:childTnLst>
                                </p:cTn>
                              </p:par>
                            </p:childTnLst>
                          </p:cTn>
                        </p:par>
                        <p:par>
                          <p:cTn fill="hold">
                            <p:stCondLst>
                              <p:cond delay="500"/>
                            </p:stCondLst>
                            <p:childTnLst>
                              <p:par>
                                <p:cTn fill="hold" nodeType="afterEffect" presetClass="entr" presetID="1" presetSubtype="0">
                                  <p:stCondLst>
                                    <p:cond delay="100"/>
                                  </p:stCondLst>
                                  <p:childTnLst>
                                    <p:set>
                                      <p:cBhvr>
                                        <p:cTn dur="1" fill="hold">
                                          <p:stCondLst>
                                            <p:cond delay="0"/>
                                          </p:stCondLst>
                                        </p:cTn>
                                        <p:tgtEl>
                                          <p:spTgt spid="2759"/>
                                        </p:tgtEl>
                                        <p:attrNameLst>
                                          <p:attrName>style.visibility</p:attrName>
                                        </p:attrNameLst>
                                      </p:cBhvr>
                                      <p:to>
                                        <p:strVal val="visible"/>
                                      </p:to>
                                    </p:set>
                                  </p:childTnLst>
                                </p:cTn>
                              </p:par>
                            </p:childTnLst>
                          </p:cTn>
                        </p:par>
                        <p:par>
                          <p:cTn fill="hold">
                            <p:stCondLst>
                              <p:cond delay="500"/>
                            </p:stCondLst>
                            <p:childTnLst>
                              <p:par>
                                <p:cTn fill="hold" nodeType="afterEffect" presetClass="entr" presetID="1" presetSubtype="0">
                                  <p:stCondLst>
                                    <p:cond delay="100"/>
                                  </p:stCondLst>
                                  <p:childTnLst>
                                    <p:set>
                                      <p:cBhvr>
                                        <p:cTn dur="1" fill="hold">
                                          <p:stCondLst>
                                            <p:cond delay="0"/>
                                          </p:stCondLst>
                                        </p:cTn>
                                        <p:tgtEl>
                                          <p:spTgt spid="27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3" name="Shape 2773"/>
        <p:cNvGrpSpPr/>
        <p:nvPr/>
      </p:nvGrpSpPr>
      <p:grpSpPr>
        <a:xfrm>
          <a:off x="0" y="0"/>
          <a:ext cx="0" cy="0"/>
          <a:chOff x="0" y="0"/>
          <a:chExt cx="0" cy="0"/>
        </a:xfrm>
      </p:grpSpPr>
      <p:sp>
        <p:nvSpPr>
          <p:cNvPr id="2774" name="Google Shape;2774;p118"/>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Open Sans"/>
              <a:buNone/>
            </a:pPr>
            <a:r>
              <a:rPr b="0" lang="en-US"/>
              <a:t>Extrinsics</a:t>
            </a:r>
            <a:endParaRPr/>
          </a:p>
        </p:txBody>
      </p:sp>
      <p:sp>
        <p:nvSpPr>
          <p:cNvPr id="2775" name="Google Shape;2775;p118"/>
          <p:cNvSpPr txBox="1"/>
          <p:nvPr>
            <p:ph idx="1" type="body"/>
          </p:nvPr>
        </p:nvSpPr>
        <p:spPr>
          <a:xfrm>
            <a:off x="1682751" y="2895600"/>
            <a:ext cx="21018498" cy="3200400"/>
          </a:xfrm>
          <a:prstGeom prst="rect">
            <a:avLst/>
          </a:prstGeom>
          <a:noFill/>
          <a:ln>
            <a:noFill/>
          </a:ln>
        </p:spPr>
        <p:txBody>
          <a:bodyPr anchorCtr="0" anchor="t" bIns="91425" lIns="91425" spcFirstLastPara="1" rIns="91425" wrap="square" tIns="91425">
            <a:normAutofit/>
          </a:bodyPr>
          <a:lstStyle/>
          <a:p>
            <a:pPr indent="-685800" lvl="0" marL="685800" marR="0" rtl="0" algn="l">
              <a:lnSpc>
                <a:spcPct val="100000"/>
              </a:lnSpc>
              <a:spcBef>
                <a:spcPts val="0"/>
              </a:spcBef>
              <a:spcAft>
                <a:spcPts val="0"/>
              </a:spcAft>
              <a:buClr>
                <a:srgbClr val="000000"/>
              </a:buClr>
              <a:buSzPts val="6400"/>
              <a:buFont typeface="Arial"/>
              <a:buChar char="•"/>
            </a:pPr>
            <a:r>
              <a:rPr lang="en-US" sz="6400">
                <a:latin typeface="Open Sans"/>
                <a:ea typeface="Open Sans"/>
                <a:cs typeface="Open Sans"/>
                <a:sym typeface="Open Sans"/>
              </a:rPr>
              <a:t>How do we get the camera to “canonical form”?</a:t>
            </a:r>
            <a:endParaRPr/>
          </a:p>
          <a:p>
            <a:pPr indent="-571500" lvl="1" marL="1028700" marR="0" rtl="0" algn="l">
              <a:lnSpc>
                <a:spcPct val="100000"/>
              </a:lnSpc>
              <a:spcBef>
                <a:spcPts val="1300"/>
              </a:spcBef>
              <a:spcAft>
                <a:spcPts val="0"/>
              </a:spcAft>
              <a:buClr>
                <a:srgbClr val="000000"/>
              </a:buClr>
              <a:buSzPts val="5600"/>
              <a:buFont typeface="Arial"/>
              <a:buChar char="–"/>
            </a:pPr>
            <a:r>
              <a:rPr lang="en-US" sz="5600"/>
              <a:t>(Center of projection at the origin, x-axis points right, y-axis points up, z-axis points backwards)</a:t>
            </a:r>
            <a:endParaRPr/>
          </a:p>
        </p:txBody>
      </p:sp>
      <p:sp>
        <p:nvSpPr>
          <p:cNvPr id="2776" name="Google Shape;2776;p118"/>
          <p:cNvSpPr txBox="1"/>
          <p:nvPr/>
        </p:nvSpPr>
        <p:spPr>
          <a:xfrm>
            <a:off x="15440274" y="6662050"/>
            <a:ext cx="70770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Step 1: Translate by -</a:t>
            </a:r>
            <a:r>
              <a:rPr b="1" i="0" lang="en-US" sz="4800" u="none" cap="none" strike="noStrike">
                <a:solidFill>
                  <a:srgbClr val="000000"/>
                </a:solidFill>
                <a:latin typeface="Open Sans"/>
                <a:ea typeface="Open Sans"/>
                <a:cs typeface="Open Sans"/>
                <a:sym typeface="Open Sans"/>
              </a:rPr>
              <a:t>c</a:t>
            </a:r>
            <a:endParaRPr/>
          </a:p>
        </p:txBody>
      </p:sp>
      <p:grpSp>
        <p:nvGrpSpPr>
          <p:cNvPr id="2777" name="Google Shape;2777;p118"/>
          <p:cNvGrpSpPr/>
          <p:nvPr/>
        </p:nvGrpSpPr>
        <p:grpSpPr>
          <a:xfrm>
            <a:off x="15388346" y="8147578"/>
            <a:ext cx="4427710" cy="4826832"/>
            <a:chOff x="0" y="-1"/>
            <a:chExt cx="4427709" cy="4826830"/>
          </a:xfrm>
        </p:grpSpPr>
        <p:pic>
          <p:nvPicPr>
            <p:cNvPr descr="Picture 7" id="2778" name="Google Shape;2778;p118"/>
            <p:cNvPicPr preferRelativeResize="0"/>
            <p:nvPr/>
          </p:nvPicPr>
          <p:blipFill rotWithShape="1">
            <a:blip r:embed="rId3">
              <a:alphaModFix/>
            </a:blip>
            <a:srcRect b="0" l="0" r="0" t="0"/>
            <a:stretch/>
          </p:blipFill>
          <p:spPr>
            <a:xfrm>
              <a:off x="1884876" y="2907406"/>
              <a:ext cx="525679" cy="325209"/>
            </a:xfrm>
            <a:prstGeom prst="rect">
              <a:avLst/>
            </a:prstGeom>
            <a:noFill/>
            <a:ln>
              <a:noFill/>
            </a:ln>
          </p:spPr>
        </p:pic>
        <p:sp>
          <p:nvSpPr>
            <p:cNvPr id="2779" name="Google Shape;2779;p118"/>
            <p:cNvSpPr/>
            <p:nvPr/>
          </p:nvSpPr>
          <p:spPr>
            <a:xfrm flipH="1" rot="-10247244">
              <a:off x="156454" y="314642"/>
              <a:ext cx="4114801" cy="2286001"/>
            </a:xfrm>
            <a:custGeom>
              <a:rect b="b" l="l" r="r" t="t"/>
              <a:pathLst>
                <a:path extrusionOk="0" h="21600" w="21600">
                  <a:moveTo>
                    <a:pt x="0" y="21600"/>
                  </a:moveTo>
                  <a:lnTo>
                    <a:pt x="3000" y="0"/>
                  </a:lnTo>
                  <a:lnTo>
                    <a:pt x="21600" y="0"/>
                  </a:lnTo>
                  <a:lnTo>
                    <a:pt x="18600" y="21600"/>
                  </a:lnTo>
                  <a:close/>
                </a:path>
              </a:pathLst>
            </a:custGeom>
            <a:no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780" name="Google Shape;2780;p118"/>
            <p:cNvSpPr/>
            <p:nvPr/>
          </p:nvSpPr>
          <p:spPr>
            <a:xfrm>
              <a:off x="1174626" y="3547688"/>
              <a:ext cx="304801"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cxnSp>
          <p:nvCxnSpPr>
            <p:cNvPr id="2781" name="Google Shape;2781;p118"/>
            <p:cNvCxnSpPr/>
            <p:nvPr/>
          </p:nvCxnSpPr>
          <p:spPr>
            <a:xfrm rot="10800000">
              <a:off x="565026" y="2328488"/>
              <a:ext cx="740229" cy="1371601"/>
            </a:xfrm>
            <a:prstGeom prst="straightConnector1">
              <a:avLst/>
            </a:prstGeom>
            <a:noFill/>
            <a:ln cap="flat" cmpd="sng" w="38100">
              <a:solidFill>
                <a:srgbClr val="000000"/>
              </a:solidFill>
              <a:prstDash val="solid"/>
              <a:round/>
              <a:headEnd len="sm" w="sm" type="none"/>
              <a:tailEnd len="sm" w="sm" type="none"/>
            </a:ln>
          </p:spPr>
        </p:cxnSp>
        <p:cxnSp>
          <p:nvCxnSpPr>
            <p:cNvPr id="2782" name="Google Shape;2782;p118"/>
            <p:cNvCxnSpPr/>
            <p:nvPr/>
          </p:nvCxnSpPr>
          <p:spPr>
            <a:xfrm flipH="1" rot="10800000">
              <a:off x="1283492" y="2894548"/>
              <a:ext cx="2764967" cy="805541"/>
            </a:xfrm>
            <a:prstGeom prst="straightConnector1">
              <a:avLst/>
            </a:prstGeom>
            <a:noFill/>
            <a:ln cap="flat" cmpd="sng" w="38100">
              <a:solidFill>
                <a:srgbClr val="000000"/>
              </a:solidFill>
              <a:prstDash val="solid"/>
              <a:round/>
              <a:headEnd len="sm" w="sm" type="none"/>
              <a:tailEnd len="sm" w="sm" type="none"/>
            </a:ln>
          </p:spPr>
        </p:cxnSp>
        <p:cxnSp>
          <p:nvCxnSpPr>
            <p:cNvPr id="2783" name="Google Shape;2783;p118"/>
            <p:cNvCxnSpPr/>
            <p:nvPr/>
          </p:nvCxnSpPr>
          <p:spPr>
            <a:xfrm flipH="1" rot="10800000">
              <a:off x="1327028" y="565006"/>
              <a:ext cx="2525487" cy="3135087"/>
            </a:xfrm>
            <a:prstGeom prst="straightConnector1">
              <a:avLst/>
            </a:prstGeom>
            <a:noFill/>
            <a:ln cap="flat" cmpd="sng" w="38100">
              <a:solidFill>
                <a:srgbClr val="000000"/>
              </a:solidFill>
              <a:prstDash val="solid"/>
              <a:round/>
              <a:headEnd len="sm" w="sm" type="none"/>
              <a:tailEnd len="sm" w="sm" type="none"/>
            </a:ln>
          </p:spPr>
        </p:cxnSp>
        <p:cxnSp>
          <p:nvCxnSpPr>
            <p:cNvPr id="2784" name="Google Shape;2784;p118"/>
            <p:cNvCxnSpPr/>
            <p:nvPr/>
          </p:nvCxnSpPr>
          <p:spPr>
            <a:xfrm rot="10800000">
              <a:off x="412625" y="42488"/>
              <a:ext cx="914402" cy="3657601"/>
            </a:xfrm>
            <a:prstGeom prst="straightConnector1">
              <a:avLst/>
            </a:prstGeom>
            <a:noFill/>
            <a:ln cap="flat" cmpd="sng" w="38100">
              <a:solidFill>
                <a:srgbClr val="000000"/>
              </a:solidFill>
              <a:prstDash val="solid"/>
              <a:round/>
              <a:headEnd len="sm" w="sm" type="none"/>
              <a:tailEnd len="sm" w="sm" type="none"/>
            </a:ln>
          </p:spPr>
        </p:cxnSp>
        <p:cxnSp>
          <p:nvCxnSpPr>
            <p:cNvPr id="2785" name="Google Shape;2785;p118"/>
            <p:cNvCxnSpPr/>
            <p:nvPr/>
          </p:nvCxnSpPr>
          <p:spPr>
            <a:xfrm>
              <a:off x="1327026" y="3700088"/>
              <a:ext cx="1066801" cy="152401"/>
            </a:xfrm>
            <a:prstGeom prst="straightConnector1">
              <a:avLst/>
            </a:prstGeom>
            <a:noFill/>
            <a:ln cap="flat" cmpd="sng" w="38100">
              <a:solidFill>
                <a:srgbClr val="FF0000"/>
              </a:solidFill>
              <a:prstDash val="solid"/>
              <a:round/>
              <a:headEnd len="sm" w="sm" type="none"/>
              <a:tailEnd len="med" w="med" type="triangle"/>
            </a:ln>
          </p:spPr>
        </p:cxnSp>
        <p:cxnSp>
          <p:nvCxnSpPr>
            <p:cNvPr id="2786" name="Google Shape;2786;p118"/>
            <p:cNvCxnSpPr/>
            <p:nvPr/>
          </p:nvCxnSpPr>
          <p:spPr>
            <a:xfrm>
              <a:off x="1325446" y="3701684"/>
              <a:ext cx="94585" cy="1109743"/>
            </a:xfrm>
            <a:prstGeom prst="straightConnector1">
              <a:avLst/>
            </a:prstGeom>
            <a:noFill/>
            <a:ln cap="flat" cmpd="sng" w="38100">
              <a:solidFill>
                <a:srgbClr val="00FF00"/>
              </a:solidFill>
              <a:prstDash val="solid"/>
              <a:round/>
              <a:headEnd len="sm" w="sm" type="none"/>
              <a:tailEnd len="med" w="med" type="triangle"/>
            </a:ln>
          </p:spPr>
        </p:cxnSp>
        <p:cxnSp>
          <p:nvCxnSpPr>
            <p:cNvPr id="2787" name="Google Shape;2787;p118"/>
            <p:cNvCxnSpPr/>
            <p:nvPr/>
          </p:nvCxnSpPr>
          <p:spPr>
            <a:xfrm flipH="1" rot="10800000">
              <a:off x="1327036" y="2585898"/>
              <a:ext cx="703827" cy="1114197"/>
            </a:xfrm>
            <a:prstGeom prst="straightConnector1">
              <a:avLst/>
            </a:prstGeom>
            <a:noFill/>
            <a:ln cap="flat" cmpd="sng" w="38100">
              <a:solidFill>
                <a:srgbClr val="3333FF"/>
              </a:solidFill>
              <a:prstDash val="solid"/>
              <a:round/>
              <a:headEnd len="sm" w="sm" type="none"/>
              <a:tailEnd len="med" w="med" type="triangle"/>
            </a:ln>
          </p:spPr>
        </p:cxnSp>
        <p:pic>
          <p:nvPicPr>
            <p:cNvPr descr="Picture 5" id="2788" name="Google Shape;2788;p118"/>
            <p:cNvPicPr preferRelativeResize="0"/>
            <p:nvPr/>
          </p:nvPicPr>
          <p:blipFill rotWithShape="1">
            <a:blip r:embed="rId4">
              <a:alphaModFix/>
            </a:blip>
            <a:srcRect b="0" l="0" r="0" t="0"/>
            <a:stretch/>
          </p:blipFill>
          <p:spPr>
            <a:xfrm>
              <a:off x="2385664" y="3627974"/>
              <a:ext cx="472223" cy="369759"/>
            </a:xfrm>
            <a:prstGeom prst="rect">
              <a:avLst/>
            </a:prstGeom>
            <a:noFill/>
            <a:ln>
              <a:noFill/>
            </a:ln>
          </p:spPr>
        </p:pic>
        <p:pic>
          <p:nvPicPr>
            <p:cNvPr descr="Picture 6" id="2789" name="Google Shape;2789;p118"/>
            <p:cNvPicPr preferRelativeResize="0"/>
            <p:nvPr/>
          </p:nvPicPr>
          <p:blipFill rotWithShape="1">
            <a:blip r:embed="rId5">
              <a:alphaModFix/>
            </a:blip>
            <a:srcRect b="0" l="0" r="0" t="0"/>
            <a:stretch/>
          </p:blipFill>
          <p:spPr>
            <a:xfrm>
              <a:off x="1528054" y="4501620"/>
              <a:ext cx="387577" cy="325209"/>
            </a:xfrm>
            <a:prstGeom prst="rect">
              <a:avLst/>
            </a:prstGeom>
            <a:noFill/>
            <a:ln>
              <a:noFill/>
            </a:ln>
          </p:spPr>
        </p:pic>
        <p:pic>
          <p:nvPicPr>
            <p:cNvPr descr="Picture 8" id="2790" name="Google Shape;2790;p118"/>
            <p:cNvPicPr preferRelativeResize="0"/>
            <p:nvPr/>
          </p:nvPicPr>
          <p:blipFill rotWithShape="1">
            <a:blip r:embed="rId6">
              <a:alphaModFix/>
            </a:blip>
            <a:srcRect b="0" l="0" r="0" t="0"/>
            <a:stretch/>
          </p:blipFill>
          <p:spPr>
            <a:xfrm>
              <a:off x="749892" y="3748430"/>
              <a:ext cx="329663" cy="325209"/>
            </a:xfrm>
            <a:prstGeom prst="rect">
              <a:avLst/>
            </a:prstGeom>
            <a:noFill/>
            <a:ln>
              <a:noFill/>
            </a:ln>
          </p:spPr>
        </p:pic>
      </p:grpSp>
      <p:grpSp>
        <p:nvGrpSpPr>
          <p:cNvPr id="2791" name="Google Shape;2791;p118"/>
          <p:cNvGrpSpPr/>
          <p:nvPr/>
        </p:nvGrpSpPr>
        <p:grpSpPr>
          <a:xfrm>
            <a:off x="5791198" y="9344930"/>
            <a:ext cx="5943604" cy="3821796"/>
            <a:chOff x="-1" y="0"/>
            <a:chExt cx="5943603" cy="3821794"/>
          </a:xfrm>
        </p:grpSpPr>
        <p:pic>
          <p:nvPicPr>
            <p:cNvPr descr="Picture 9" id="2792" name="Google Shape;2792;p118"/>
            <p:cNvPicPr preferRelativeResize="0"/>
            <p:nvPr/>
          </p:nvPicPr>
          <p:blipFill rotWithShape="1">
            <a:blip r:embed="rId7">
              <a:alphaModFix/>
            </a:blip>
            <a:srcRect b="0" l="0" r="0" t="0"/>
            <a:stretch/>
          </p:blipFill>
          <p:spPr>
            <a:xfrm>
              <a:off x="457201" y="2694667"/>
              <a:ext cx="654587" cy="508349"/>
            </a:xfrm>
            <a:prstGeom prst="rect">
              <a:avLst/>
            </a:prstGeom>
            <a:noFill/>
            <a:ln>
              <a:noFill/>
            </a:ln>
          </p:spPr>
        </p:pic>
        <p:pic>
          <p:nvPicPr>
            <p:cNvPr descr="Picture 10" id="2793" name="Google Shape;2793;p118"/>
            <p:cNvPicPr preferRelativeResize="0"/>
            <p:nvPr/>
          </p:nvPicPr>
          <p:blipFill rotWithShape="1">
            <a:blip r:embed="rId8">
              <a:alphaModFix/>
            </a:blip>
            <a:srcRect b="0" l="0" r="0" t="0"/>
            <a:stretch/>
          </p:blipFill>
          <p:spPr>
            <a:xfrm>
              <a:off x="2552135" y="3146315"/>
              <a:ext cx="619769" cy="675479"/>
            </a:xfrm>
            <a:prstGeom prst="rect">
              <a:avLst/>
            </a:prstGeom>
            <a:noFill/>
            <a:ln>
              <a:noFill/>
            </a:ln>
          </p:spPr>
        </p:pic>
        <p:pic>
          <p:nvPicPr>
            <p:cNvPr descr="Picture 11" id="2794" name="Google Shape;2794;p118"/>
            <p:cNvPicPr preferRelativeResize="0"/>
            <p:nvPr/>
          </p:nvPicPr>
          <p:blipFill rotWithShape="1">
            <a:blip r:embed="rId9">
              <a:alphaModFix/>
            </a:blip>
            <a:srcRect b="0" l="0" r="0" t="0"/>
            <a:stretch/>
          </p:blipFill>
          <p:spPr>
            <a:xfrm>
              <a:off x="5470071" y="0"/>
              <a:ext cx="473531" cy="536205"/>
            </a:xfrm>
            <a:prstGeom prst="rect">
              <a:avLst/>
            </a:prstGeom>
            <a:noFill/>
            <a:ln>
              <a:noFill/>
            </a:ln>
          </p:spPr>
        </p:pic>
        <p:cxnSp>
          <p:nvCxnSpPr>
            <p:cNvPr id="2795" name="Google Shape;2795;p118"/>
            <p:cNvCxnSpPr/>
            <p:nvPr/>
          </p:nvCxnSpPr>
          <p:spPr>
            <a:xfrm>
              <a:off x="2284411" y="861104"/>
              <a:ext cx="3659191" cy="1"/>
            </a:xfrm>
            <a:prstGeom prst="straightConnector1">
              <a:avLst/>
            </a:prstGeom>
            <a:noFill/>
            <a:ln cap="flat" cmpd="sng" w="114300">
              <a:solidFill>
                <a:srgbClr val="3333FF"/>
              </a:solidFill>
              <a:prstDash val="solid"/>
              <a:round/>
              <a:headEnd len="sm" w="sm" type="none"/>
              <a:tailEnd len="med" w="med" type="triangle"/>
            </a:ln>
          </p:spPr>
        </p:cxnSp>
        <p:cxnSp>
          <p:nvCxnSpPr>
            <p:cNvPr id="2796" name="Google Shape;2796;p118"/>
            <p:cNvCxnSpPr/>
            <p:nvPr/>
          </p:nvCxnSpPr>
          <p:spPr>
            <a:xfrm flipH="1">
              <a:off x="2282823" y="865868"/>
              <a:ext cx="1" cy="2743201"/>
            </a:xfrm>
            <a:prstGeom prst="straightConnector1">
              <a:avLst/>
            </a:prstGeom>
            <a:noFill/>
            <a:ln cap="flat" cmpd="sng" w="114300">
              <a:solidFill>
                <a:srgbClr val="00FF00"/>
              </a:solidFill>
              <a:prstDash val="solid"/>
              <a:round/>
              <a:headEnd len="sm" w="sm" type="none"/>
              <a:tailEnd len="med" w="med" type="triangle"/>
            </a:ln>
          </p:spPr>
        </p:cxnSp>
        <p:cxnSp>
          <p:nvCxnSpPr>
            <p:cNvPr id="2797" name="Google Shape;2797;p118"/>
            <p:cNvCxnSpPr/>
            <p:nvPr/>
          </p:nvCxnSpPr>
          <p:spPr>
            <a:xfrm flipH="1">
              <a:off x="-1" y="864280"/>
              <a:ext cx="2281237" cy="2135188"/>
            </a:xfrm>
            <a:prstGeom prst="straightConnector1">
              <a:avLst/>
            </a:prstGeom>
            <a:noFill/>
            <a:ln cap="flat" cmpd="sng" w="114300">
              <a:solidFill>
                <a:srgbClr val="FF0000"/>
              </a:solidFill>
              <a:prstDash val="solid"/>
              <a:round/>
              <a:headEnd len="sm" w="sm" type="none"/>
              <a:tailEnd len="med" w="med" type="triangle"/>
            </a:ln>
          </p:spPr>
        </p:cxnSp>
        <p:sp>
          <p:nvSpPr>
            <p:cNvPr id="2798" name="Google Shape;2798;p118"/>
            <p:cNvSpPr/>
            <p:nvPr/>
          </p:nvSpPr>
          <p:spPr>
            <a:xfrm>
              <a:off x="2133600" y="713468"/>
              <a:ext cx="304800"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grpSp>
      <p:sp>
        <p:nvSpPr>
          <p:cNvPr id="2799" name="Google Shape;2799;p118"/>
          <p:cNvSpPr txBox="1"/>
          <p:nvPr/>
        </p:nvSpPr>
        <p:spPr>
          <a:xfrm>
            <a:off x="7191656" y="9193649"/>
            <a:ext cx="647621" cy="1160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400"/>
              <a:buFont typeface="Open Sans"/>
              <a:buNone/>
            </a:pPr>
            <a:r>
              <a:rPr b="1" i="0" lang="en-US" sz="6400" u="none" cap="none" strike="noStrike">
                <a:solidFill>
                  <a:srgbClr val="000000"/>
                </a:solidFill>
                <a:latin typeface="Open Sans"/>
                <a:ea typeface="Open Sans"/>
                <a:cs typeface="Open Sans"/>
                <a:sym typeface="Open Sans"/>
              </a:rPr>
              <a:t>0</a:t>
            </a:r>
            <a:endParaRPr/>
          </a:p>
        </p:txBody>
      </p:sp>
      <p:sp>
        <p:nvSpPr>
          <p:cNvPr id="2800" name="Google Shape;2800;p118"/>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801" name="Google Shape;2801;p118"/>
          <p:cNvSpPr txBox="1"/>
          <p:nvPr/>
        </p:nvSpPr>
        <p:spPr>
          <a:xfrm>
            <a:off x="20911248" y="131756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5" name="Shape 2805"/>
        <p:cNvGrpSpPr/>
        <p:nvPr/>
      </p:nvGrpSpPr>
      <p:grpSpPr>
        <a:xfrm>
          <a:off x="0" y="0"/>
          <a:ext cx="0" cy="0"/>
          <a:chOff x="0" y="0"/>
          <a:chExt cx="0" cy="0"/>
        </a:xfrm>
      </p:grpSpPr>
      <p:grpSp>
        <p:nvGrpSpPr>
          <p:cNvPr id="2806" name="Google Shape;2806;p119"/>
          <p:cNvGrpSpPr/>
          <p:nvPr/>
        </p:nvGrpSpPr>
        <p:grpSpPr>
          <a:xfrm>
            <a:off x="5791198" y="9344930"/>
            <a:ext cx="5943604" cy="3821796"/>
            <a:chOff x="-1" y="0"/>
            <a:chExt cx="5943603" cy="3821794"/>
          </a:xfrm>
        </p:grpSpPr>
        <p:pic>
          <p:nvPicPr>
            <p:cNvPr descr="Picture 9" id="2807" name="Google Shape;2807;p119"/>
            <p:cNvPicPr preferRelativeResize="0"/>
            <p:nvPr/>
          </p:nvPicPr>
          <p:blipFill rotWithShape="1">
            <a:blip r:embed="rId3">
              <a:alphaModFix/>
            </a:blip>
            <a:srcRect b="0" l="0" r="0" t="0"/>
            <a:stretch/>
          </p:blipFill>
          <p:spPr>
            <a:xfrm>
              <a:off x="457201" y="2694667"/>
              <a:ext cx="654587" cy="508349"/>
            </a:xfrm>
            <a:prstGeom prst="rect">
              <a:avLst/>
            </a:prstGeom>
            <a:noFill/>
            <a:ln>
              <a:noFill/>
            </a:ln>
          </p:spPr>
        </p:pic>
        <p:pic>
          <p:nvPicPr>
            <p:cNvPr descr="Picture 10" id="2808" name="Google Shape;2808;p119"/>
            <p:cNvPicPr preferRelativeResize="0"/>
            <p:nvPr/>
          </p:nvPicPr>
          <p:blipFill rotWithShape="1">
            <a:blip r:embed="rId4">
              <a:alphaModFix/>
            </a:blip>
            <a:srcRect b="0" l="0" r="0" t="0"/>
            <a:stretch/>
          </p:blipFill>
          <p:spPr>
            <a:xfrm>
              <a:off x="2552135" y="3146315"/>
              <a:ext cx="619769" cy="675479"/>
            </a:xfrm>
            <a:prstGeom prst="rect">
              <a:avLst/>
            </a:prstGeom>
            <a:noFill/>
            <a:ln>
              <a:noFill/>
            </a:ln>
          </p:spPr>
        </p:pic>
        <p:pic>
          <p:nvPicPr>
            <p:cNvPr descr="Picture 11" id="2809" name="Google Shape;2809;p119"/>
            <p:cNvPicPr preferRelativeResize="0"/>
            <p:nvPr/>
          </p:nvPicPr>
          <p:blipFill rotWithShape="1">
            <a:blip r:embed="rId5">
              <a:alphaModFix/>
            </a:blip>
            <a:srcRect b="0" l="0" r="0" t="0"/>
            <a:stretch/>
          </p:blipFill>
          <p:spPr>
            <a:xfrm>
              <a:off x="5470071" y="0"/>
              <a:ext cx="473531" cy="536205"/>
            </a:xfrm>
            <a:prstGeom prst="rect">
              <a:avLst/>
            </a:prstGeom>
            <a:noFill/>
            <a:ln>
              <a:noFill/>
            </a:ln>
          </p:spPr>
        </p:pic>
        <p:cxnSp>
          <p:nvCxnSpPr>
            <p:cNvPr id="2810" name="Google Shape;2810;p119"/>
            <p:cNvCxnSpPr/>
            <p:nvPr/>
          </p:nvCxnSpPr>
          <p:spPr>
            <a:xfrm>
              <a:off x="2284411" y="861104"/>
              <a:ext cx="3659191" cy="1"/>
            </a:xfrm>
            <a:prstGeom prst="straightConnector1">
              <a:avLst/>
            </a:prstGeom>
            <a:noFill/>
            <a:ln cap="flat" cmpd="sng" w="114300">
              <a:solidFill>
                <a:srgbClr val="3333FF"/>
              </a:solidFill>
              <a:prstDash val="solid"/>
              <a:round/>
              <a:headEnd len="sm" w="sm" type="none"/>
              <a:tailEnd len="med" w="med" type="triangle"/>
            </a:ln>
          </p:spPr>
        </p:cxnSp>
        <p:cxnSp>
          <p:nvCxnSpPr>
            <p:cNvPr id="2811" name="Google Shape;2811;p119"/>
            <p:cNvCxnSpPr/>
            <p:nvPr/>
          </p:nvCxnSpPr>
          <p:spPr>
            <a:xfrm flipH="1">
              <a:off x="2282823" y="865868"/>
              <a:ext cx="1" cy="2743201"/>
            </a:xfrm>
            <a:prstGeom prst="straightConnector1">
              <a:avLst/>
            </a:prstGeom>
            <a:noFill/>
            <a:ln cap="flat" cmpd="sng" w="114300">
              <a:solidFill>
                <a:srgbClr val="00FF00"/>
              </a:solidFill>
              <a:prstDash val="solid"/>
              <a:round/>
              <a:headEnd len="sm" w="sm" type="none"/>
              <a:tailEnd len="med" w="med" type="triangle"/>
            </a:ln>
          </p:spPr>
        </p:cxnSp>
        <p:cxnSp>
          <p:nvCxnSpPr>
            <p:cNvPr id="2812" name="Google Shape;2812;p119"/>
            <p:cNvCxnSpPr/>
            <p:nvPr/>
          </p:nvCxnSpPr>
          <p:spPr>
            <a:xfrm flipH="1">
              <a:off x="-1" y="864280"/>
              <a:ext cx="2281237" cy="2135188"/>
            </a:xfrm>
            <a:prstGeom prst="straightConnector1">
              <a:avLst/>
            </a:prstGeom>
            <a:noFill/>
            <a:ln cap="flat" cmpd="sng" w="114300">
              <a:solidFill>
                <a:srgbClr val="FF0000"/>
              </a:solidFill>
              <a:prstDash val="solid"/>
              <a:round/>
              <a:headEnd len="sm" w="sm" type="none"/>
              <a:tailEnd len="med" w="med" type="triangle"/>
            </a:ln>
          </p:spPr>
        </p:cxnSp>
        <p:sp>
          <p:nvSpPr>
            <p:cNvPr id="2813" name="Google Shape;2813;p119"/>
            <p:cNvSpPr/>
            <p:nvPr/>
          </p:nvSpPr>
          <p:spPr>
            <a:xfrm>
              <a:off x="2133600" y="713468"/>
              <a:ext cx="304800"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grpSp>
      <p:sp>
        <p:nvSpPr>
          <p:cNvPr id="2814" name="Google Shape;2814;p119"/>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Open Sans"/>
              <a:buNone/>
            </a:pPr>
            <a:r>
              <a:rPr b="0" lang="en-US"/>
              <a:t>Extrinsics</a:t>
            </a:r>
            <a:endParaRPr/>
          </a:p>
        </p:txBody>
      </p:sp>
      <p:sp>
        <p:nvSpPr>
          <p:cNvPr id="2815" name="Google Shape;2815;p119"/>
          <p:cNvSpPr txBox="1"/>
          <p:nvPr/>
        </p:nvSpPr>
        <p:spPr>
          <a:xfrm>
            <a:off x="7271946" y="9633149"/>
            <a:ext cx="534611" cy="9194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Open Sans"/>
              <a:buNone/>
            </a:pPr>
            <a:r>
              <a:rPr b="1" i="0" lang="en-US" sz="4800" u="none" cap="none" strike="noStrike">
                <a:solidFill>
                  <a:srgbClr val="000000"/>
                </a:solidFill>
                <a:latin typeface="Open Sans"/>
                <a:ea typeface="Open Sans"/>
                <a:cs typeface="Open Sans"/>
                <a:sym typeface="Open Sans"/>
              </a:rPr>
              <a:t>0</a:t>
            </a:r>
            <a:endParaRPr/>
          </a:p>
        </p:txBody>
      </p:sp>
      <p:sp>
        <p:nvSpPr>
          <p:cNvPr id="2816" name="Google Shape;2816;p119"/>
          <p:cNvSpPr txBox="1"/>
          <p:nvPr/>
        </p:nvSpPr>
        <p:spPr>
          <a:xfrm>
            <a:off x="15440273" y="6662050"/>
            <a:ext cx="75717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Step 1: Translate by -</a:t>
            </a:r>
            <a:r>
              <a:rPr b="1" i="0" lang="en-US" sz="4800" u="none" cap="none" strike="noStrike">
                <a:solidFill>
                  <a:srgbClr val="000000"/>
                </a:solidFill>
                <a:latin typeface="Open Sans"/>
                <a:ea typeface="Open Sans"/>
                <a:cs typeface="Open Sans"/>
                <a:sym typeface="Open Sans"/>
              </a:rPr>
              <a:t>c</a:t>
            </a:r>
            <a:endParaRPr b="1" i="0" sz="3000" u="none" cap="none" strike="noStrike">
              <a:solidFill>
                <a:srgbClr val="000000"/>
              </a:solidFill>
              <a:latin typeface="Helvetica Neue"/>
              <a:ea typeface="Helvetica Neue"/>
              <a:cs typeface="Helvetica Neue"/>
              <a:sym typeface="Helvetica Neue"/>
            </a:endParaRPr>
          </a:p>
        </p:txBody>
      </p:sp>
      <p:sp>
        <p:nvSpPr>
          <p:cNvPr id="2817" name="Google Shape;2817;p119"/>
          <p:cNvSpPr txBox="1"/>
          <p:nvPr/>
        </p:nvSpPr>
        <p:spPr>
          <a:xfrm>
            <a:off x="15919279" y="7946550"/>
            <a:ext cx="6240600" cy="184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How do we represent translation as a matrix multiplication?</a:t>
            </a:r>
            <a:endParaRPr/>
          </a:p>
        </p:txBody>
      </p:sp>
      <p:pic>
        <p:nvPicPr>
          <p:cNvPr descr="Picture 2" id="2818" name="Google Shape;2818;p119"/>
          <p:cNvPicPr preferRelativeResize="0"/>
          <p:nvPr/>
        </p:nvPicPr>
        <p:blipFill rotWithShape="1">
          <a:blip r:embed="rId6">
            <a:alphaModFix/>
          </a:blip>
          <a:srcRect b="0" l="0" r="0" t="0"/>
          <a:stretch/>
        </p:blipFill>
        <p:spPr>
          <a:xfrm>
            <a:off x="15849601" y="10171344"/>
            <a:ext cx="4847423" cy="2679319"/>
          </a:xfrm>
          <a:prstGeom prst="rect">
            <a:avLst/>
          </a:prstGeom>
          <a:noFill/>
          <a:ln>
            <a:noFill/>
          </a:ln>
        </p:spPr>
      </p:pic>
      <p:pic>
        <p:nvPicPr>
          <p:cNvPr descr="Picture 3" id="2819" name="Google Shape;2819;p119"/>
          <p:cNvPicPr preferRelativeResize="0"/>
          <p:nvPr/>
        </p:nvPicPr>
        <p:blipFill rotWithShape="1">
          <a:blip r:embed="rId7">
            <a:alphaModFix/>
          </a:blip>
          <a:srcRect b="0" l="0" r="0" t="0"/>
          <a:stretch/>
        </p:blipFill>
        <p:spPr>
          <a:xfrm>
            <a:off x="13997672" y="11152417"/>
            <a:ext cx="1612443" cy="698027"/>
          </a:xfrm>
          <a:prstGeom prst="rect">
            <a:avLst/>
          </a:prstGeom>
          <a:noFill/>
          <a:ln>
            <a:noFill/>
          </a:ln>
        </p:spPr>
      </p:pic>
      <p:sp>
        <p:nvSpPr>
          <p:cNvPr id="2820" name="Google Shape;2820;p119"/>
          <p:cNvSpPr txBox="1"/>
          <p:nvPr/>
        </p:nvSpPr>
        <p:spPr>
          <a:xfrm>
            <a:off x="1774191" y="2895600"/>
            <a:ext cx="20835618" cy="3200400"/>
          </a:xfrm>
          <a:prstGeom prst="rect">
            <a:avLst/>
          </a:prstGeom>
          <a:noFill/>
          <a:ln>
            <a:noFill/>
          </a:ln>
        </p:spPr>
        <p:txBody>
          <a:bodyPr anchorCtr="0" anchor="t" bIns="91425" lIns="91425" spcFirstLastPara="1" rIns="91425" wrap="square" tIns="91425">
            <a:normAutofit/>
          </a:bodyPr>
          <a:lstStyle/>
          <a:p>
            <a:pPr indent="-685800" lvl="0" marL="685800" marR="0" rtl="0" algn="l">
              <a:lnSpc>
                <a:spcPct val="100000"/>
              </a:lnSpc>
              <a:spcBef>
                <a:spcPts val="0"/>
              </a:spcBef>
              <a:spcAft>
                <a:spcPts val="0"/>
              </a:spcAft>
              <a:buClr>
                <a:srgbClr val="000000"/>
              </a:buClr>
              <a:buSzPts val="6400"/>
              <a:buFont typeface="Arial"/>
              <a:buChar char="•"/>
            </a:pPr>
            <a:r>
              <a:rPr b="0" i="0" lang="en-US" sz="6400" u="none" cap="none" strike="noStrike">
                <a:solidFill>
                  <a:srgbClr val="000000"/>
                </a:solidFill>
                <a:latin typeface="Open Sans"/>
                <a:ea typeface="Open Sans"/>
                <a:cs typeface="Open Sans"/>
                <a:sym typeface="Open Sans"/>
              </a:rPr>
              <a:t>How do we get the camera to “canonical form”?</a:t>
            </a:r>
            <a:endParaRPr/>
          </a:p>
          <a:p>
            <a:pPr indent="-571500" lvl="1" marL="1028700" marR="0" rtl="0" algn="l">
              <a:lnSpc>
                <a:spcPct val="100000"/>
              </a:lnSpc>
              <a:spcBef>
                <a:spcPts val="1300"/>
              </a:spcBef>
              <a:spcAft>
                <a:spcPts val="0"/>
              </a:spcAft>
              <a:buClr>
                <a:srgbClr val="000000"/>
              </a:buClr>
              <a:buSzPts val="5600"/>
              <a:buFont typeface="Arial"/>
              <a:buChar char="–"/>
            </a:pPr>
            <a:r>
              <a:rPr b="0" i="0" lang="en-US" sz="5600" u="none" cap="none" strike="noStrike">
                <a:solidFill>
                  <a:srgbClr val="000000"/>
                </a:solidFill>
                <a:latin typeface="Open Sans"/>
                <a:ea typeface="Open Sans"/>
                <a:cs typeface="Open Sans"/>
                <a:sym typeface="Open Sans"/>
              </a:rPr>
              <a:t>(Center of projection at the origin, x-axis points right, y-axis points up, z-axis points backwards)</a:t>
            </a:r>
            <a:endParaRPr/>
          </a:p>
        </p:txBody>
      </p:sp>
      <p:grpSp>
        <p:nvGrpSpPr>
          <p:cNvPr id="2821" name="Google Shape;2821;p119"/>
          <p:cNvGrpSpPr/>
          <p:nvPr/>
        </p:nvGrpSpPr>
        <p:grpSpPr>
          <a:xfrm>
            <a:off x="6737590" y="6510710"/>
            <a:ext cx="4427710" cy="4826832"/>
            <a:chOff x="0" y="-1"/>
            <a:chExt cx="4427709" cy="4826830"/>
          </a:xfrm>
        </p:grpSpPr>
        <p:pic>
          <p:nvPicPr>
            <p:cNvPr descr="Picture 7" id="2822" name="Google Shape;2822;p119"/>
            <p:cNvPicPr preferRelativeResize="0"/>
            <p:nvPr/>
          </p:nvPicPr>
          <p:blipFill rotWithShape="1">
            <a:blip r:embed="rId8">
              <a:alphaModFix/>
            </a:blip>
            <a:srcRect b="0" l="0" r="0" t="0"/>
            <a:stretch/>
          </p:blipFill>
          <p:spPr>
            <a:xfrm>
              <a:off x="1884876" y="2907406"/>
              <a:ext cx="525679" cy="325209"/>
            </a:xfrm>
            <a:prstGeom prst="rect">
              <a:avLst/>
            </a:prstGeom>
            <a:noFill/>
            <a:ln>
              <a:noFill/>
            </a:ln>
          </p:spPr>
        </p:pic>
        <p:sp>
          <p:nvSpPr>
            <p:cNvPr id="2823" name="Google Shape;2823;p119"/>
            <p:cNvSpPr/>
            <p:nvPr/>
          </p:nvSpPr>
          <p:spPr>
            <a:xfrm flipH="1" rot="-10247244">
              <a:off x="156454" y="314642"/>
              <a:ext cx="4114801" cy="2286001"/>
            </a:xfrm>
            <a:custGeom>
              <a:rect b="b" l="l" r="r" t="t"/>
              <a:pathLst>
                <a:path extrusionOk="0" h="21600" w="21600">
                  <a:moveTo>
                    <a:pt x="0" y="21600"/>
                  </a:moveTo>
                  <a:lnTo>
                    <a:pt x="3000" y="0"/>
                  </a:lnTo>
                  <a:lnTo>
                    <a:pt x="21600" y="0"/>
                  </a:lnTo>
                  <a:lnTo>
                    <a:pt x="18600" y="21600"/>
                  </a:lnTo>
                  <a:close/>
                </a:path>
              </a:pathLst>
            </a:custGeom>
            <a:no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824" name="Google Shape;2824;p119"/>
            <p:cNvSpPr/>
            <p:nvPr/>
          </p:nvSpPr>
          <p:spPr>
            <a:xfrm>
              <a:off x="1174626" y="3547688"/>
              <a:ext cx="304801"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cxnSp>
          <p:nvCxnSpPr>
            <p:cNvPr id="2825" name="Google Shape;2825;p119"/>
            <p:cNvCxnSpPr/>
            <p:nvPr/>
          </p:nvCxnSpPr>
          <p:spPr>
            <a:xfrm rot="10800000">
              <a:off x="565026" y="2328488"/>
              <a:ext cx="740229" cy="1371601"/>
            </a:xfrm>
            <a:prstGeom prst="straightConnector1">
              <a:avLst/>
            </a:prstGeom>
            <a:noFill/>
            <a:ln cap="flat" cmpd="sng" w="38100">
              <a:solidFill>
                <a:srgbClr val="000000"/>
              </a:solidFill>
              <a:prstDash val="solid"/>
              <a:round/>
              <a:headEnd len="sm" w="sm" type="none"/>
              <a:tailEnd len="sm" w="sm" type="none"/>
            </a:ln>
          </p:spPr>
        </p:cxnSp>
        <p:cxnSp>
          <p:nvCxnSpPr>
            <p:cNvPr id="2826" name="Google Shape;2826;p119"/>
            <p:cNvCxnSpPr/>
            <p:nvPr/>
          </p:nvCxnSpPr>
          <p:spPr>
            <a:xfrm flipH="1" rot="10800000">
              <a:off x="1283492" y="2894548"/>
              <a:ext cx="2764967" cy="805541"/>
            </a:xfrm>
            <a:prstGeom prst="straightConnector1">
              <a:avLst/>
            </a:prstGeom>
            <a:noFill/>
            <a:ln cap="flat" cmpd="sng" w="38100">
              <a:solidFill>
                <a:srgbClr val="000000"/>
              </a:solidFill>
              <a:prstDash val="solid"/>
              <a:round/>
              <a:headEnd len="sm" w="sm" type="none"/>
              <a:tailEnd len="sm" w="sm" type="none"/>
            </a:ln>
          </p:spPr>
        </p:cxnSp>
        <p:cxnSp>
          <p:nvCxnSpPr>
            <p:cNvPr id="2827" name="Google Shape;2827;p119"/>
            <p:cNvCxnSpPr/>
            <p:nvPr/>
          </p:nvCxnSpPr>
          <p:spPr>
            <a:xfrm flipH="1" rot="10800000">
              <a:off x="1327028" y="565006"/>
              <a:ext cx="2525487" cy="3135087"/>
            </a:xfrm>
            <a:prstGeom prst="straightConnector1">
              <a:avLst/>
            </a:prstGeom>
            <a:noFill/>
            <a:ln cap="flat" cmpd="sng" w="38100">
              <a:solidFill>
                <a:srgbClr val="000000"/>
              </a:solidFill>
              <a:prstDash val="solid"/>
              <a:round/>
              <a:headEnd len="sm" w="sm" type="none"/>
              <a:tailEnd len="sm" w="sm" type="none"/>
            </a:ln>
          </p:spPr>
        </p:cxnSp>
        <p:cxnSp>
          <p:nvCxnSpPr>
            <p:cNvPr id="2828" name="Google Shape;2828;p119"/>
            <p:cNvCxnSpPr/>
            <p:nvPr/>
          </p:nvCxnSpPr>
          <p:spPr>
            <a:xfrm rot="10800000">
              <a:off x="412625" y="42488"/>
              <a:ext cx="914402" cy="3657601"/>
            </a:xfrm>
            <a:prstGeom prst="straightConnector1">
              <a:avLst/>
            </a:prstGeom>
            <a:noFill/>
            <a:ln cap="flat" cmpd="sng" w="38100">
              <a:solidFill>
                <a:srgbClr val="000000"/>
              </a:solidFill>
              <a:prstDash val="solid"/>
              <a:round/>
              <a:headEnd len="sm" w="sm" type="none"/>
              <a:tailEnd len="sm" w="sm" type="none"/>
            </a:ln>
          </p:spPr>
        </p:cxnSp>
        <p:cxnSp>
          <p:nvCxnSpPr>
            <p:cNvPr id="2829" name="Google Shape;2829;p119"/>
            <p:cNvCxnSpPr/>
            <p:nvPr/>
          </p:nvCxnSpPr>
          <p:spPr>
            <a:xfrm>
              <a:off x="1327026" y="3700088"/>
              <a:ext cx="1066801" cy="152401"/>
            </a:xfrm>
            <a:prstGeom prst="straightConnector1">
              <a:avLst/>
            </a:prstGeom>
            <a:noFill/>
            <a:ln cap="flat" cmpd="sng" w="38100">
              <a:solidFill>
                <a:srgbClr val="FF0000"/>
              </a:solidFill>
              <a:prstDash val="solid"/>
              <a:round/>
              <a:headEnd len="sm" w="sm" type="none"/>
              <a:tailEnd len="med" w="med" type="triangle"/>
            </a:ln>
          </p:spPr>
        </p:cxnSp>
        <p:cxnSp>
          <p:nvCxnSpPr>
            <p:cNvPr id="2830" name="Google Shape;2830;p119"/>
            <p:cNvCxnSpPr/>
            <p:nvPr/>
          </p:nvCxnSpPr>
          <p:spPr>
            <a:xfrm>
              <a:off x="1325446" y="3701684"/>
              <a:ext cx="94585" cy="1109743"/>
            </a:xfrm>
            <a:prstGeom prst="straightConnector1">
              <a:avLst/>
            </a:prstGeom>
            <a:noFill/>
            <a:ln cap="flat" cmpd="sng" w="38100">
              <a:solidFill>
                <a:srgbClr val="00FF00"/>
              </a:solidFill>
              <a:prstDash val="solid"/>
              <a:round/>
              <a:headEnd len="sm" w="sm" type="none"/>
              <a:tailEnd len="med" w="med" type="triangle"/>
            </a:ln>
          </p:spPr>
        </p:cxnSp>
        <p:cxnSp>
          <p:nvCxnSpPr>
            <p:cNvPr id="2831" name="Google Shape;2831;p119"/>
            <p:cNvCxnSpPr/>
            <p:nvPr/>
          </p:nvCxnSpPr>
          <p:spPr>
            <a:xfrm flipH="1" rot="10800000">
              <a:off x="1327036" y="2585898"/>
              <a:ext cx="703827" cy="1114197"/>
            </a:xfrm>
            <a:prstGeom prst="straightConnector1">
              <a:avLst/>
            </a:prstGeom>
            <a:noFill/>
            <a:ln cap="flat" cmpd="sng" w="38100">
              <a:solidFill>
                <a:srgbClr val="3333FF"/>
              </a:solidFill>
              <a:prstDash val="solid"/>
              <a:round/>
              <a:headEnd len="sm" w="sm" type="none"/>
              <a:tailEnd len="med" w="med" type="triangle"/>
            </a:ln>
          </p:spPr>
        </p:cxnSp>
        <p:pic>
          <p:nvPicPr>
            <p:cNvPr descr="Picture 5" id="2832" name="Google Shape;2832;p119"/>
            <p:cNvPicPr preferRelativeResize="0"/>
            <p:nvPr/>
          </p:nvPicPr>
          <p:blipFill rotWithShape="1">
            <a:blip r:embed="rId9">
              <a:alphaModFix/>
            </a:blip>
            <a:srcRect b="0" l="0" r="0" t="0"/>
            <a:stretch/>
          </p:blipFill>
          <p:spPr>
            <a:xfrm>
              <a:off x="2385664" y="3627974"/>
              <a:ext cx="472223" cy="369759"/>
            </a:xfrm>
            <a:prstGeom prst="rect">
              <a:avLst/>
            </a:prstGeom>
            <a:noFill/>
            <a:ln>
              <a:noFill/>
            </a:ln>
          </p:spPr>
        </p:pic>
        <p:pic>
          <p:nvPicPr>
            <p:cNvPr descr="Picture 6" id="2833" name="Google Shape;2833;p119"/>
            <p:cNvPicPr preferRelativeResize="0"/>
            <p:nvPr/>
          </p:nvPicPr>
          <p:blipFill rotWithShape="1">
            <a:blip r:embed="rId10">
              <a:alphaModFix/>
            </a:blip>
            <a:srcRect b="0" l="0" r="0" t="0"/>
            <a:stretch/>
          </p:blipFill>
          <p:spPr>
            <a:xfrm>
              <a:off x="1528054" y="4501620"/>
              <a:ext cx="387577" cy="325209"/>
            </a:xfrm>
            <a:prstGeom prst="rect">
              <a:avLst/>
            </a:prstGeom>
            <a:noFill/>
            <a:ln>
              <a:noFill/>
            </a:ln>
          </p:spPr>
        </p:pic>
      </p:grpSp>
      <p:sp>
        <p:nvSpPr>
          <p:cNvPr id="2834" name="Google Shape;2834;p119"/>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835" name="Google Shape;2835;p119"/>
          <p:cNvSpPr txBox="1"/>
          <p:nvPr/>
        </p:nvSpPr>
        <p:spPr>
          <a:xfrm>
            <a:off x="20911248" y="131756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9" name="Shape 2839"/>
        <p:cNvGrpSpPr/>
        <p:nvPr/>
      </p:nvGrpSpPr>
      <p:grpSpPr>
        <a:xfrm>
          <a:off x="0" y="0"/>
          <a:ext cx="0" cy="0"/>
          <a:chOff x="0" y="0"/>
          <a:chExt cx="0" cy="0"/>
        </a:xfrm>
      </p:grpSpPr>
      <p:sp>
        <p:nvSpPr>
          <p:cNvPr id="2840" name="Google Shape;2840;p120"/>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Open Sans"/>
              <a:buNone/>
            </a:pPr>
            <a:r>
              <a:rPr b="0" lang="en-US"/>
              <a:t>Extrinsics</a:t>
            </a:r>
            <a:endParaRPr/>
          </a:p>
        </p:txBody>
      </p:sp>
      <p:sp>
        <p:nvSpPr>
          <p:cNvPr id="2841" name="Google Shape;2841;p120"/>
          <p:cNvSpPr txBox="1"/>
          <p:nvPr>
            <p:ph idx="1" type="body"/>
          </p:nvPr>
        </p:nvSpPr>
        <p:spPr>
          <a:xfrm>
            <a:off x="3657600" y="2895600"/>
            <a:ext cx="18585000" cy="3200400"/>
          </a:xfrm>
          <a:prstGeom prst="rect">
            <a:avLst/>
          </a:prstGeom>
          <a:noFill/>
          <a:ln>
            <a:noFill/>
          </a:ln>
        </p:spPr>
        <p:txBody>
          <a:bodyPr anchorCtr="0" anchor="t" bIns="91425" lIns="91425" spcFirstLastPara="1" rIns="91425" wrap="square" tIns="91425">
            <a:normAutofit/>
          </a:bodyPr>
          <a:lstStyle/>
          <a:p>
            <a:pPr indent="-651509" lvl="0" marL="651509" marR="0" rtl="0" algn="l">
              <a:lnSpc>
                <a:spcPct val="100000"/>
              </a:lnSpc>
              <a:spcBef>
                <a:spcPts val="0"/>
              </a:spcBef>
              <a:spcAft>
                <a:spcPts val="0"/>
              </a:spcAft>
              <a:buClr>
                <a:srgbClr val="000000"/>
              </a:buClr>
              <a:buSzPts val="6080"/>
              <a:buFont typeface="Arial"/>
              <a:buChar char="•"/>
            </a:pPr>
            <a:r>
              <a:rPr lang="en-US" sz="6080"/>
              <a:t>How do we get the camera to “canonical form”?</a:t>
            </a:r>
            <a:endParaRPr/>
          </a:p>
          <a:p>
            <a:pPr indent="-542925" lvl="1" marL="977264" marR="0" rtl="0" algn="l">
              <a:lnSpc>
                <a:spcPct val="100000"/>
              </a:lnSpc>
              <a:spcBef>
                <a:spcPts val="1200"/>
              </a:spcBef>
              <a:spcAft>
                <a:spcPts val="0"/>
              </a:spcAft>
              <a:buClr>
                <a:srgbClr val="000000"/>
              </a:buClr>
              <a:buSzPts val="5320"/>
              <a:buFont typeface="Arial"/>
              <a:buChar char="–"/>
            </a:pPr>
            <a:r>
              <a:rPr lang="en-US" sz="5320"/>
              <a:t>(Center of projection at the origin, x-axis points right, y-axis points up, z-axis points backwards)</a:t>
            </a:r>
            <a:endParaRPr/>
          </a:p>
        </p:txBody>
      </p:sp>
      <p:sp>
        <p:nvSpPr>
          <p:cNvPr id="2842" name="Google Shape;2842;p120"/>
          <p:cNvSpPr txBox="1"/>
          <p:nvPr/>
        </p:nvSpPr>
        <p:spPr>
          <a:xfrm>
            <a:off x="15440273" y="6662050"/>
            <a:ext cx="7544400" cy="1662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Step 1: Translate by -</a:t>
            </a:r>
            <a:r>
              <a:rPr b="1" i="0" lang="en-US" sz="4800" u="none" cap="none" strike="noStrike">
                <a:solidFill>
                  <a:srgbClr val="000000"/>
                </a:solidFill>
                <a:latin typeface="Open Sans"/>
                <a:ea typeface="Open Sans"/>
                <a:cs typeface="Open Sans"/>
                <a:sym typeface="Open Sans"/>
              </a:rPr>
              <a:t>c</a:t>
            </a:r>
            <a:endParaRPr b="1" i="0" sz="3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Step 2: Rotate by </a:t>
            </a:r>
            <a:r>
              <a:rPr b="1" i="0" lang="en-US" sz="4800" u="none" cap="none" strike="noStrike">
                <a:solidFill>
                  <a:srgbClr val="000000"/>
                </a:solidFill>
                <a:latin typeface="Open Sans"/>
                <a:ea typeface="Open Sans"/>
                <a:cs typeface="Open Sans"/>
                <a:sym typeface="Open Sans"/>
              </a:rPr>
              <a:t>R</a:t>
            </a:r>
            <a:endParaRPr/>
          </a:p>
        </p:txBody>
      </p:sp>
      <p:pic>
        <p:nvPicPr>
          <p:cNvPr descr="Picture 2" id="2843" name="Google Shape;2843;p120"/>
          <p:cNvPicPr preferRelativeResize="0"/>
          <p:nvPr/>
        </p:nvPicPr>
        <p:blipFill rotWithShape="1">
          <a:blip r:embed="rId3">
            <a:alphaModFix/>
          </a:blip>
          <a:srcRect b="0" l="0" r="0" t="0"/>
          <a:stretch/>
        </p:blipFill>
        <p:spPr>
          <a:xfrm>
            <a:off x="15012767" y="9301846"/>
            <a:ext cx="5857393" cy="2824843"/>
          </a:xfrm>
          <a:prstGeom prst="rect">
            <a:avLst/>
          </a:prstGeom>
          <a:noFill/>
          <a:ln>
            <a:noFill/>
          </a:ln>
        </p:spPr>
      </p:pic>
      <p:cxnSp>
        <p:nvCxnSpPr>
          <p:cNvPr id="2844" name="Google Shape;2844;p120"/>
          <p:cNvCxnSpPr/>
          <p:nvPr/>
        </p:nvCxnSpPr>
        <p:spPr>
          <a:xfrm flipH="1" rot="10800000">
            <a:off x="14608636" y="11103430"/>
            <a:ext cx="653138" cy="936171"/>
          </a:xfrm>
          <a:prstGeom prst="straightConnector1">
            <a:avLst/>
          </a:prstGeom>
          <a:noFill/>
          <a:ln cap="flat" cmpd="sng" w="63500">
            <a:solidFill>
              <a:srgbClr val="000000"/>
            </a:solidFill>
            <a:prstDash val="solid"/>
            <a:round/>
            <a:headEnd len="sm" w="sm" type="none"/>
            <a:tailEnd len="med" w="med" type="triangle"/>
          </a:ln>
        </p:spPr>
      </p:cxnSp>
      <p:sp>
        <p:nvSpPr>
          <p:cNvPr id="2845" name="Google Shape;2845;p120"/>
          <p:cNvSpPr txBox="1"/>
          <p:nvPr/>
        </p:nvSpPr>
        <p:spPr>
          <a:xfrm>
            <a:off x="10927499" y="12017825"/>
            <a:ext cx="59436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3x3 rotation matrix</a:t>
            </a:r>
            <a:endParaRPr/>
          </a:p>
        </p:txBody>
      </p:sp>
      <p:grpSp>
        <p:nvGrpSpPr>
          <p:cNvPr id="2846" name="Google Shape;2846;p120"/>
          <p:cNvGrpSpPr/>
          <p:nvPr/>
        </p:nvGrpSpPr>
        <p:grpSpPr>
          <a:xfrm>
            <a:off x="5791198" y="9344930"/>
            <a:ext cx="5943604" cy="3821796"/>
            <a:chOff x="-1" y="0"/>
            <a:chExt cx="5943603" cy="3821794"/>
          </a:xfrm>
        </p:grpSpPr>
        <p:pic>
          <p:nvPicPr>
            <p:cNvPr descr="Picture 9" id="2847" name="Google Shape;2847;p120"/>
            <p:cNvPicPr preferRelativeResize="0"/>
            <p:nvPr/>
          </p:nvPicPr>
          <p:blipFill rotWithShape="1">
            <a:blip r:embed="rId4">
              <a:alphaModFix/>
            </a:blip>
            <a:srcRect b="0" l="0" r="0" t="0"/>
            <a:stretch/>
          </p:blipFill>
          <p:spPr>
            <a:xfrm>
              <a:off x="457201" y="2694667"/>
              <a:ext cx="654587" cy="508349"/>
            </a:xfrm>
            <a:prstGeom prst="rect">
              <a:avLst/>
            </a:prstGeom>
            <a:noFill/>
            <a:ln>
              <a:noFill/>
            </a:ln>
          </p:spPr>
        </p:pic>
        <p:pic>
          <p:nvPicPr>
            <p:cNvPr descr="Picture 10" id="2848" name="Google Shape;2848;p120"/>
            <p:cNvPicPr preferRelativeResize="0"/>
            <p:nvPr/>
          </p:nvPicPr>
          <p:blipFill rotWithShape="1">
            <a:blip r:embed="rId5">
              <a:alphaModFix/>
            </a:blip>
            <a:srcRect b="0" l="0" r="0" t="0"/>
            <a:stretch/>
          </p:blipFill>
          <p:spPr>
            <a:xfrm>
              <a:off x="2552135" y="3146315"/>
              <a:ext cx="619769" cy="675479"/>
            </a:xfrm>
            <a:prstGeom prst="rect">
              <a:avLst/>
            </a:prstGeom>
            <a:noFill/>
            <a:ln>
              <a:noFill/>
            </a:ln>
          </p:spPr>
        </p:pic>
        <p:pic>
          <p:nvPicPr>
            <p:cNvPr descr="Picture 11" id="2849" name="Google Shape;2849;p120"/>
            <p:cNvPicPr preferRelativeResize="0"/>
            <p:nvPr/>
          </p:nvPicPr>
          <p:blipFill rotWithShape="1">
            <a:blip r:embed="rId6">
              <a:alphaModFix/>
            </a:blip>
            <a:srcRect b="0" l="0" r="0" t="0"/>
            <a:stretch/>
          </p:blipFill>
          <p:spPr>
            <a:xfrm>
              <a:off x="5470071" y="0"/>
              <a:ext cx="473531" cy="536205"/>
            </a:xfrm>
            <a:prstGeom prst="rect">
              <a:avLst/>
            </a:prstGeom>
            <a:noFill/>
            <a:ln>
              <a:noFill/>
            </a:ln>
          </p:spPr>
        </p:pic>
        <p:cxnSp>
          <p:nvCxnSpPr>
            <p:cNvPr id="2850" name="Google Shape;2850;p120"/>
            <p:cNvCxnSpPr/>
            <p:nvPr/>
          </p:nvCxnSpPr>
          <p:spPr>
            <a:xfrm>
              <a:off x="2284411" y="861104"/>
              <a:ext cx="3659191" cy="1"/>
            </a:xfrm>
            <a:prstGeom prst="straightConnector1">
              <a:avLst/>
            </a:prstGeom>
            <a:noFill/>
            <a:ln cap="flat" cmpd="sng" w="114300">
              <a:solidFill>
                <a:srgbClr val="3333FF"/>
              </a:solidFill>
              <a:prstDash val="solid"/>
              <a:round/>
              <a:headEnd len="sm" w="sm" type="none"/>
              <a:tailEnd len="med" w="med" type="triangle"/>
            </a:ln>
          </p:spPr>
        </p:cxnSp>
        <p:cxnSp>
          <p:nvCxnSpPr>
            <p:cNvPr id="2851" name="Google Shape;2851;p120"/>
            <p:cNvCxnSpPr/>
            <p:nvPr/>
          </p:nvCxnSpPr>
          <p:spPr>
            <a:xfrm flipH="1">
              <a:off x="2282823" y="865868"/>
              <a:ext cx="1" cy="2743201"/>
            </a:xfrm>
            <a:prstGeom prst="straightConnector1">
              <a:avLst/>
            </a:prstGeom>
            <a:noFill/>
            <a:ln cap="flat" cmpd="sng" w="114300">
              <a:solidFill>
                <a:srgbClr val="00FF00"/>
              </a:solidFill>
              <a:prstDash val="solid"/>
              <a:round/>
              <a:headEnd len="sm" w="sm" type="none"/>
              <a:tailEnd len="med" w="med" type="triangle"/>
            </a:ln>
          </p:spPr>
        </p:cxnSp>
        <p:cxnSp>
          <p:nvCxnSpPr>
            <p:cNvPr id="2852" name="Google Shape;2852;p120"/>
            <p:cNvCxnSpPr/>
            <p:nvPr/>
          </p:nvCxnSpPr>
          <p:spPr>
            <a:xfrm flipH="1">
              <a:off x="-1" y="864280"/>
              <a:ext cx="2281237" cy="2135188"/>
            </a:xfrm>
            <a:prstGeom prst="straightConnector1">
              <a:avLst/>
            </a:prstGeom>
            <a:noFill/>
            <a:ln cap="flat" cmpd="sng" w="114300">
              <a:solidFill>
                <a:srgbClr val="FF0000"/>
              </a:solidFill>
              <a:prstDash val="solid"/>
              <a:round/>
              <a:headEnd len="sm" w="sm" type="none"/>
              <a:tailEnd len="med" w="med" type="triangle"/>
            </a:ln>
          </p:spPr>
        </p:cxnSp>
        <p:sp>
          <p:nvSpPr>
            <p:cNvPr id="2853" name="Google Shape;2853;p120"/>
            <p:cNvSpPr/>
            <p:nvPr/>
          </p:nvSpPr>
          <p:spPr>
            <a:xfrm>
              <a:off x="2133600" y="713468"/>
              <a:ext cx="304800"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grpSp>
      <p:sp>
        <p:nvSpPr>
          <p:cNvPr id="2854" name="Google Shape;2854;p120"/>
          <p:cNvSpPr txBox="1"/>
          <p:nvPr/>
        </p:nvSpPr>
        <p:spPr>
          <a:xfrm>
            <a:off x="7271946" y="9633149"/>
            <a:ext cx="534611" cy="9194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Open Sans"/>
              <a:buNone/>
            </a:pPr>
            <a:r>
              <a:rPr b="1" i="0" lang="en-US" sz="4800" u="none" cap="none" strike="noStrike">
                <a:solidFill>
                  <a:srgbClr val="000000"/>
                </a:solidFill>
                <a:latin typeface="Open Sans"/>
                <a:ea typeface="Open Sans"/>
                <a:cs typeface="Open Sans"/>
                <a:sym typeface="Open Sans"/>
              </a:rPr>
              <a:t>0</a:t>
            </a:r>
            <a:endParaRPr/>
          </a:p>
        </p:txBody>
      </p:sp>
      <p:grpSp>
        <p:nvGrpSpPr>
          <p:cNvPr id="2855" name="Google Shape;2855;p120"/>
          <p:cNvGrpSpPr/>
          <p:nvPr/>
        </p:nvGrpSpPr>
        <p:grpSpPr>
          <a:xfrm>
            <a:off x="6737590" y="6510710"/>
            <a:ext cx="4427710" cy="4826832"/>
            <a:chOff x="0" y="-1"/>
            <a:chExt cx="4427709" cy="4826830"/>
          </a:xfrm>
        </p:grpSpPr>
        <p:pic>
          <p:nvPicPr>
            <p:cNvPr descr="Picture 7" id="2856" name="Google Shape;2856;p120"/>
            <p:cNvPicPr preferRelativeResize="0"/>
            <p:nvPr/>
          </p:nvPicPr>
          <p:blipFill rotWithShape="1">
            <a:blip r:embed="rId7">
              <a:alphaModFix/>
            </a:blip>
            <a:srcRect b="0" l="0" r="0" t="0"/>
            <a:stretch/>
          </p:blipFill>
          <p:spPr>
            <a:xfrm>
              <a:off x="1884876" y="2907406"/>
              <a:ext cx="525679" cy="325209"/>
            </a:xfrm>
            <a:prstGeom prst="rect">
              <a:avLst/>
            </a:prstGeom>
            <a:noFill/>
            <a:ln>
              <a:noFill/>
            </a:ln>
          </p:spPr>
        </p:pic>
        <p:sp>
          <p:nvSpPr>
            <p:cNvPr id="2857" name="Google Shape;2857;p120"/>
            <p:cNvSpPr/>
            <p:nvPr/>
          </p:nvSpPr>
          <p:spPr>
            <a:xfrm flipH="1" rot="-10247244">
              <a:off x="156454" y="314642"/>
              <a:ext cx="4114801" cy="2286001"/>
            </a:xfrm>
            <a:custGeom>
              <a:rect b="b" l="l" r="r" t="t"/>
              <a:pathLst>
                <a:path extrusionOk="0" h="21600" w="21600">
                  <a:moveTo>
                    <a:pt x="0" y="21600"/>
                  </a:moveTo>
                  <a:lnTo>
                    <a:pt x="3000" y="0"/>
                  </a:lnTo>
                  <a:lnTo>
                    <a:pt x="21600" y="0"/>
                  </a:lnTo>
                  <a:lnTo>
                    <a:pt x="18600" y="21600"/>
                  </a:lnTo>
                  <a:close/>
                </a:path>
              </a:pathLst>
            </a:custGeom>
            <a:no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858" name="Google Shape;2858;p120"/>
            <p:cNvSpPr/>
            <p:nvPr/>
          </p:nvSpPr>
          <p:spPr>
            <a:xfrm>
              <a:off x="1174626" y="3547688"/>
              <a:ext cx="304801"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cxnSp>
          <p:nvCxnSpPr>
            <p:cNvPr id="2859" name="Google Shape;2859;p120"/>
            <p:cNvCxnSpPr/>
            <p:nvPr/>
          </p:nvCxnSpPr>
          <p:spPr>
            <a:xfrm rot="10800000">
              <a:off x="565026" y="2328488"/>
              <a:ext cx="740229" cy="1371601"/>
            </a:xfrm>
            <a:prstGeom prst="straightConnector1">
              <a:avLst/>
            </a:prstGeom>
            <a:noFill/>
            <a:ln cap="flat" cmpd="sng" w="38100">
              <a:solidFill>
                <a:srgbClr val="000000"/>
              </a:solidFill>
              <a:prstDash val="solid"/>
              <a:round/>
              <a:headEnd len="sm" w="sm" type="none"/>
              <a:tailEnd len="sm" w="sm" type="none"/>
            </a:ln>
          </p:spPr>
        </p:cxnSp>
        <p:cxnSp>
          <p:nvCxnSpPr>
            <p:cNvPr id="2860" name="Google Shape;2860;p120"/>
            <p:cNvCxnSpPr/>
            <p:nvPr/>
          </p:nvCxnSpPr>
          <p:spPr>
            <a:xfrm flipH="1" rot="10800000">
              <a:off x="1283492" y="2894548"/>
              <a:ext cx="2764967" cy="805541"/>
            </a:xfrm>
            <a:prstGeom prst="straightConnector1">
              <a:avLst/>
            </a:prstGeom>
            <a:noFill/>
            <a:ln cap="flat" cmpd="sng" w="38100">
              <a:solidFill>
                <a:srgbClr val="000000"/>
              </a:solidFill>
              <a:prstDash val="solid"/>
              <a:round/>
              <a:headEnd len="sm" w="sm" type="none"/>
              <a:tailEnd len="sm" w="sm" type="none"/>
            </a:ln>
          </p:spPr>
        </p:cxnSp>
        <p:cxnSp>
          <p:nvCxnSpPr>
            <p:cNvPr id="2861" name="Google Shape;2861;p120"/>
            <p:cNvCxnSpPr/>
            <p:nvPr/>
          </p:nvCxnSpPr>
          <p:spPr>
            <a:xfrm flipH="1" rot="10800000">
              <a:off x="1327028" y="565006"/>
              <a:ext cx="2525487" cy="3135087"/>
            </a:xfrm>
            <a:prstGeom prst="straightConnector1">
              <a:avLst/>
            </a:prstGeom>
            <a:noFill/>
            <a:ln cap="flat" cmpd="sng" w="38100">
              <a:solidFill>
                <a:srgbClr val="000000"/>
              </a:solidFill>
              <a:prstDash val="solid"/>
              <a:round/>
              <a:headEnd len="sm" w="sm" type="none"/>
              <a:tailEnd len="sm" w="sm" type="none"/>
            </a:ln>
          </p:spPr>
        </p:cxnSp>
        <p:cxnSp>
          <p:nvCxnSpPr>
            <p:cNvPr id="2862" name="Google Shape;2862;p120"/>
            <p:cNvCxnSpPr/>
            <p:nvPr/>
          </p:nvCxnSpPr>
          <p:spPr>
            <a:xfrm rot="10800000">
              <a:off x="412625" y="42488"/>
              <a:ext cx="914402" cy="3657601"/>
            </a:xfrm>
            <a:prstGeom prst="straightConnector1">
              <a:avLst/>
            </a:prstGeom>
            <a:noFill/>
            <a:ln cap="flat" cmpd="sng" w="38100">
              <a:solidFill>
                <a:srgbClr val="000000"/>
              </a:solidFill>
              <a:prstDash val="solid"/>
              <a:round/>
              <a:headEnd len="sm" w="sm" type="none"/>
              <a:tailEnd len="sm" w="sm" type="none"/>
            </a:ln>
          </p:spPr>
        </p:cxnSp>
        <p:cxnSp>
          <p:nvCxnSpPr>
            <p:cNvPr id="2863" name="Google Shape;2863;p120"/>
            <p:cNvCxnSpPr/>
            <p:nvPr/>
          </p:nvCxnSpPr>
          <p:spPr>
            <a:xfrm>
              <a:off x="1327026" y="3700088"/>
              <a:ext cx="1066801" cy="152401"/>
            </a:xfrm>
            <a:prstGeom prst="straightConnector1">
              <a:avLst/>
            </a:prstGeom>
            <a:noFill/>
            <a:ln cap="flat" cmpd="sng" w="38100">
              <a:solidFill>
                <a:srgbClr val="FF0000"/>
              </a:solidFill>
              <a:prstDash val="solid"/>
              <a:round/>
              <a:headEnd len="sm" w="sm" type="none"/>
              <a:tailEnd len="med" w="med" type="triangle"/>
            </a:ln>
          </p:spPr>
        </p:cxnSp>
        <p:cxnSp>
          <p:nvCxnSpPr>
            <p:cNvPr id="2864" name="Google Shape;2864;p120"/>
            <p:cNvCxnSpPr/>
            <p:nvPr/>
          </p:nvCxnSpPr>
          <p:spPr>
            <a:xfrm>
              <a:off x="1325446" y="3701684"/>
              <a:ext cx="94585" cy="1109743"/>
            </a:xfrm>
            <a:prstGeom prst="straightConnector1">
              <a:avLst/>
            </a:prstGeom>
            <a:noFill/>
            <a:ln cap="flat" cmpd="sng" w="38100">
              <a:solidFill>
                <a:srgbClr val="00FF00"/>
              </a:solidFill>
              <a:prstDash val="solid"/>
              <a:round/>
              <a:headEnd len="sm" w="sm" type="none"/>
              <a:tailEnd len="med" w="med" type="triangle"/>
            </a:ln>
          </p:spPr>
        </p:cxnSp>
        <p:cxnSp>
          <p:nvCxnSpPr>
            <p:cNvPr id="2865" name="Google Shape;2865;p120"/>
            <p:cNvCxnSpPr/>
            <p:nvPr/>
          </p:nvCxnSpPr>
          <p:spPr>
            <a:xfrm flipH="1" rot="10800000">
              <a:off x="1327036" y="2585898"/>
              <a:ext cx="703827" cy="1114197"/>
            </a:xfrm>
            <a:prstGeom prst="straightConnector1">
              <a:avLst/>
            </a:prstGeom>
            <a:noFill/>
            <a:ln cap="flat" cmpd="sng" w="38100">
              <a:solidFill>
                <a:srgbClr val="3333FF"/>
              </a:solidFill>
              <a:prstDash val="solid"/>
              <a:round/>
              <a:headEnd len="sm" w="sm" type="none"/>
              <a:tailEnd len="med" w="med" type="triangle"/>
            </a:ln>
          </p:spPr>
        </p:cxnSp>
        <p:pic>
          <p:nvPicPr>
            <p:cNvPr descr="Picture 5" id="2866" name="Google Shape;2866;p120"/>
            <p:cNvPicPr preferRelativeResize="0"/>
            <p:nvPr/>
          </p:nvPicPr>
          <p:blipFill rotWithShape="1">
            <a:blip r:embed="rId8">
              <a:alphaModFix/>
            </a:blip>
            <a:srcRect b="0" l="0" r="0" t="0"/>
            <a:stretch/>
          </p:blipFill>
          <p:spPr>
            <a:xfrm>
              <a:off x="2385664" y="3627974"/>
              <a:ext cx="472223" cy="369759"/>
            </a:xfrm>
            <a:prstGeom prst="rect">
              <a:avLst/>
            </a:prstGeom>
            <a:noFill/>
            <a:ln>
              <a:noFill/>
            </a:ln>
          </p:spPr>
        </p:pic>
        <p:pic>
          <p:nvPicPr>
            <p:cNvPr descr="Picture 6" id="2867" name="Google Shape;2867;p120"/>
            <p:cNvPicPr preferRelativeResize="0"/>
            <p:nvPr/>
          </p:nvPicPr>
          <p:blipFill rotWithShape="1">
            <a:blip r:embed="rId9">
              <a:alphaModFix/>
            </a:blip>
            <a:srcRect b="0" l="0" r="0" t="0"/>
            <a:stretch/>
          </p:blipFill>
          <p:spPr>
            <a:xfrm>
              <a:off x="1528054" y="4501620"/>
              <a:ext cx="387577" cy="325209"/>
            </a:xfrm>
            <a:prstGeom prst="rect">
              <a:avLst/>
            </a:prstGeom>
            <a:noFill/>
            <a:ln>
              <a:noFill/>
            </a:ln>
          </p:spPr>
        </p:pic>
      </p:grpSp>
      <p:sp>
        <p:nvSpPr>
          <p:cNvPr id="2868" name="Google Shape;2868;p120"/>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869" name="Google Shape;2869;p120"/>
          <p:cNvSpPr txBox="1"/>
          <p:nvPr/>
        </p:nvSpPr>
        <p:spPr>
          <a:xfrm>
            <a:off x="20911248" y="131756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3" name="Shape 2873"/>
        <p:cNvGrpSpPr/>
        <p:nvPr/>
      </p:nvGrpSpPr>
      <p:grpSpPr>
        <a:xfrm>
          <a:off x="0" y="0"/>
          <a:ext cx="0" cy="0"/>
          <a:chOff x="0" y="0"/>
          <a:chExt cx="0" cy="0"/>
        </a:xfrm>
      </p:grpSpPr>
      <p:sp>
        <p:nvSpPr>
          <p:cNvPr id="2874" name="Google Shape;2874;p121"/>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Open Sans"/>
              <a:buNone/>
            </a:pPr>
            <a:r>
              <a:rPr b="0" lang="en-US"/>
              <a:t>Extrinsics</a:t>
            </a:r>
            <a:endParaRPr/>
          </a:p>
        </p:txBody>
      </p:sp>
      <p:sp>
        <p:nvSpPr>
          <p:cNvPr id="2875" name="Google Shape;2875;p121"/>
          <p:cNvSpPr txBox="1"/>
          <p:nvPr>
            <p:ph idx="1" type="body"/>
          </p:nvPr>
        </p:nvSpPr>
        <p:spPr>
          <a:xfrm>
            <a:off x="3657600" y="2895600"/>
            <a:ext cx="18502500" cy="3200400"/>
          </a:xfrm>
          <a:prstGeom prst="rect">
            <a:avLst/>
          </a:prstGeom>
          <a:noFill/>
          <a:ln>
            <a:noFill/>
          </a:ln>
        </p:spPr>
        <p:txBody>
          <a:bodyPr anchorCtr="0" anchor="t" bIns="91425" lIns="91425" spcFirstLastPara="1" rIns="91425" wrap="square" tIns="91425">
            <a:normAutofit/>
          </a:bodyPr>
          <a:lstStyle/>
          <a:p>
            <a:pPr indent="-651509" lvl="0" marL="651509" marR="0" rtl="0" algn="l">
              <a:lnSpc>
                <a:spcPct val="100000"/>
              </a:lnSpc>
              <a:spcBef>
                <a:spcPts val="0"/>
              </a:spcBef>
              <a:spcAft>
                <a:spcPts val="0"/>
              </a:spcAft>
              <a:buClr>
                <a:srgbClr val="000000"/>
              </a:buClr>
              <a:buSzPts val="6080"/>
              <a:buFont typeface="Arial"/>
              <a:buChar char="•"/>
            </a:pPr>
            <a:r>
              <a:rPr lang="en-US" sz="6080"/>
              <a:t>How do we get the camera to “canonical form”?</a:t>
            </a:r>
            <a:endParaRPr/>
          </a:p>
          <a:p>
            <a:pPr indent="-542925" lvl="1" marL="977264" marR="0" rtl="0" algn="l">
              <a:lnSpc>
                <a:spcPct val="100000"/>
              </a:lnSpc>
              <a:spcBef>
                <a:spcPts val="1200"/>
              </a:spcBef>
              <a:spcAft>
                <a:spcPts val="0"/>
              </a:spcAft>
              <a:buClr>
                <a:srgbClr val="000000"/>
              </a:buClr>
              <a:buSzPts val="5320"/>
              <a:buFont typeface="Arial"/>
              <a:buChar char="–"/>
            </a:pPr>
            <a:r>
              <a:rPr lang="en-US" sz="5320"/>
              <a:t>(Center of projection at the origin, x-axis points right, y-axis points up, z-axis points backwards)</a:t>
            </a:r>
            <a:endParaRPr/>
          </a:p>
        </p:txBody>
      </p:sp>
      <p:grpSp>
        <p:nvGrpSpPr>
          <p:cNvPr id="2876" name="Google Shape;2876;p121"/>
          <p:cNvGrpSpPr/>
          <p:nvPr/>
        </p:nvGrpSpPr>
        <p:grpSpPr>
          <a:xfrm>
            <a:off x="7254240" y="7315449"/>
            <a:ext cx="5312609" cy="4969041"/>
            <a:chOff x="0" y="-1"/>
            <a:chExt cx="5312608" cy="4969040"/>
          </a:xfrm>
        </p:grpSpPr>
        <p:sp>
          <p:nvSpPr>
            <p:cNvPr id="2877" name="Google Shape;2877;p121"/>
            <p:cNvSpPr/>
            <p:nvPr/>
          </p:nvSpPr>
          <p:spPr>
            <a:xfrm>
              <a:off x="661033" y="2743199"/>
              <a:ext cx="304801"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878" name="Google Shape;2878;p121"/>
            <p:cNvSpPr txBox="1"/>
            <p:nvPr/>
          </p:nvSpPr>
          <p:spPr>
            <a:xfrm>
              <a:off x="0" y="2133349"/>
              <a:ext cx="534611" cy="9194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Open Sans"/>
                <a:buNone/>
              </a:pPr>
              <a:r>
                <a:rPr b="1" i="0" lang="en-US" sz="4800" u="none" cap="none" strike="noStrike">
                  <a:solidFill>
                    <a:srgbClr val="000000"/>
                  </a:solidFill>
                  <a:latin typeface="Open Sans"/>
                  <a:ea typeface="Open Sans"/>
                  <a:cs typeface="Open Sans"/>
                  <a:sym typeface="Open Sans"/>
                </a:rPr>
                <a:t>0</a:t>
              </a:r>
              <a:endParaRPr/>
            </a:p>
          </p:txBody>
        </p:sp>
        <p:sp>
          <p:nvSpPr>
            <p:cNvPr id="2879" name="Google Shape;2879;p121"/>
            <p:cNvSpPr/>
            <p:nvPr/>
          </p:nvSpPr>
          <p:spPr>
            <a:xfrm rot="8347545">
              <a:off x="263879" y="1307093"/>
              <a:ext cx="4872278" cy="2354853"/>
            </a:xfrm>
            <a:custGeom>
              <a:rect b="b" l="l" r="r" t="t"/>
              <a:pathLst>
                <a:path extrusionOk="0" h="21600" w="21600">
                  <a:moveTo>
                    <a:pt x="0" y="21600"/>
                  </a:moveTo>
                  <a:lnTo>
                    <a:pt x="9379" y="0"/>
                  </a:lnTo>
                  <a:lnTo>
                    <a:pt x="21600" y="0"/>
                  </a:lnTo>
                  <a:lnTo>
                    <a:pt x="12221" y="21600"/>
                  </a:lnTo>
                  <a:close/>
                </a:path>
              </a:pathLst>
            </a:custGeom>
            <a:no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cxnSp>
          <p:nvCxnSpPr>
            <p:cNvPr id="2880" name="Google Shape;2880;p121"/>
            <p:cNvCxnSpPr/>
            <p:nvPr/>
          </p:nvCxnSpPr>
          <p:spPr>
            <a:xfrm flipH="1" rot="10800000">
              <a:off x="805889" y="21771"/>
              <a:ext cx="2960915" cy="2852057"/>
            </a:xfrm>
            <a:prstGeom prst="straightConnector1">
              <a:avLst/>
            </a:prstGeom>
            <a:noFill/>
            <a:ln cap="flat" cmpd="sng" w="38100">
              <a:solidFill>
                <a:srgbClr val="000000"/>
              </a:solidFill>
              <a:prstDash val="solid"/>
              <a:round/>
              <a:headEnd len="sm" w="sm" type="none"/>
              <a:tailEnd len="sm" w="sm" type="none"/>
            </a:ln>
          </p:spPr>
        </p:cxnSp>
        <p:cxnSp>
          <p:nvCxnSpPr>
            <p:cNvPr id="2881" name="Google Shape;2881;p121"/>
            <p:cNvCxnSpPr/>
            <p:nvPr/>
          </p:nvCxnSpPr>
          <p:spPr>
            <a:xfrm flipH="1">
              <a:off x="814542" y="1807035"/>
              <a:ext cx="862206" cy="1046123"/>
            </a:xfrm>
            <a:prstGeom prst="straightConnector1">
              <a:avLst/>
            </a:prstGeom>
            <a:noFill/>
            <a:ln cap="flat" cmpd="sng" w="38100">
              <a:solidFill>
                <a:srgbClr val="000000"/>
              </a:solidFill>
              <a:prstDash val="solid"/>
              <a:round/>
              <a:headEnd len="sm" w="sm" type="none"/>
              <a:tailEnd len="sm" w="sm" type="none"/>
            </a:ln>
          </p:spPr>
        </p:cxnSp>
        <p:cxnSp>
          <p:nvCxnSpPr>
            <p:cNvPr id="2882" name="Google Shape;2882;p121"/>
            <p:cNvCxnSpPr/>
            <p:nvPr/>
          </p:nvCxnSpPr>
          <p:spPr>
            <a:xfrm rot="10800000">
              <a:off x="784120" y="2873829"/>
              <a:ext cx="827315" cy="2068287"/>
            </a:xfrm>
            <a:prstGeom prst="straightConnector1">
              <a:avLst/>
            </a:prstGeom>
            <a:noFill/>
            <a:ln cap="flat" cmpd="sng" w="38100">
              <a:solidFill>
                <a:srgbClr val="000000"/>
              </a:solidFill>
              <a:prstDash val="solid"/>
              <a:round/>
              <a:headEnd len="sm" w="sm" type="none"/>
              <a:tailEnd len="sm" w="sm" type="none"/>
            </a:ln>
          </p:spPr>
        </p:cxnSp>
        <p:cxnSp>
          <p:nvCxnSpPr>
            <p:cNvPr id="2883" name="Google Shape;2883;p121"/>
            <p:cNvCxnSpPr/>
            <p:nvPr/>
          </p:nvCxnSpPr>
          <p:spPr>
            <a:xfrm rot="10800000">
              <a:off x="805891" y="2917375"/>
              <a:ext cx="2917371" cy="239487"/>
            </a:xfrm>
            <a:prstGeom prst="straightConnector1">
              <a:avLst/>
            </a:prstGeom>
            <a:noFill/>
            <a:ln cap="flat" cmpd="sng" w="38100">
              <a:solidFill>
                <a:srgbClr val="000000"/>
              </a:solidFill>
              <a:prstDash val="solid"/>
              <a:round/>
              <a:headEnd len="sm" w="sm" type="none"/>
              <a:tailEnd len="sm" w="sm" type="none"/>
            </a:ln>
          </p:spPr>
        </p:cxnSp>
      </p:grpSp>
      <p:sp>
        <p:nvSpPr>
          <p:cNvPr id="2884" name="Google Shape;2884;p121"/>
          <p:cNvSpPr txBox="1"/>
          <p:nvPr/>
        </p:nvSpPr>
        <p:spPr>
          <a:xfrm>
            <a:off x="15440283" y="6662062"/>
            <a:ext cx="6329384" cy="16560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Step 1: Translate by -</a:t>
            </a:r>
            <a:r>
              <a:rPr b="1" i="0" lang="en-US" sz="4800" u="none" cap="none" strike="noStrike">
                <a:solidFill>
                  <a:srgbClr val="000000"/>
                </a:solidFill>
                <a:latin typeface="Open Sans"/>
                <a:ea typeface="Open Sans"/>
                <a:cs typeface="Open Sans"/>
                <a:sym typeface="Open Sans"/>
              </a:rPr>
              <a:t>c</a:t>
            </a:r>
            <a:endParaRPr b="1" i="0" sz="30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Step 2: Rotate by </a:t>
            </a:r>
            <a:r>
              <a:rPr b="1" i="0" lang="en-US" sz="4800" u="none" cap="none" strike="noStrike">
                <a:solidFill>
                  <a:srgbClr val="000000"/>
                </a:solidFill>
                <a:latin typeface="Open Sans"/>
                <a:ea typeface="Open Sans"/>
                <a:cs typeface="Open Sans"/>
                <a:sym typeface="Open Sans"/>
              </a:rPr>
              <a:t>R</a:t>
            </a:r>
            <a:endParaRPr/>
          </a:p>
        </p:txBody>
      </p:sp>
      <p:pic>
        <p:nvPicPr>
          <p:cNvPr descr="Picture 2" id="2885" name="Google Shape;2885;p121"/>
          <p:cNvPicPr preferRelativeResize="0"/>
          <p:nvPr/>
        </p:nvPicPr>
        <p:blipFill rotWithShape="1">
          <a:blip r:embed="rId3">
            <a:alphaModFix/>
          </a:blip>
          <a:srcRect b="0" l="0" r="0" t="0"/>
          <a:stretch/>
        </p:blipFill>
        <p:spPr>
          <a:xfrm>
            <a:off x="15012767" y="9301846"/>
            <a:ext cx="5857393" cy="2824843"/>
          </a:xfrm>
          <a:prstGeom prst="rect">
            <a:avLst/>
          </a:prstGeom>
          <a:noFill/>
          <a:ln>
            <a:noFill/>
          </a:ln>
        </p:spPr>
      </p:pic>
      <p:sp>
        <p:nvSpPr>
          <p:cNvPr id="2886" name="Google Shape;2886;p121"/>
          <p:cNvSpPr txBox="1"/>
          <p:nvPr/>
        </p:nvSpPr>
        <p:spPr>
          <a:xfrm>
            <a:off x="14264652" y="12344400"/>
            <a:ext cx="8900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(with extra row/column of [0 0 0 1])</a:t>
            </a:r>
            <a:endParaRPr/>
          </a:p>
        </p:txBody>
      </p:sp>
      <p:grpSp>
        <p:nvGrpSpPr>
          <p:cNvPr id="2887" name="Google Shape;2887;p121"/>
          <p:cNvGrpSpPr/>
          <p:nvPr/>
        </p:nvGrpSpPr>
        <p:grpSpPr>
          <a:xfrm>
            <a:off x="5791198" y="9344930"/>
            <a:ext cx="5943604" cy="3821796"/>
            <a:chOff x="-1" y="0"/>
            <a:chExt cx="5943603" cy="3821794"/>
          </a:xfrm>
        </p:grpSpPr>
        <p:pic>
          <p:nvPicPr>
            <p:cNvPr descr="Picture 9" id="2888" name="Google Shape;2888;p121"/>
            <p:cNvPicPr preferRelativeResize="0"/>
            <p:nvPr/>
          </p:nvPicPr>
          <p:blipFill rotWithShape="1">
            <a:blip r:embed="rId4">
              <a:alphaModFix/>
            </a:blip>
            <a:srcRect b="0" l="0" r="0" t="0"/>
            <a:stretch/>
          </p:blipFill>
          <p:spPr>
            <a:xfrm>
              <a:off x="457201" y="2694667"/>
              <a:ext cx="654587" cy="508349"/>
            </a:xfrm>
            <a:prstGeom prst="rect">
              <a:avLst/>
            </a:prstGeom>
            <a:noFill/>
            <a:ln>
              <a:noFill/>
            </a:ln>
          </p:spPr>
        </p:pic>
        <p:pic>
          <p:nvPicPr>
            <p:cNvPr descr="Picture 10" id="2889" name="Google Shape;2889;p121"/>
            <p:cNvPicPr preferRelativeResize="0"/>
            <p:nvPr/>
          </p:nvPicPr>
          <p:blipFill rotWithShape="1">
            <a:blip r:embed="rId5">
              <a:alphaModFix/>
            </a:blip>
            <a:srcRect b="0" l="0" r="0" t="0"/>
            <a:stretch/>
          </p:blipFill>
          <p:spPr>
            <a:xfrm>
              <a:off x="2552135" y="3146315"/>
              <a:ext cx="619769" cy="675479"/>
            </a:xfrm>
            <a:prstGeom prst="rect">
              <a:avLst/>
            </a:prstGeom>
            <a:noFill/>
            <a:ln>
              <a:noFill/>
            </a:ln>
          </p:spPr>
        </p:pic>
        <p:pic>
          <p:nvPicPr>
            <p:cNvPr descr="Picture 11" id="2890" name="Google Shape;2890;p121"/>
            <p:cNvPicPr preferRelativeResize="0"/>
            <p:nvPr/>
          </p:nvPicPr>
          <p:blipFill rotWithShape="1">
            <a:blip r:embed="rId6">
              <a:alphaModFix/>
            </a:blip>
            <a:srcRect b="0" l="0" r="0" t="0"/>
            <a:stretch/>
          </p:blipFill>
          <p:spPr>
            <a:xfrm>
              <a:off x="5470071" y="0"/>
              <a:ext cx="473531" cy="536205"/>
            </a:xfrm>
            <a:prstGeom prst="rect">
              <a:avLst/>
            </a:prstGeom>
            <a:noFill/>
            <a:ln>
              <a:noFill/>
            </a:ln>
          </p:spPr>
        </p:pic>
        <p:cxnSp>
          <p:nvCxnSpPr>
            <p:cNvPr id="2891" name="Google Shape;2891;p121"/>
            <p:cNvCxnSpPr/>
            <p:nvPr/>
          </p:nvCxnSpPr>
          <p:spPr>
            <a:xfrm>
              <a:off x="2284411" y="861104"/>
              <a:ext cx="3659191" cy="1"/>
            </a:xfrm>
            <a:prstGeom prst="straightConnector1">
              <a:avLst/>
            </a:prstGeom>
            <a:noFill/>
            <a:ln cap="flat" cmpd="sng" w="114300">
              <a:solidFill>
                <a:srgbClr val="3333FF"/>
              </a:solidFill>
              <a:prstDash val="solid"/>
              <a:round/>
              <a:headEnd len="sm" w="sm" type="none"/>
              <a:tailEnd len="med" w="med" type="triangle"/>
            </a:ln>
          </p:spPr>
        </p:cxnSp>
        <p:cxnSp>
          <p:nvCxnSpPr>
            <p:cNvPr id="2892" name="Google Shape;2892;p121"/>
            <p:cNvCxnSpPr/>
            <p:nvPr/>
          </p:nvCxnSpPr>
          <p:spPr>
            <a:xfrm flipH="1">
              <a:off x="2282823" y="865868"/>
              <a:ext cx="1" cy="2743201"/>
            </a:xfrm>
            <a:prstGeom prst="straightConnector1">
              <a:avLst/>
            </a:prstGeom>
            <a:noFill/>
            <a:ln cap="flat" cmpd="sng" w="114300">
              <a:solidFill>
                <a:srgbClr val="00FF00"/>
              </a:solidFill>
              <a:prstDash val="solid"/>
              <a:round/>
              <a:headEnd len="sm" w="sm" type="none"/>
              <a:tailEnd len="med" w="med" type="triangle"/>
            </a:ln>
          </p:spPr>
        </p:cxnSp>
        <p:cxnSp>
          <p:nvCxnSpPr>
            <p:cNvPr id="2893" name="Google Shape;2893;p121"/>
            <p:cNvCxnSpPr/>
            <p:nvPr/>
          </p:nvCxnSpPr>
          <p:spPr>
            <a:xfrm flipH="1">
              <a:off x="-1" y="864280"/>
              <a:ext cx="2281237" cy="2135188"/>
            </a:xfrm>
            <a:prstGeom prst="straightConnector1">
              <a:avLst/>
            </a:prstGeom>
            <a:noFill/>
            <a:ln cap="flat" cmpd="sng" w="114300">
              <a:solidFill>
                <a:srgbClr val="FF0000"/>
              </a:solidFill>
              <a:prstDash val="solid"/>
              <a:round/>
              <a:headEnd len="sm" w="sm" type="none"/>
              <a:tailEnd len="med" w="med" type="triangle"/>
            </a:ln>
          </p:spPr>
        </p:cxnSp>
        <p:sp>
          <p:nvSpPr>
            <p:cNvPr id="2894" name="Google Shape;2894;p121"/>
            <p:cNvSpPr/>
            <p:nvPr/>
          </p:nvSpPr>
          <p:spPr>
            <a:xfrm>
              <a:off x="2133600" y="713468"/>
              <a:ext cx="304800"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grpSp>
      <p:sp>
        <p:nvSpPr>
          <p:cNvPr id="2895" name="Google Shape;2895;p121"/>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896" name="Google Shape;2896;p121"/>
          <p:cNvSpPr txBox="1"/>
          <p:nvPr/>
        </p:nvSpPr>
        <p:spPr>
          <a:xfrm>
            <a:off x="20911248" y="131756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0" name="Shape 2900"/>
        <p:cNvGrpSpPr/>
        <p:nvPr/>
      </p:nvGrpSpPr>
      <p:grpSpPr>
        <a:xfrm>
          <a:off x="0" y="0"/>
          <a:ext cx="0" cy="0"/>
          <a:chOff x="0" y="0"/>
          <a:chExt cx="0" cy="0"/>
        </a:xfrm>
      </p:grpSpPr>
      <p:sp>
        <p:nvSpPr>
          <p:cNvPr id="2901" name="Google Shape;2901;p122"/>
          <p:cNvSpPr txBox="1"/>
          <p:nvPr>
            <p:ph type="title"/>
          </p:nvPr>
        </p:nvSpPr>
        <p:spPr>
          <a:xfrm>
            <a:off x="3962400" y="50810"/>
            <a:ext cx="164592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Open Sans"/>
              <a:buNone/>
            </a:pPr>
            <a:r>
              <a:rPr b="0" lang="en-US"/>
              <a:t>Perspective projection</a:t>
            </a:r>
            <a:endParaRPr/>
          </a:p>
        </p:txBody>
      </p:sp>
      <p:pic>
        <p:nvPicPr>
          <p:cNvPr descr="Picture 3" id="2902" name="Google Shape;2902;p122"/>
          <p:cNvPicPr preferRelativeResize="0"/>
          <p:nvPr/>
        </p:nvPicPr>
        <p:blipFill rotWithShape="1">
          <a:blip r:embed="rId3">
            <a:alphaModFix/>
          </a:blip>
          <a:srcRect b="0" l="0" r="0" t="0"/>
          <a:stretch/>
        </p:blipFill>
        <p:spPr>
          <a:xfrm>
            <a:off x="9296400" y="5791200"/>
            <a:ext cx="1066800" cy="904461"/>
          </a:xfrm>
          <a:prstGeom prst="rect">
            <a:avLst/>
          </a:prstGeom>
          <a:noFill/>
          <a:ln>
            <a:noFill/>
          </a:ln>
        </p:spPr>
      </p:pic>
      <p:sp>
        <p:nvSpPr>
          <p:cNvPr id="2903" name="Google Shape;2903;p122"/>
          <p:cNvSpPr/>
          <p:nvPr/>
        </p:nvSpPr>
        <p:spPr>
          <a:xfrm rot="-5400000">
            <a:off x="9677400" y="3276600"/>
            <a:ext cx="304800" cy="4114800"/>
          </a:xfrm>
          <a:custGeom>
            <a:rect b="b" l="l" r="r" t="t"/>
            <a:pathLst>
              <a:path extrusionOk="0" h="21600" w="21600">
                <a:moveTo>
                  <a:pt x="21600" y="21600"/>
                </a:moveTo>
                <a:cubicBezTo>
                  <a:pt x="15635" y="21600"/>
                  <a:pt x="10800" y="21540"/>
                  <a:pt x="10800" y="21467"/>
                </a:cubicBezTo>
                <a:lnTo>
                  <a:pt x="10800" y="10933"/>
                </a:lnTo>
                <a:cubicBezTo>
                  <a:pt x="10800" y="10860"/>
                  <a:pt x="5965" y="10800"/>
                  <a:pt x="0" y="10800"/>
                </a:cubicBezTo>
                <a:cubicBezTo>
                  <a:pt x="5965" y="10800"/>
                  <a:pt x="10800" y="10740"/>
                  <a:pt x="10800" y="10667"/>
                </a:cubicBezTo>
                <a:lnTo>
                  <a:pt x="10800" y="133"/>
                </a:lnTo>
                <a:cubicBezTo>
                  <a:pt x="10800" y="60"/>
                  <a:pt x="15635" y="0"/>
                  <a:pt x="21600" y="0"/>
                </a:cubicBezTo>
              </a:path>
            </a:pathLst>
          </a:cu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2904" name="Google Shape;2904;p122"/>
          <p:cNvSpPr txBox="1"/>
          <p:nvPr/>
        </p:nvSpPr>
        <p:spPr>
          <a:xfrm>
            <a:off x="8175424" y="6576525"/>
            <a:ext cx="28464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(intrinsics)</a:t>
            </a:r>
            <a:endParaRPr/>
          </a:p>
        </p:txBody>
      </p:sp>
      <p:sp>
        <p:nvSpPr>
          <p:cNvPr id="2905" name="Google Shape;2905;p122"/>
          <p:cNvSpPr txBox="1"/>
          <p:nvPr/>
        </p:nvSpPr>
        <p:spPr>
          <a:xfrm>
            <a:off x="5805810" y="8605219"/>
            <a:ext cx="3211732" cy="9194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800"/>
              <a:buFont typeface="Open Sans"/>
              <a:buNone/>
            </a:pPr>
            <a:r>
              <a:rPr b="0" i="0" lang="en-US" sz="4800" u="none" cap="none" strike="noStrike">
                <a:solidFill>
                  <a:srgbClr val="000000"/>
                </a:solidFill>
                <a:latin typeface="Open Sans"/>
                <a:ea typeface="Open Sans"/>
                <a:cs typeface="Open Sans"/>
                <a:sym typeface="Open Sans"/>
              </a:rPr>
              <a:t>in general, </a:t>
            </a:r>
            <a:endParaRPr/>
          </a:p>
        </p:txBody>
      </p:sp>
      <p:pic>
        <p:nvPicPr>
          <p:cNvPr descr="Picture 6" id="2906" name="Google Shape;2906;p122"/>
          <p:cNvPicPr preferRelativeResize="0"/>
          <p:nvPr/>
        </p:nvPicPr>
        <p:blipFill rotWithShape="1">
          <a:blip r:embed="rId4">
            <a:alphaModFix/>
          </a:blip>
          <a:srcRect b="0" l="0" r="0" t="0"/>
          <a:stretch/>
        </p:blipFill>
        <p:spPr>
          <a:xfrm>
            <a:off x="4451263" y="10835668"/>
            <a:ext cx="695781" cy="707573"/>
          </a:xfrm>
          <a:prstGeom prst="rect">
            <a:avLst/>
          </a:prstGeom>
          <a:noFill/>
          <a:ln>
            <a:noFill/>
          </a:ln>
        </p:spPr>
      </p:pic>
      <p:pic>
        <p:nvPicPr>
          <p:cNvPr descr="Picture 7" id="2907" name="Google Shape;2907;p122"/>
          <p:cNvPicPr preferRelativeResize="0"/>
          <p:nvPr/>
        </p:nvPicPr>
        <p:blipFill rotWithShape="1">
          <a:blip r:embed="rId5">
            <a:alphaModFix/>
          </a:blip>
          <a:srcRect b="0" l="0" r="0" t="0"/>
          <a:stretch/>
        </p:blipFill>
        <p:spPr>
          <a:xfrm>
            <a:off x="4429111" y="11858400"/>
            <a:ext cx="601437" cy="625021"/>
          </a:xfrm>
          <a:prstGeom prst="rect">
            <a:avLst/>
          </a:prstGeom>
          <a:noFill/>
          <a:ln>
            <a:noFill/>
          </a:ln>
        </p:spPr>
      </p:pic>
      <p:pic>
        <p:nvPicPr>
          <p:cNvPr descr="Picture 8" id="2908" name="Google Shape;2908;p122"/>
          <p:cNvPicPr preferRelativeResize="0"/>
          <p:nvPr/>
        </p:nvPicPr>
        <p:blipFill rotWithShape="1">
          <a:blip r:embed="rId6">
            <a:alphaModFix/>
          </a:blip>
          <a:srcRect b="0" l="0" r="0" t="0"/>
          <a:stretch/>
        </p:blipFill>
        <p:spPr>
          <a:xfrm>
            <a:off x="2249484" y="12772800"/>
            <a:ext cx="1981201" cy="790801"/>
          </a:xfrm>
          <a:prstGeom prst="rect">
            <a:avLst/>
          </a:prstGeom>
          <a:noFill/>
          <a:ln>
            <a:noFill/>
          </a:ln>
        </p:spPr>
      </p:pic>
      <p:sp>
        <p:nvSpPr>
          <p:cNvPr id="2909" name="Google Shape;2909;p122"/>
          <p:cNvSpPr txBox="1"/>
          <p:nvPr/>
        </p:nvSpPr>
        <p:spPr>
          <a:xfrm>
            <a:off x="5003150" y="10847625"/>
            <a:ext cx="10587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Open Sans"/>
              <a:buNone/>
            </a:pPr>
            <a:r>
              <a:rPr b="0" i="0" lang="en-US" sz="3400" u="none" cap="none" strike="noStrike">
                <a:solidFill>
                  <a:srgbClr val="000000"/>
                </a:solidFill>
                <a:latin typeface="Open Sans"/>
                <a:ea typeface="Open Sans"/>
                <a:cs typeface="Open Sans"/>
                <a:sym typeface="Open Sans"/>
              </a:rPr>
              <a:t>: </a:t>
            </a:r>
            <a:r>
              <a:rPr b="1" i="0" lang="en-US" sz="3400" u="none" cap="none" strike="noStrike">
                <a:solidFill>
                  <a:srgbClr val="000000"/>
                </a:solidFill>
                <a:latin typeface="Open Sans"/>
                <a:ea typeface="Open Sans"/>
                <a:cs typeface="Open Sans"/>
                <a:sym typeface="Open Sans"/>
              </a:rPr>
              <a:t>aspect ratio </a:t>
            </a:r>
            <a:r>
              <a:rPr b="0" i="0" lang="en-US" sz="3400" u="none" cap="none" strike="noStrike">
                <a:solidFill>
                  <a:srgbClr val="000000"/>
                </a:solidFill>
                <a:latin typeface="Open Sans"/>
                <a:ea typeface="Open Sans"/>
                <a:cs typeface="Open Sans"/>
                <a:sym typeface="Open Sans"/>
              </a:rPr>
              <a:t>(1 unless pixels are not square)</a:t>
            </a:r>
            <a:endParaRPr/>
          </a:p>
        </p:txBody>
      </p:sp>
      <p:sp>
        <p:nvSpPr>
          <p:cNvPr id="2910" name="Google Shape;2910;p122"/>
          <p:cNvSpPr txBox="1"/>
          <p:nvPr/>
        </p:nvSpPr>
        <p:spPr>
          <a:xfrm>
            <a:off x="5003149" y="11814325"/>
            <a:ext cx="14820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Open Sans"/>
              <a:buNone/>
            </a:pPr>
            <a:r>
              <a:rPr b="0" i="0" lang="en-US" sz="3400" u="none" cap="none" strike="noStrike">
                <a:solidFill>
                  <a:srgbClr val="000000"/>
                </a:solidFill>
                <a:latin typeface="Open Sans"/>
                <a:ea typeface="Open Sans"/>
                <a:cs typeface="Open Sans"/>
                <a:sym typeface="Open Sans"/>
              </a:rPr>
              <a:t>: </a:t>
            </a:r>
            <a:r>
              <a:rPr b="1" i="0" lang="en-US" sz="3400" u="none" cap="none" strike="noStrike">
                <a:solidFill>
                  <a:srgbClr val="000000"/>
                </a:solidFill>
                <a:latin typeface="Open Sans"/>
                <a:ea typeface="Open Sans"/>
                <a:cs typeface="Open Sans"/>
                <a:sym typeface="Open Sans"/>
              </a:rPr>
              <a:t>skew</a:t>
            </a:r>
            <a:r>
              <a:rPr b="0" i="0" lang="en-US" sz="3400" u="none" cap="none" strike="noStrike">
                <a:solidFill>
                  <a:srgbClr val="000000"/>
                </a:solidFill>
                <a:latin typeface="Open Sans"/>
                <a:ea typeface="Open Sans"/>
                <a:cs typeface="Open Sans"/>
                <a:sym typeface="Open Sans"/>
              </a:rPr>
              <a:t> (0 unless pixels are shaped like rhombi/parallelograms)</a:t>
            </a:r>
            <a:endParaRPr/>
          </a:p>
        </p:txBody>
      </p:sp>
      <p:sp>
        <p:nvSpPr>
          <p:cNvPr id="2911" name="Google Shape;2911;p122"/>
          <p:cNvSpPr txBox="1"/>
          <p:nvPr/>
        </p:nvSpPr>
        <p:spPr>
          <a:xfrm>
            <a:off x="4129029" y="12796125"/>
            <a:ext cx="20037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Open Sans"/>
              <a:buNone/>
            </a:pPr>
            <a:r>
              <a:rPr b="0" i="0" lang="en-US" sz="3400" u="none" cap="none" strike="noStrike">
                <a:solidFill>
                  <a:srgbClr val="000000"/>
                </a:solidFill>
                <a:latin typeface="Open Sans"/>
                <a:ea typeface="Open Sans"/>
                <a:cs typeface="Open Sans"/>
                <a:sym typeface="Open Sans"/>
              </a:rPr>
              <a:t>: </a:t>
            </a:r>
            <a:r>
              <a:rPr b="1" i="0" lang="en-US" sz="3400" u="none" cap="none" strike="noStrike">
                <a:solidFill>
                  <a:srgbClr val="000000"/>
                </a:solidFill>
                <a:latin typeface="Open Sans"/>
                <a:ea typeface="Open Sans"/>
                <a:cs typeface="Open Sans"/>
                <a:sym typeface="Open Sans"/>
              </a:rPr>
              <a:t>principal point</a:t>
            </a:r>
            <a:r>
              <a:rPr b="0" i="0" lang="en-US" sz="3400" u="none" cap="none" strike="noStrike">
                <a:solidFill>
                  <a:srgbClr val="000000"/>
                </a:solidFill>
                <a:latin typeface="Open Sans"/>
                <a:ea typeface="Open Sans"/>
                <a:cs typeface="Open Sans"/>
                <a:sym typeface="Open Sans"/>
              </a:rPr>
              <a:t> ((w/2,h/2) unless optical axis doesn’t intersect projection plane at image center)</a:t>
            </a:r>
            <a:endParaRPr/>
          </a:p>
        </p:txBody>
      </p:sp>
      <p:sp>
        <p:nvSpPr>
          <p:cNvPr id="2912" name="Google Shape;2912;p122"/>
          <p:cNvSpPr txBox="1"/>
          <p:nvPr/>
        </p:nvSpPr>
        <p:spPr>
          <a:xfrm>
            <a:off x="15766867" y="8518132"/>
            <a:ext cx="3496493" cy="182118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(upper triangular matrix)</a:t>
            </a:r>
            <a:endParaRPr/>
          </a:p>
        </p:txBody>
      </p:sp>
      <p:sp>
        <p:nvSpPr>
          <p:cNvPr id="2913" name="Google Shape;2913;p122"/>
          <p:cNvSpPr txBox="1"/>
          <p:nvPr/>
        </p:nvSpPr>
        <p:spPr>
          <a:xfrm>
            <a:off x="11151327" y="5808625"/>
            <a:ext cx="90846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(converts from 3D rays in camera coordinate system to pixel coordinates)</a:t>
            </a:r>
            <a:endParaRPr/>
          </a:p>
        </p:txBody>
      </p:sp>
      <p:pic>
        <p:nvPicPr>
          <p:cNvPr descr="Picture 4" id="2914" name="Google Shape;2914;p122"/>
          <p:cNvPicPr preferRelativeResize="0"/>
          <p:nvPr/>
        </p:nvPicPr>
        <p:blipFill rotWithShape="1">
          <a:blip r:embed="rId7">
            <a:alphaModFix/>
          </a:blip>
          <a:srcRect b="0" l="0" r="0" t="0"/>
          <a:stretch/>
        </p:blipFill>
        <p:spPr>
          <a:xfrm>
            <a:off x="8175415" y="2449711"/>
            <a:ext cx="8131385" cy="2692145"/>
          </a:xfrm>
          <a:prstGeom prst="rect">
            <a:avLst/>
          </a:prstGeom>
          <a:noFill/>
          <a:ln>
            <a:noFill/>
          </a:ln>
        </p:spPr>
      </p:pic>
      <p:pic>
        <p:nvPicPr>
          <p:cNvPr descr="Picture 6" id="2915" name="Google Shape;2915;p122"/>
          <p:cNvPicPr preferRelativeResize="0"/>
          <p:nvPr/>
        </p:nvPicPr>
        <p:blipFill rotWithShape="1">
          <a:blip r:embed="rId8">
            <a:alphaModFix/>
          </a:blip>
          <a:srcRect b="0" l="0" r="0" t="0"/>
          <a:stretch/>
        </p:blipFill>
        <p:spPr>
          <a:xfrm>
            <a:off x="8940475" y="7683572"/>
            <a:ext cx="6468285" cy="2984428"/>
          </a:xfrm>
          <a:prstGeom prst="rect">
            <a:avLst/>
          </a:prstGeom>
          <a:noFill/>
          <a:ln>
            <a:noFill/>
          </a:ln>
        </p:spPr>
      </p:pic>
      <p:sp>
        <p:nvSpPr>
          <p:cNvPr id="2916" name="Google Shape;2916;p122"/>
          <p:cNvSpPr txBox="1"/>
          <p:nvPr/>
        </p:nvSpPr>
        <p:spPr>
          <a:xfrm>
            <a:off x="0" y="12595737"/>
            <a:ext cx="2121900" cy="96450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0" name="Shape 2920"/>
        <p:cNvGrpSpPr/>
        <p:nvPr/>
      </p:nvGrpSpPr>
      <p:grpSpPr>
        <a:xfrm>
          <a:off x="0" y="0"/>
          <a:ext cx="0" cy="0"/>
          <a:chOff x="0" y="0"/>
          <a:chExt cx="0" cy="0"/>
        </a:xfrm>
      </p:grpSpPr>
      <p:sp>
        <p:nvSpPr>
          <p:cNvPr id="2921" name="Google Shape;2921;p123"/>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Open Sans"/>
              <a:buNone/>
            </a:pPr>
            <a:r>
              <a:rPr b="0" lang="en-US"/>
              <a:t>Typical intrinsics matrix</a:t>
            </a:r>
            <a:endParaRPr/>
          </a:p>
        </p:txBody>
      </p:sp>
      <p:sp>
        <p:nvSpPr>
          <p:cNvPr id="2922" name="Google Shape;2922;p123"/>
          <p:cNvSpPr txBox="1"/>
          <p:nvPr/>
        </p:nvSpPr>
        <p:spPr>
          <a:xfrm>
            <a:off x="1005839" y="8839200"/>
            <a:ext cx="22677121" cy="3434335"/>
          </a:xfrm>
          <a:prstGeom prst="rect">
            <a:avLst/>
          </a:prstGeom>
          <a:noFill/>
          <a:ln>
            <a:noFill/>
          </a:ln>
        </p:spPr>
        <p:txBody>
          <a:bodyPr anchorCtr="0" anchor="t" bIns="91425" lIns="91425" spcFirstLastPara="1" rIns="91425" wrap="square" tIns="91425">
            <a:normAutofit/>
          </a:bodyPr>
          <a:lstStyle/>
          <a:p>
            <a:pPr indent="-685800" lvl="0" marL="685800" marR="0" rtl="0" algn="l">
              <a:lnSpc>
                <a:spcPct val="100000"/>
              </a:lnSpc>
              <a:spcBef>
                <a:spcPts val="0"/>
              </a:spcBef>
              <a:spcAft>
                <a:spcPts val="0"/>
              </a:spcAft>
              <a:buClr>
                <a:srgbClr val="000000"/>
              </a:buClr>
              <a:buSzPts val="6400"/>
              <a:buFont typeface="Arial"/>
              <a:buChar char="•"/>
            </a:pPr>
            <a:r>
              <a:rPr b="1" i="0" lang="en-US" sz="6400" u="none" cap="none" strike="noStrike">
                <a:solidFill>
                  <a:srgbClr val="000000"/>
                </a:solidFill>
                <a:latin typeface="Open Sans"/>
                <a:ea typeface="Open Sans"/>
                <a:cs typeface="Open Sans"/>
                <a:sym typeface="Open Sans"/>
              </a:rPr>
              <a:t>2D affine transform </a:t>
            </a:r>
            <a:r>
              <a:rPr b="0" i="0" lang="en-US" sz="6400" u="none" cap="none" strike="noStrike">
                <a:solidFill>
                  <a:srgbClr val="000000"/>
                </a:solidFill>
                <a:latin typeface="Open Sans"/>
                <a:ea typeface="Open Sans"/>
                <a:cs typeface="Open Sans"/>
                <a:sym typeface="Open Sans"/>
              </a:rPr>
              <a:t>corresponding to a scale by </a:t>
            </a:r>
            <a:r>
              <a:rPr b="0" i="1" lang="en-US" sz="6400" u="none" cap="none" strike="noStrike">
                <a:solidFill>
                  <a:srgbClr val="000000"/>
                </a:solidFill>
                <a:latin typeface="Open Sans"/>
                <a:ea typeface="Open Sans"/>
                <a:cs typeface="Open Sans"/>
                <a:sym typeface="Open Sans"/>
              </a:rPr>
              <a:t>f</a:t>
            </a:r>
            <a:r>
              <a:rPr b="0" i="0" lang="en-US" sz="6400" u="none" cap="none" strike="noStrike">
                <a:solidFill>
                  <a:srgbClr val="000000"/>
                </a:solidFill>
                <a:latin typeface="Open Sans"/>
                <a:ea typeface="Open Sans"/>
                <a:cs typeface="Open Sans"/>
                <a:sym typeface="Open Sans"/>
              </a:rPr>
              <a:t> (focal length) and a translation by (</a:t>
            </a:r>
            <a:r>
              <a:rPr b="0" i="1" lang="en-US" sz="6400" u="none" cap="none" strike="noStrike">
                <a:solidFill>
                  <a:srgbClr val="000000"/>
                </a:solidFill>
                <a:latin typeface="Open Sans"/>
                <a:ea typeface="Open Sans"/>
                <a:cs typeface="Open Sans"/>
                <a:sym typeface="Open Sans"/>
              </a:rPr>
              <a:t>c</a:t>
            </a:r>
            <a:r>
              <a:rPr b="0" baseline="-25000" i="1" lang="en-US" sz="6400" u="none" cap="none" strike="noStrike">
                <a:solidFill>
                  <a:srgbClr val="000000"/>
                </a:solidFill>
                <a:latin typeface="Open Sans"/>
                <a:ea typeface="Open Sans"/>
                <a:cs typeface="Open Sans"/>
                <a:sym typeface="Open Sans"/>
              </a:rPr>
              <a:t>x</a:t>
            </a:r>
            <a:r>
              <a:rPr b="0" i="0" lang="en-US" sz="6400" u="none" cap="none" strike="noStrike">
                <a:solidFill>
                  <a:srgbClr val="000000"/>
                </a:solidFill>
                <a:latin typeface="Open Sans"/>
                <a:ea typeface="Open Sans"/>
                <a:cs typeface="Open Sans"/>
                <a:sym typeface="Open Sans"/>
              </a:rPr>
              <a:t>, </a:t>
            </a:r>
            <a:r>
              <a:rPr b="0" i="1" lang="en-US" sz="6400" u="none" cap="none" strike="noStrike">
                <a:solidFill>
                  <a:srgbClr val="000000"/>
                </a:solidFill>
                <a:latin typeface="Open Sans"/>
                <a:ea typeface="Open Sans"/>
                <a:cs typeface="Open Sans"/>
                <a:sym typeface="Open Sans"/>
              </a:rPr>
              <a:t>c</a:t>
            </a:r>
            <a:r>
              <a:rPr b="0" baseline="-25000" i="1" lang="en-US" sz="6400" u="none" cap="none" strike="noStrike">
                <a:solidFill>
                  <a:srgbClr val="000000"/>
                </a:solidFill>
                <a:latin typeface="Open Sans"/>
                <a:ea typeface="Open Sans"/>
                <a:cs typeface="Open Sans"/>
                <a:sym typeface="Open Sans"/>
              </a:rPr>
              <a:t>y</a:t>
            </a:r>
            <a:r>
              <a:rPr b="0" i="0" lang="en-US" sz="6400" u="none" cap="none" strike="noStrike">
                <a:solidFill>
                  <a:srgbClr val="000000"/>
                </a:solidFill>
                <a:latin typeface="Open Sans"/>
                <a:ea typeface="Open Sans"/>
                <a:cs typeface="Open Sans"/>
                <a:sym typeface="Open Sans"/>
              </a:rPr>
              <a:t>) (principal point)</a:t>
            </a:r>
            <a:endParaRPr/>
          </a:p>
          <a:p>
            <a:pPr indent="-685800" lvl="0" marL="685800" marR="0" rtl="0" algn="l">
              <a:lnSpc>
                <a:spcPct val="100000"/>
              </a:lnSpc>
              <a:spcBef>
                <a:spcPts val="1500"/>
              </a:spcBef>
              <a:spcAft>
                <a:spcPts val="0"/>
              </a:spcAft>
              <a:buClr>
                <a:srgbClr val="000000"/>
              </a:buClr>
              <a:buSzPts val="6400"/>
              <a:buFont typeface="Arial"/>
              <a:buChar char="•"/>
            </a:pPr>
            <a:r>
              <a:rPr b="0" i="0" lang="en-US" sz="6400" u="none" cap="none" strike="noStrike">
                <a:solidFill>
                  <a:srgbClr val="000000"/>
                </a:solidFill>
                <a:latin typeface="Open Sans"/>
                <a:ea typeface="Open Sans"/>
                <a:cs typeface="Open Sans"/>
                <a:sym typeface="Open Sans"/>
              </a:rPr>
              <a:t>Maps 3D rays to 2D pixels</a:t>
            </a:r>
            <a:endParaRPr/>
          </a:p>
        </p:txBody>
      </p:sp>
      <p:pic>
        <p:nvPicPr>
          <p:cNvPr descr="Picture 2" id="2923" name="Google Shape;2923;p123"/>
          <p:cNvPicPr preferRelativeResize="0"/>
          <p:nvPr/>
        </p:nvPicPr>
        <p:blipFill rotWithShape="1">
          <a:blip r:embed="rId3">
            <a:alphaModFix/>
          </a:blip>
          <a:srcRect b="0" l="0" r="0" t="0"/>
          <a:stretch/>
        </p:blipFill>
        <p:spPr>
          <a:xfrm>
            <a:off x="7553324" y="3503612"/>
            <a:ext cx="9277351" cy="4667251"/>
          </a:xfrm>
          <a:prstGeom prst="rect">
            <a:avLst/>
          </a:prstGeom>
          <a:noFill/>
          <a:ln>
            <a:noFill/>
          </a:ln>
        </p:spPr>
      </p:pic>
      <p:sp>
        <p:nvSpPr>
          <p:cNvPr id="2924" name="Google Shape;2924;p123"/>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925" name="Google Shape;2925;p123"/>
          <p:cNvSpPr txBox="1"/>
          <p:nvPr/>
        </p:nvSpPr>
        <p:spPr>
          <a:xfrm>
            <a:off x="21357335" y="13200457"/>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9" name="Shape 2929"/>
        <p:cNvGrpSpPr/>
        <p:nvPr/>
      </p:nvGrpSpPr>
      <p:grpSpPr>
        <a:xfrm>
          <a:off x="0" y="0"/>
          <a:ext cx="0" cy="0"/>
          <a:chOff x="0" y="0"/>
          <a:chExt cx="0" cy="0"/>
        </a:xfrm>
      </p:grpSpPr>
      <p:sp>
        <p:nvSpPr>
          <p:cNvPr id="2930" name="Google Shape;2930;p124"/>
          <p:cNvSpPr txBox="1"/>
          <p:nvPr>
            <p:ph type="title"/>
          </p:nvPr>
        </p:nvSpPr>
        <p:spPr>
          <a:xfrm>
            <a:off x="1219200" y="295276"/>
            <a:ext cx="21945600" cy="2286001"/>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8800"/>
              <a:buFont typeface="Open Sans"/>
              <a:buNone/>
            </a:pPr>
            <a:r>
              <a:rPr b="0" lang="en-US"/>
              <a:t>Focal length</a:t>
            </a:r>
            <a:endParaRPr/>
          </a:p>
        </p:txBody>
      </p:sp>
      <p:sp>
        <p:nvSpPr>
          <p:cNvPr id="2931" name="Google Shape;2931;p124"/>
          <p:cNvSpPr txBox="1"/>
          <p:nvPr>
            <p:ph idx="1" type="body"/>
          </p:nvPr>
        </p:nvSpPr>
        <p:spPr>
          <a:xfrm>
            <a:off x="3962400" y="2743200"/>
            <a:ext cx="16459200" cy="10972800"/>
          </a:xfrm>
          <a:prstGeom prst="rect">
            <a:avLst/>
          </a:prstGeom>
          <a:noFill/>
          <a:ln>
            <a:noFill/>
          </a:ln>
        </p:spPr>
        <p:txBody>
          <a:bodyPr anchorCtr="0" anchor="t" bIns="91425" lIns="91425" spcFirstLastPara="1" rIns="91425" wrap="square" tIns="91425">
            <a:normAutofit/>
          </a:bodyPr>
          <a:lstStyle/>
          <a:p>
            <a:pPr indent="-685800" lvl="0" marL="685800" rtl="0" algn="l">
              <a:lnSpc>
                <a:spcPct val="100000"/>
              </a:lnSpc>
              <a:spcBef>
                <a:spcPts val="0"/>
              </a:spcBef>
              <a:spcAft>
                <a:spcPts val="0"/>
              </a:spcAft>
              <a:buClr>
                <a:srgbClr val="000000"/>
              </a:buClr>
              <a:buSzPts val="6400"/>
              <a:buChar char="•"/>
            </a:pPr>
            <a:r>
              <a:rPr lang="en-US" sz="6400">
                <a:latin typeface="Open Sans"/>
                <a:ea typeface="Open Sans"/>
                <a:cs typeface="Open Sans"/>
                <a:sym typeface="Open Sans"/>
              </a:rPr>
              <a:t>Can think of as “zoom”</a:t>
            </a:r>
            <a:endParaRPr/>
          </a:p>
          <a:p>
            <a:pPr indent="-279400" lvl="0" marL="685800" rtl="0" algn="l">
              <a:lnSpc>
                <a:spcPct val="100000"/>
              </a:lnSpc>
              <a:spcBef>
                <a:spcPts val="1500"/>
              </a:spcBef>
              <a:spcAft>
                <a:spcPts val="0"/>
              </a:spcAft>
              <a:buClr>
                <a:srgbClr val="000000"/>
              </a:buClr>
              <a:buSzPts val="6400"/>
              <a:buNone/>
            </a:pPr>
            <a:r>
              <a:t/>
            </a:r>
            <a:endParaRPr sz="6400">
              <a:latin typeface="Open Sans"/>
              <a:ea typeface="Open Sans"/>
              <a:cs typeface="Open Sans"/>
              <a:sym typeface="Open Sans"/>
            </a:endParaRPr>
          </a:p>
          <a:p>
            <a:pPr indent="-279400" lvl="0" marL="685800" rtl="0" algn="l">
              <a:lnSpc>
                <a:spcPct val="100000"/>
              </a:lnSpc>
              <a:spcBef>
                <a:spcPts val="1500"/>
              </a:spcBef>
              <a:spcAft>
                <a:spcPts val="0"/>
              </a:spcAft>
              <a:buClr>
                <a:srgbClr val="000000"/>
              </a:buClr>
              <a:buSzPts val="6400"/>
              <a:buNone/>
            </a:pPr>
            <a:r>
              <a:t/>
            </a:r>
            <a:endParaRPr sz="6400">
              <a:latin typeface="Open Sans"/>
              <a:ea typeface="Open Sans"/>
              <a:cs typeface="Open Sans"/>
              <a:sym typeface="Open Sans"/>
            </a:endParaRPr>
          </a:p>
          <a:p>
            <a:pPr indent="-279400" lvl="0" marL="685800" rtl="0" algn="l">
              <a:lnSpc>
                <a:spcPct val="100000"/>
              </a:lnSpc>
              <a:spcBef>
                <a:spcPts val="1500"/>
              </a:spcBef>
              <a:spcAft>
                <a:spcPts val="0"/>
              </a:spcAft>
              <a:buClr>
                <a:srgbClr val="000000"/>
              </a:buClr>
              <a:buSzPts val="6400"/>
              <a:buNone/>
            </a:pPr>
            <a:r>
              <a:t/>
            </a:r>
            <a:endParaRPr sz="6400">
              <a:latin typeface="Open Sans"/>
              <a:ea typeface="Open Sans"/>
              <a:cs typeface="Open Sans"/>
              <a:sym typeface="Open Sans"/>
            </a:endParaRPr>
          </a:p>
          <a:p>
            <a:pPr indent="-279400" lvl="0" marL="685800" rtl="0" algn="l">
              <a:lnSpc>
                <a:spcPct val="100000"/>
              </a:lnSpc>
              <a:spcBef>
                <a:spcPts val="1500"/>
              </a:spcBef>
              <a:spcAft>
                <a:spcPts val="0"/>
              </a:spcAft>
              <a:buClr>
                <a:srgbClr val="000000"/>
              </a:buClr>
              <a:buSzPts val="6400"/>
              <a:buNone/>
            </a:pPr>
            <a:r>
              <a:t/>
            </a:r>
            <a:endParaRPr sz="6400">
              <a:latin typeface="Open Sans"/>
              <a:ea typeface="Open Sans"/>
              <a:cs typeface="Open Sans"/>
              <a:sym typeface="Open Sans"/>
            </a:endParaRPr>
          </a:p>
          <a:p>
            <a:pPr indent="-279400" lvl="0" marL="685800" rtl="0" algn="l">
              <a:lnSpc>
                <a:spcPct val="100000"/>
              </a:lnSpc>
              <a:spcBef>
                <a:spcPts val="1500"/>
              </a:spcBef>
              <a:spcAft>
                <a:spcPts val="0"/>
              </a:spcAft>
              <a:buClr>
                <a:srgbClr val="000000"/>
              </a:buClr>
              <a:buSzPts val="6400"/>
              <a:buNone/>
            </a:pPr>
            <a:r>
              <a:t/>
            </a:r>
            <a:endParaRPr sz="6400">
              <a:latin typeface="Open Sans"/>
              <a:ea typeface="Open Sans"/>
              <a:cs typeface="Open Sans"/>
              <a:sym typeface="Open Sans"/>
            </a:endParaRPr>
          </a:p>
          <a:p>
            <a:pPr indent="-279400" lvl="0" marL="685800" rtl="0" algn="l">
              <a:lnSpc>
                <a:spcPct val="100000"/>
              </a:lnSpc>
              <a:spcBef>
                <a:spcPts val="1500"/>
              </a:spcBef>
              <a:spcAft>
                <a:spcPts val="0"/>
              </a:spcAft>
              <a:buClr>
                <a:srgbClr val="000000"/>
              </a:buClr>
              <a:buSzPts val="6400"/>
              <a:buNone/>
            </a:pPr>
            <a:r>
              <a:t/>
            </a:r>
            <a:endParaRPr sz="6400">
              <a:latin typeface="Open Sans"/>
              <a:ea typeface="Open Sans"/>
              <a:cs typeface="Open Sans"/>
              <a:sym typeface="Open Sans"/>
            </a:endParaRPr>
          </a:p>
          <a:p>
            <a:pPr indent="-279400" lvl="0" marL="685800" rtl="0" algn="l">
              <a:lnSpc>
                <a:spcPct val="100000"/>
              </a:lnSpc>
              <a:spcBef>
                <a:spcPts val="1500"/>
              </a:spcBef>
              <a:spcAft>
                <a:spcPts val="0"/>
              </a:spcAft>
              <a:buClr>
                <a:srgbClr val="000000"/>
              </a:buClr>
              <a:buSzPts val="6400"/>
              <a:buNone/>
            </a:pPr>
            <a:r>
              <a:t/>
            </a:r>
            <a:endParaRPr sz="6400">
              <a:latin typeface="Open Sans"/>
              <a:ea typeface="Open Sans"/>
              <a:cs typeface="Open Sans"/>
              <a:sym typeface="Open Sans"/>
            </a:endParaRPr>
          </a:p>
          <a:p>
            <a:pPr indent="-685800" lvl="0" marL="685800" rtl="0" algn="l">
              <a:lnSpc>
                <a:spcPct val="100000"/>
              </a:lnSpc>
              <a:spcBef>
                <a:spcPts val="1500"/>
              </a:spcBef>
              <a:spcAft>
                <a:spcPts val="0"/>
              </a:spcAft>
              <a:buClr>
                <a:srgbClr val="000000"/>
              </a:buClr>
              <a:buSzPts val="6400"/>
              <a:buChar char="•"/>
            </a:pPr>
            <a:r>
              <a:rPr lang="en-US" sz="6400">
                <a:latin typeface="Open Sans"/>
                <a:ea typeface="Open Sans"/>
                <a:cs typeface="Open Sans"/>
                <a:sym typeface="Open Sans"/>
              </a:rPr>
              <a:t>Also related to </a:t>
            </a:r>
            <a:r>
              <a:rPr i="1" lang="en-US"/>
              <a:t>field of view</a:t>
            </a:r>
            <a:endParaRPr/>
          </a:p>
        </p:txBody>
      </p:sp>
      <p:pic>
        <p:nvPicPr>
          <p:cNvPr descr="Picture 2" id="2932" name="Google Shape;2932;p124"/>
          <p:cNvPicPr preferRelativeResize="0"/>
          <p:nvPr/>
        </p:nvPicPr>
        <p:blipFill rotWithShape="1">
          <a:blip r:embed="rId3">
            <a:alphaModFix/>
          </a:blip>
          <a:srcRect b="0" l="0" r="0" t="0"/>
          <a:stretch/>
        </p:blipFill>
        <p:spPr>
          <a:xfrm>
            <a:off x="7010400" y="4114800"/>
            <a:ext cx="4572000" cy="3048000"/>
          </a:xfrm>
          <a:prstGeom prst="rect">
            <a:avLst/>
          </a:prstGeom>
          <a:noFill/>
          <a:ln>
            <a:noFill/>
          </a:ln>
          <a:effectLst>
            <a:outerShdw blurRad="101600" rotWithShape="0" dir="2700000" dist="76200">
              <a:srgbClr val="000000">
                <a:alpha val="40000"/>
              </a:srgbClr>
            </a:outerShdw>
          </a:effectLst>
        </p:spPr>
      </p:pic>
      <p:pic>
        <p:nvPicPr>
          <p:cNvPr descr="Picture 3" id="2933" name="Google Shape;2933;p124"/>
          <p:cNvPicPr preferRelativeResize="0"/>
          <p:nvPr/>
        </p:nvPicPr>
        <p:blipFill rotWithShape="1">
          <a:blip r:embed="rId4">
            <a:alphaModFix/>
          </a:blip>
          <a:srcRect b="0" l="0" r="0" t="0"/>
          <a:stretch/>
        </p:blipFill>
        <p:spPr>
          <a:xfrm>
            <a:off x="12496800" y="4114800"/>
            <a:ext cx="4572000" cy="3048000"/>
          </a:xfrm>
          <a:prstGeom prst="rect">
            <a:avLst/>
          </a:prstGeom>
          <a:noFill/>
          <a:ln>
            <a:noFill/>
          </a:ln>
          <a:effectLst>
            <a:outerShdw blurRad="101600" rotWithShape="0" dir="2700000" dist="76200">
              <a:srgbClr val="000000">
                <a:alpha val="40000"/>
              </a:srgbClr>
            </a:outerShdw>
          </a:effectLst>
        </p:spPr>
      </p:pic>
      <p:pic>
        <p:nvPicPr>
          <p:cNvPr descr="Picture 4" id="2934" name="Google Shape;2934;p124"/>
          <p:cNvPicPr preferRelativeResize="0"/>
          <p:nvPr/>
        </p:nvPicPr>
        <p:blipFill rotWithShape="1">
          <a:blip r:embed="rId5">
            <a:alphaModFix/>
          </a:blip>
          <a:srcRect b="0" l="0" r="0" t="0"/>
          <a:stretch/>
        </p:blipFill>
        <p:spPr>
          <a:xfrm>
            <a:off x="7010400" y="8382000"/>
            <a:ext cx="4572000" cy="3048000"/>
          </a:xfrm>
          <a:prstGeom prst="rect">
            <a:avLst/>
          </a:prstGeom>
          <a:noFill/>
          <a:ln>
            <a:noFill/>
          </a:ln>
          <a:effectLst>
            <a:outerShdw blurRad="101600" rotWithShape="0" dir="2700000" dist="76200">
              <a:srgbClr val="000000">
                <a:alpha val="40000"/>
              </a:srgbClr>
            </a:outerShdw>
          </a:effectLst>
        </p:spPr>
      </p:pic>
      <p:pic>
        <p:nvPicPr>
          <p:cNvPr descr="Picture 5" id="2935" name="Google Shape;2935;p124"/>
          <p:cNvPicPr preferRelativeResize="0"/>
          <p:nvPr/>
        </p:nvPicPr>
        <p:blipFill rotWithShape="1">
          <a:blip r:embed="rId6">
            <a:alphaModFix/>
          </a:blip>
          <a:srcRect b="0" l="0" r="0" t="0"/>
          <a:stretch/>
        </p:blipFill>
        <p:spPr>
          <a:xfrm>
            <a:off x="12496800" y="8382000"/>
            <a:ext cx="4572000" cy="3048000"/>
          </a:xfrm>
          <a:prstGeom prst="rect">
            <a:avLst/>
          </a:prstGeom>
          <a:noFill/>
          <a:ln>
            <a:noFill/>
          </a:ln>
          <a:effectLst>
            <a:outerShdw blurRad="101600" rotWithShape="0" dir="2700000" dist="76200">
              <a:srgbClr val="000000">
                <a:alpha val="40000"/>
              </a:srgbClr>
            </a:outerShdw>
          </a:effectLst>
        </p:spPr>
      </p:pic>
      <p:sp>
        <p:nvSpPr>
          <p:cNvPr id="2936" name="Google Shape;2936;p124"/>
          <p:cNvSpPr txBox="1"/>
          <p:nvPr/>
        </p:nvSpPr>
        <p:spPr>
          <a:xfrm>
            <a:off x="8224099" y="7162800"/>
            <a:ext cx="1969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24mm</a:t>
            </a:r>
            <a:endParaRPr/>
          </a:p>
        </p:txBody>
      </p:sp>
      <p:sp>
        <p:nvSpPr>
          <p:cNvPr id="2937" name="Google Shape;2937;p124"/>
          <p:cNvSpPr txBox="1"/>
          <p:nvPr/>
        </p:nvSpPr>
        <p:spPr>
          <a:xfrm>
            <a:off x="13718381" y="7162800"/>
            <a:ext cx="30267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50mm</a:t>
            </a:r>
            <a:endParaRPr/>
          </a:p>
        </p:txBody>
      </p:sp>
      <p:sp>
        <p:nvSpPr>
          <p:cNvPr id="2938" name="Google Shape;2938;p124"/>
          <p:cNvSpPr txBox="1"/>
          <p:nvPr/>
        </p:nvSpPr>
        <p:spPr>
          <a:xfrm>
            <a:off x="8224101" y="11453325"/>
            <a:ext cx="21219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200mm</a:t>
            </a:r>
            <a:endParaRPr/>
          </a:p>
        </p:txBody>
      </p:sp>
      <p:sp>
        <p:nvSpPr>
          <p:cNvPr id="2939" name="Google Shape;2939;p124"/>
          <p:cNvSpPr txBox="1"/>
          <p:nvPr/>
        </p:nvSpPr>
        <p:spPr>
          <a:xfrm>
            <a:off x="12784356" y="11430000"/>
            <a:ext cx="28956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800mm</a:t>
            </a:r>
            <a:endParaRPr/>
          </a:p>
        </p:txBody>
      </p:sp>
      <p:pic>
        <p:nvPicPr>
          <p:cNvPr descr="Picture 1" id="2940" name="Google Shape;2940;p124"/>
          <p:cNvPicPr preferRelativeResize="0"/>
          <p:nvPr/>
        </p:nvPicPr>
        <p:blipFill rotWithShape="1">
          <a:blip r:embed="rId7">
            <a:alphaModFix/>
          </a:blip>
          <a:srcRect b="0" l="0" r="0" t="0"/>
          <a:stretch/>
        </p:blipFill>
        <p:spPr>
          <a:xfrm>
            <a:off x="16002000" y="9906000"/>
            <a:ext cx="3657600" cy="2802284"/>
          </a:xfrm>
          <a:prstGeom prst="rect">
            <a:avLst/>
          </a:prstGeom>
          <a:noFill/>
          <a:ln>
            <a:noFill/>
          </a:ln>
          <a:effectLst>
            <a:outerShdw blurRad="101600" rotWithShape="0" dir="2700000" dist="76200">
              <a:srgbClr val="000000">
                <a:alpha val="40000"/>
              </a:srgbClr>
            </a:outerShdw>
          </a:effectLst>
        </p:spPr>
      </p:pic>
      <p:pic>
        <p:nvPicPr>
          <p:cNvPr descr="Picture 2" id="2941" name="Google Shape;2941;p124"/>
          <p:cNvPicPr preferRelativeResize="0"/>
          <p:nvPr/>
        </p:nvPicPr>
        <p:blipFill rotWithShape="1">
          <a:blip r:embed="rId8">
            <a:alphaModFix/>
          </a:blip>
          <a:srcRect b="0" l="0" r="0" t="0"/>
          <a:stretch/>
        </p:blipFill>
        <p:spPr>
          <a:xfrm>
            <a:off x="4724400" y="3962401"/>
            <a:ext cx="2895600" cy="2495791"/>
          </a:xfrm>
          <a:prstGeom prst="rect">
            <a:avLst/>
          </a:prstGeom>
          <a:noFill/>
          <a:ln>
            <a:noFill/>
          </a:ln>
          <a:effectLst>
            <a:outerShdw blurRad="101600" rotWithShape="0" dir="2700000" dist="76200">
              <a:srgbClr val="000000">
                <a:alpha val="40000"/>
              </a:srgbClr>
            </a:outerShdw>
          </a:effectLst>
        </p:spPr>
      </p:pic>
      <p:sp>
        <p:nvSpPr>
          <p:cNvPr id="2942" name="Google Shape;2942;p124"/>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943" name="Google Shape;2943;p124"/>
          <p:cNvSpPr txBox="1"/>
          <p:nvPr/>
        </p:nvSpPr>
        <p:spPr>
          <a:xfrm>
            <a:off x="21357335" y="13200457"/>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7" name="Shape 2947"/>
        <p:cNvGrpSpPr/>
        <p:nvPr/>
      </p:nvGrpSpPr>
      <p:grpSpPr>
        <a:xfrm>
          <a:off x="0" y="0"/>
          <a:ext cx="0" cy="0"/>
          <a:chOff x="0" y="0"/>
          <a:chExt cx="0" cy="0"/>
        </a:xfrm>
      </p:grpSpPr>
      <p:pic>
        <p:nvPicPr>
          <p:cNvPr descr="Picture 3" id="2948" name="Google Shape;2948;p130"/>
          <p:cNvPicPr preferRelativeResize="0"/>
          <p:nvPr/>
        </p:nvPicPr>
        <p:blipFill rotWithShape="1">
          <a:blip r:embed="rId3">
            <a:alphaModFix/>
          </a:blip>
          <a:srcRect b="0" l="0" r="0" t="0"/>
          <a:stretch/>
        </p:blipFill>
        <p:spPr>
          <a:xfrm>
            <a:off x="3048000" y="2210893"/>
            <a:ext cx="18288000" cy="9294212"/>
          </a:xfrm>
          <a:prstGeom prst="rect">
            <a:avLst/>
          </a:prstGeom>
          <a:noFill/>
          <a:ln>
            <a:noFill/>
          </a:ln>
        </p:spPr>
      </p:pic>
      <p:sp>
        <p:nvSpPr>
          <p:cNvPr id="2949" name="Google Shape;2949;p130"/>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950" name="Google Shape;2950;p130"/>
          <p:cNvSpPr txBox="1"/>
          <p:nvPr/>
        </p:nvSpPr>
        <p:spPr>
          <a:xfrm>
            <a:off x="21357335" y="13200457"/>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2951" name="Google Shape;2951;p130"/>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rPr b="1" lang="en-US" sz="8800">
                <a:latin typeface="Open Sans"/>
                <a:ea typeface="Open Sans"/>
                <a:cs typeface="Open Sans"/>
                <a:sym typeface="Open Sans"/>
              </a:rPr>
              <a:t>Changing focal length</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5" name="Shape 2955"/>
        <p:cNvGrpSpPr/>
        <p:nvPr/>
      </p:nvGrpSpPr>
      <p:grpSpPr>
        <a:xfrm>
          <a:off x="0" y="0"/>
          <a:ext cx="0" cy="0"/>
          <a:chOff x="0" y="0"/>
          <a:chExt cx="0" cy="0"/>
        </a:xfrm>
      </p:grpSpPr>
      <p:pic>
        <p:nvPicPr>
          <p:cNvPr descr="Picture 3" id="2956" name="Google Shape;2956;p131"/>
          <p:cNvPicPr preferRelativeResize="0"/>
          <p:nvPr/>
        </p:nvPicPr>
        <p:blipFill rotWithShape="1">
          <a:blip r:embed="rId3">
            <a:alphaModFix/>
          </a:blip>
          <a:srcRect b="0" l="0" r="0" t="0"/>
          <a:stretch/>
        </p:blipFill>
        <p:spPr>
          <a:xfrm>
            <a:off x="3657601" y="914400"/>
            <a:ext cx="17200488" cy="11430000"/>
          </a:xfrm>
          <a:prstGeom prst="rect">
            <a:avLst/>
          </a:prstGeom>
          <a:noFill/>
          <a:ln>
            <a:noFill/>
          </a:ln>
        </p:spPr>
      </p:pic>
      <p:sp>
        <p:nvSpPr>
          <p:cNvPr id="2957" name="Google Shape;2957;p131"/>
          <p:cNvSpPr txBox="1"/>
          <p:nvPr>
            <p:ph idx="12" type="sldNum"/>
          </p:nvPr>
        </p:nvSpPr>
        <p:spPr>
          <a:xfrm>
            <a:off x="19886989" y="12802238"/>
            <a:ext cx="534611" cy="551181"/>
          </a:xfrm>
          <a:prstGeom prst="rect">
            <a:avLst/>
          </a:prstGeom>
          <a:noFill/>
          <a:ln>
            <a:noFill/>
          </a:ln>
        </p:spPr>
        <p:txBody>
          <a:bodyPr anchorCtr="0" anchor="ctr" bIns="91425" lIns="91425" spcFirstLastPara="1" rIns="91425" wrap="square" tIns="91425">
            <a:spAutoFit/>
          </a:bodyPr>
          <a:lstStyle/>
          <a:p>
            <a:pPr indent="0" lvl="0" marL="0" marR="0" rtl="0" algn="r">
              <a:lnSpc>
                <a:spcPct val="100000"/>
              </a:lnSpc>
              <a:spcBef>
                <a:spcPts val="0"/>
              </a:spcBef>
              <a:spcAft>
                <a:spcPts val="0"/>
              </a:spcAft>
              <a:buClr>
                <a:srgbClr val="888888"/>
              </a:buClr>
              <a:buSzPts val="2400"/>
              <a:buFont typeface="Open Sans"/>
              <a:buNone/>
            </a:pPr>
            <a:fld id="{00000000-1234-1234-1234-123412341234}" type="slidenum">
              <a:rPr lang="en-US"/>
              <a:t>‹#›</a:t>
            </a:fld>
            <a:endParaRPr/>
          </a:p>
        </p:txBody>
      </p:sp>
      <p:sp>
        <p:nvSpPr>
          <p:cNvPr id="2958" name="Google Shape;2958;p131"/>
          <p:cNvSpPr txBox="1"/>
          <p:nvPr/>
        </p:nvSpPr>
        <p:spPr>
          <a:xfrm>
            <a:off x="3749040" y="12496802"/>
            <a:ext cx="15501918" cy="5511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Open Sans"/>
              <a:buNone/>
            </a:pPr>
            <a:r>
              <a:rPr b="0" i="0" lang="en-US" sz="2400" u="none" cap="none" strike="noStrike">
                <a:solidFill>
                  <a:srgbClr val="000000"/>
                </a:solidFill>
                <a:latin typeface="Open Sans"/>
                <a:ea typeface="Open Sans"/>
                <a:cs typeface="Open Sans"/>
                <a:sym typeface="Open Sans"/>
              </a:rPr>
              <a:t>http://petapixel.com/2013/01/11/how-focal-length-affects-your-subjects-apparent-weight-as-seen-with-a-cat/</a:t>
            </a:r>
            <a:endParaRPr/>
          </a:p>
        </p:txBody>
      </p:sp>
      <p:sp>
        <p:nvSpPr>
          <p:cNvPr id="2959" name="Google Shape;2959;p131"/>
          <p:cNvSpPr txBox="1"/>
          <p:nvPr/>
        </p:nvSpPr>
        <p:spPr>
          <a:xfrm>
            <a:off x="21357335" y="13200457"/>
            <a:ext cx="3026665" cy="523086"/>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2800"/>
              <a:buFont typeface="Helvetica Neue Light"/>
              <a:buNone/>
            </a:pPr>
            <a:r>
              <a:rPr b="0" i="0" lang="en-US" sz="28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3" name="Shape 2963"/>
        <p:cNvGrpSpPr/>
        <p:nvPr/>
      </p:nvGrpSpPr>
      <p:grpSpPr>
        <a:xfrm>
          <a:off x="0" y="0"/>
          <a:ext cx="0" cy="0"/>
          <a:chOff x="0" y="0"/>
          <a:chExt cx="0" cy="0"/>
        </a:xfrm>
      </p:grpSpPr>
      <p:sp>
        <p:nvSpPr>
          <p:cNvPr id="2964" name="Google Shape;2964;p132"/>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rPr b="1" lang="en-US" sz="8800">
                <a:latin typeface="Open Sans"/>
                <a:ea typeface="Open Sans"/>
                <a:cs typeface="Open Sans"/>
                <a:sym typeface="Open Sans"/>
              </a:rPr>
              <a:t>Projection matrix</a:t>
            </a:r>
            <a:endParaRPr/>
          </a:p>
        </p:txBody>
      </p:sp>
      <p:pic>
        <p:nvPicPr>
          <p:cNvPr descr="Picture 2" id="2965" name="Google Shape;2965;p132"/>
          <p:cNvPicPr preferRelativeResize="0"/>
          <p:nvPr/>
        </p:nvPicPr>
        <p:blipFill rotWithShape="1">
          <a:blip r:embed="rId3">
            <a:alphaModFix/>
          </a:blip>
          <a:srcRect b="0" l="0" r="0" t="0"/>
          <a:stretch/>
        </p:blipFill>
        <p:spPr>
          <a:xfrm>
            <a:off x="7107291" y="3328284"/>
            <a:ext cx="13640890" cy="2906899"/>
          </a:xfrm>
          <a:prstGeom prst="rect">
            <a:avLst/>
          </a:prstGeom>
          <a:noFill/>
          <a:ln>
            <a:noFill/>
          </a:ln>
        </p:spPr>
      </p:pic>
      <p:pic>
        <p:nvPicPr>
          <p:cNvPr descr="Picture 3" id="2966" name="Google Shape;2966;p132"/>
          <p:cNvPicPr preferRelativeResize="0"/>
          <p:nvPr/>
        </p:nvPicPr>
        <p:blipFill rotWithShape="1">
          <a:blip r:embed="rId4">
            <a:alphaModFix/>
          </a:blip>
          <a:srcRect b="0" l="0" r="0" t="0"/>
          <a:stretch/>
        </p:blipFill>
        <p:spPr>
          <a:xfrm>
            <a:off x="5682343" y="4354262"/>
            <a:ext cx="1016507" cy="861821"/>
          </a:xfrm>
          <a:prstGeom prst="rect">
            <a:avLst/>
          </a:prstGeom>
          <a:noFill/>
          <a:ln>
            <a:noFill/>
          </a:ln>
        </p:spPr>
      </p:pic>
      <p:pic>
        <p:nvPicPr>
          <p:cNvPr descr="Picture 3" id="2967" name="Google Shape;2967;p132"/>
          <p:cNvPicPr preferRelativeResize="0"/>
          <p:nvPr/>
        </p:nvPicPr>
        <p:blipFill rotWithShape="1">
          <a:blip r:embed="rId5">
            <a:alphaModFix/>
          </a:blip>
          <a:srcRect b="0" l="0" r="0" t="0"/>
          <a:stretch/>
        </p:blipFill>
        <p:spPr>
          <a:xfrm>
            <a:off x="3156861" y="4327052"/>
            <a:ext cx="2261209" cy="925041"/>
          </a:xfrm>
          <a:prstGeom prst="rect">
            <a:avLst/>
          </a:prstGeom>
          <a:noFill/>
          <a:ln>
            <a:noFill/>
          </a:ln>
        </p:spPr>
      </p:pic>
      <p:sp>
        <p:nvSpPr>
          <p:cNvPr id="2968" name="Google Shape;2968;p132"/>
          <p:cNvSpPr txBox="1"/>
          <p:nvPr/>
        </p:nvSpPr>
        <p:spPr>
          <a:xfrm>
            <a:off x="16942525" y="5965375"/>
            <a:ext cx="2606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translation</a:t>
            </a:r>
            <a:endParaRPr/>
          </a:p>
        </p:txBody>
      </p:sp>
      <p:sp>
        <p:nvSpPr>
          <p:cNvPr id="2969" name="Google Shape;2969;p132"/>
          <p:cNvSpPr txBox="1"/>
          <p:nvPr/>
        </p:nvSpPr>
        <p:spPr>
          <a:xfrm>
            <a:off x="12370525" y="5965375"/>
            <a:ext cx="20682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rotation</a:t>
            </a:r>
            <a:endParaRPr/>
          </a:p>
        </p:txBody>
      </p:sp>
      <p:sp>
        <p:nvSpPr>
          <p:cNvPr id="2970" name="Google Shape;2970;p132"/>
          <p:cNvSpPr txBox="1"/>
          <p:nvPr/>
        </p:nvSpPr>
        <p:spPr>
          <a:xfrm>
            <a:off x="8146877" y="5965375"/>
            <a:ext cx="2606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projection</a:t>
            </a:r>
            <a:endParaRPr/>
          </a:p>
        </p:txBody>
      </p:sp>
      <p:sp>
        <p:nvSpPr>
          <p:cNvPr id="2971" name="Google Shape;2971;p132"/>
          <p:cNvSpPr txBox="1"/>
          <p:nvPr/>
        </p:nvSpPr>
        <p:spPr>
          <a:xfrm>
            <a:off x="5007525" y="5268675"/>
            <a:ext cx="22611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intrinsics</a:t>
            </a:r>
            <a:endParaRPr/>
          </a:p>
        </p:txBody>
      </p:sp>
      <p:grpSp>
        <p:nvGrpSpPr>
          <p:cNvPr id="2972" name="Google Shape;2972;p132"/>
          <p:cNvGrpSpPr/>
          <p:nvPr/>
        </p:nvGrpSpPr>
        <p:grpSpPr>
          <a:xfrm>
            <a:off x="2754199" y="6235175"/>
            <a:ext cx="7060655" cy="2299220"/>
            <a:chOff x="0" y="0"/>
            <a:chExt cx="6505717" cy="2299220"/>
          </a:xfrm>
        </p:grpSpPr>
        <p:sp>
          <p:nvSpPr>
            <p:cNvPr id="2973" name="Google Shape;2973;p132"/>
            <p:cNvSpPr/>
            <p:nvPr/>
          </p:nvSpPr>
          <p:spPr>
            <a:xfrm>
              <a:off x="0" y="2299219"/>
              <a:ext cx="6505717" cy="1"/>
            </a:xfrm>
            <a:custGeom>
              <a:rect b="b" l="l" r="r" t="t"/>
              <a:pathLst>
                <a:path extrusionOk="0" h="120000" w="21600">
                  <a:moveTo>
                    <a:pt x="0" y="0"/>
                  </a:moveTo>
                  <a:lnTo>
                    <a:pt x="21600" y="0"/>
                  </a:lnTo>
                  <a:lnTo>
                    <a:pt x="21600" y="0"/>
                  </a:lnTo>
                  <a:lnTo>
                    <a:pt x="0" y="0"/>
                  </a:lnTo>
                  <a:close/>
                </a:path>
              </a:pathLst>
            </a:cu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The </a:t>
              </a:r>
              <a:r>
                <a:rPr b="1" i="0" lang="en-US" sz="3600" u="none" cap="none" strike="noStrike">
                  <a:solidFill>
                    <a:srgbClr val="000000"/>
                  </a:solidFill>
                  <a:latin typeface="Open Sans"/>
                  <a:ea typeface="Open Sans"/>
                  <a:cs typeface="Open Sans"/>
                  <a:sym typeface="Open Sans"/>
                </a:rPr>
                <a:t>K </a:t>
              </a:r>
              <a:r>
                <a:rPr b="0" i="0" lang="en-US" sz="3600" u="none" cap="none" strike="noStrike">
                  <a:solidFill>
                    <a:srgbClr val="000000"/>
                  </a:solidFill>
                  <a:latin typeface="Open Sans"/>
                  <a:ea typeface="Open Sans"/>
                  <a:cs typeface="Open Sans"/>
                  <a:sym typeface="Open Sans"/>
                </a:rPr>
                <a:t>matrix converts 3D rays in the camera’s coordinate system to 2D image points in image (pixel) coordinates.</a:t>
              </a:r>
              <a:endParaRPr/>
            </a:p>
          </p:txBody>
        </p:sp>
        <p:cxnSp>
          <p:nvCxnSpPr>
            <p:cNvPr id="2974" name="Google Shape;2974;p132"/>
            <p:cNvCxnSpPr/>
            <p:nvPr/>
          </p:nvCxnSpPr>
          <p:spPr>
            <a:xfrm flipH="1" rot="10800000">
              <a:off x="1567956" y="0"/>
              <a:ext cx="1066801" cy="2146821"/>
            </a:xfrm>
            <a:prstGeom prst="straightConnector1">
              <a:avLst/>
            </a:prstGeom>
            <a:noFill/>
            <a:ln cap="flat" cmpd="sng" w="114300">
              <a:solidFill>
                <a:srgbClr val="000000"/>
              </a:solidFill>
              <a:prstDash val="solid"/>
              <a:round/>
              <a:headEnd len="sm" w="sm" type="none"/>
              <a:tailEnd len="med" w="med" type="triangle"/>
            </a:ln>
          </p:spPr>
        </p:cxnSp>
      </p:grpSp>
      <p:sp>
        <p:nvSpPr>
          <p:cNvPr id="2975" name="Google Shape;2975;p132"/>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2976" name="Google Shape;2976;p132"/>
          <p:cNvSpPr txBox="1"/>
          <p:nvPr/>
        </p:nvSpPr>
        <p:spPr>
          <a:xfrm>
            <a:off x="20911248" y="131756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
        <p:nvSpPr>
          <p:cNvPr id="2977" name="Google Shape;2977;p132"/>
          <p:cNvSpPr/>
          <p:nvPr/>
        </p:nvSpPr>
        <p:spPr>
          <a:xfrm rot="-5400000">
            <a:off x="13591084" y="65311"/>
            <a:ext cx="674892" cy="13520034"/>
          </a:xfrm>
          <a:custGeom>
            <a:rect b="b" l="l" r="r" t="t"/>
            <a:pathLst>
              <a:path extrusionOk="0" h="21600" w="21600">
                <a:moveTo>
                  <a:pt x="21600" y="21600"/>
                </a:moveTo>
                <a:cubicBezTo>
                  <a:pt x="15635" y="21600"/>
                  <a:pt x="10800" y="21560"/>
                  <a:pt x="10800" y="21510"/>
                </a:cubicBezTo>
                <a:lnTo>
                  <a:pt x="10800" y="10890"/>
                </a:lnTo>
                <a:cubicBezTo>
                  <a:pt x="10800" y="10840"/>
                  <a:pt x="5965" y="10800"/>
                  <a:pt x="0" y="10800"/>
                </a:cubicBezTo>
                <a:cubicBezTo>
                  <a:pt x="5965" y="10800"/>
                  <a:pt x="10800" y="10760"/>
                  <a:pt x="10800" y="10710"/>
                </a:cubicBezTo>
                <a:lnTo>
                  <a:pt x="10800" y="90"/>
                </a:lnTo>
                <a:cubicBezTo>
                  <a:pt x="10800" y="40"/>
                  <a:pt x="15635" y="0"/>
                  <a:pt x="21600" y="0"/>
                </a:cubicBezTo>
              </a:path>
            </a:pathLst>
          </a:cu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2978" name="Google Shape;2978;p132"/>
          <p:cNvSpPr txBox="1"/>
          <p:nvPr/>
        </p:nvSpPr>
        <p:spPr>
          <a:xfrm>
            <a:off x="10807870" y="7652382"/>
            <a:ext cx="101556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solidFill>
                  <a:schemeClr val="dk1"/>
                </a:solidFill>
              </a:rPr>
              <a:t>This part converts 3D points in world coordinates to 3D rays in the camera’s coordinate system. There are 6 parameters represented (3 for position/translation, 3 for rotation).</a:t>
            </a:r>
            <a:endParaRPr sz="3600">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2" name="Shape 2982"/>
        <p:cNvGrpSpPr/>
        <p:nvPr/>
      </p:nvGrpSpPr>
      <p:grpSpPr>
        <a:xfrm>
          <a:off x="0" y="0"/>
          <a:ext cx="0" cy="0"/>
          <a:chOff x="0" y="0"/>
          <a:chExt cx="0" cy="0"/>
        </a:xfrm>
      </p:grpSpPr>
      <p:sp>
        <p:nvSpPr>
          <p:cNvPr id="2983" name="Google Shape;2983;p133"/>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rPr b="1" lang="en-US" sz="8800">
                <a:latin typeface="Open Sans"/>
                <a:ea typeface="Open Sans"/>
                <a:cs typeface="Open Sans"/>
                <a:sym typeface="Open Sans"/>
              </a:rPr>
              <a:t>Projection matrix</a:t>
            </a:r>
            <a:endParaRPr/>
          </a:p>
        </p:txBody>
      </p:sp>
      <p:pic>
        <p:nvPicPr>
          <p:cNvPr descr="Picture 2" id="2984" name="Google Shape;2984;p133"/>
          <p:cNvPicPr preferRelativeResize="0"/>
          <p:nvPr/>
        </p:nvPicPr>
        <p:blipFill rotWithShape="1">
          <a:blip r:embed="rId3">
            <a:alphaModFix/>
          </a:blip>
          <a:srcRect b="0" l="0" r="0" t="0"/>
          <a:stretch/>
        </p:blipFill>
        <p:spPr>
          <a:xfrm>
            <a:off x="7107291" y="3328284"/>
            <a:ext cx="13640890" cy="2906899"/>
          </a:xfrm>
          <a:prstGeom prst="rect">
            <a:avLst/>
          </a:prstGeom>
          <a:noFill/>
          <a:ln>
            <a:noFill/>
          </a:ln>
        </p:spPr>
      </p:pic>
      <p:pic>
        <p:nvPicPr>
          <p:cNvPr descr="Picture 3" id="2985" name="Google Shape;2985;p133"/>
          <p:cNvPicPr preferRelativeResize="0"/>
          <p:nvPr/>
        </p:nvPicPr>
        <p:blipFill rotWithShape="1">
          <a:blip r:embed="rId4">
            <a:alphaModFix/>
          </a:blip>
          <a:srcRect b="0" l="0" r="0" t="0"/>
          <a:stretch/>
        </p:blipFill>
        <p:spPr>
          <a:xfrm>
            <a:off x="5682343" y="4354262"/>
            <a:ext cx="1016507" cy="861821"/>
          </a:xfrm>
          <a:prstGeom prst="rect">
            <a:avLst/>
          </a:prstGeom>
          <a:noFill/>
          <a:ln>
            <a:noFill/>
          </a:ln>
        </p:spPr>
      </p:pic>
      <p:pic>
        <p:nvPicPr>
          <p:cNvPr descr="Picture 3" id="2986" name="Google Shape;2986;p133"/>
          <p:cNvPicPr preferRelativeResize="0"/>
          <p:nvPr/>
        </p:nvPicPr>
        <p:blipFill rotWithShape="1">
          <a:blip r:embed="rId5">
            <a:alphaModFix/>
          </a:blip>
          <a:srcRect b="0" l="0" r="0" t="0"/>
          <a:stretch/>
        </p:blipFill>
        <p:spPr>
          <a:xfrm>
            <a:off x="3156861" y="4327052"/>
            <a:ext cx="2261209" cy="925041"/>
          </a:xfrm>
          <a:prstGeom prst="rect">
            <a:avLst/>
          </a:prstGeom>
          <a:noFill/>
          <a:ln>
            <a:noFill/>
          </a:ln>
        </p:spPr>
      </p:pic>
      <p:sp>
        <p:nvSpPr>
          <p:cNvPr id="2987" name="Google Shape;2987;p133"/>
          <p:cNvSpPr/>
          <p:nvPr/>
        </p:nvSpPr>
        <p:spPr>
          <a:xfrm rot="-5400000">
            <a:off x="13563598" y="65286"/>
            <a:ext cx="674917" cy="13520060"/>
          </a:xfrm>
          <a:custGeom>
            <a:rect b="b" l="l" r="r" t="t"/>
            <a:pathLst>
              <a:path extrusionOk="0" h="21600" w="21600">
                <a:moveTo>
                  <a:pt x="21600" y="21600"/>
                </a:moveTo>
                <a:cubicBezTo>
                  <a:pt x="15635" y="21600"/>
                  <a:pt x="10800" y="21560"/>
                  <a:pt x="10800" y="21510"/>
                </a:cubicBezTo>
                <a:lnTo>
                  <a:pt x="10800" y="10890"/>
                </a:lnTo>
                <a:cubicBezTo>
                  <a:pt x="10800" y="10840"/>
                  <a:pt x="5965" y="10800"/>
                  <a:pt x="0" y="10800"/>
                </a:cubicBezTo>
                <a:cubicBezTo>
                  <a:pt x="5965" y="10800"/>
                  <a:pt x="10800" y="10760"/>
                  <a:pt x="10800" y="10710"/>
                </a:cubicBezTo>
                <a:lnTo>
                  <a:pt x="10800" y="90"/>
                </a:lnTo>
                <a:cubicBezTo>
                  <a:pt x="10800" y="40"/>
                  <a:pt x="15635" y="0"/>
                  <a:pt x="21600" y="0"/>
                </a:cubicBezTo>
              </a:path>
            </a:pathLst>
          </a:cu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grpSp>
        <p:nvGrpSpPr>
          <p:cNvPr id="2988" name="Google Shape;2988;p133"/>
          <p:cNvGrpSpPr/>
          <p:nvPr/>
        </p:nvGrpSpPr>
        <p:grpSpPr>
          <a:xfrm>
            <a:off x="11105105" y="7554693"/>
            <a:ext cx="5700763" cy="1393370"/>
            <a:chOff x="0" y="0"/>
            <a:chExt cx="5700761" cy="1393368"/>
          </a:xfrm>
        </p:grpSpPr>
        <p:pic>
          <p:nvPicPr>
            <p:cNvPr descr="Picture 4" id="2989" name="Google Shape;2989;p133"/>
            <p:cNvPicPr preferRelativeResize="0"/>
            <p:nvPr/>
          </p:nvPicPr>
          <p:blipFill rotWithShape="1">
            <a:blip r:embed="rId6">
              <a:alphaModFix/>
            </a:blip>
            <a:srcRect b="0" l="0" r="0" t="0"/>
            <a:stretch/>
          </p:blipFill>
          <p:spPr>
            <a:xfrm>
              <a:off x="0" y="0"/>
              <a:ext cx="5700761" cy="1393368"/>
            </a:xfrm>
            <a:prstGeom prst="rect">
              <a:avLst/>
            </a:prstGeom>
            <a:noFill/>
            <a:ln>
              <a:noFill/>
            </a:ln>
          </p:spPr>
        </p:pic>
        <p:cxnSp>
          <p:nvCxnSpPr>
            <p:cNvPr id="2990" name="Google Shape;2990;p133"/>
            <p:cNvCxnSpPr/>
            <p:nvPr/>
          </p:nvCxnSpPr>
          <p:spPr>
            <a:xfrm flipH="1">
              <a:off x="2302956" y="1372"/>
              <a:ext cx="2748" cy="1261565"/>
            </a:xfrm>
            <a:prstGeom prst="straightConnector1">
              <a:avLst/>
            </a:prstGeom>
            <a:noFill/>
            <a:ln cap="flat" cmpd="sng" w="38100">
              <a:solidFill>
                <a:srgbClr val="000000"/>
              </a:solidFill>
              <a:prstDash val="solid"/>
              <a:round/>
              <a:headEnd len="sm" w="sm" type="none"/>
              <a:tailEnd len="sm" w="sm" type="none"/>
            </a:ln>
          </p:spPr>
        </p:cxnSp>
      </p:grpSp>
      <p:sp>
        <p:nvSpPr>
          <p:cNvPr id="2991" name="Google Shape;2991;p133"/>
          <p:cNvSpPr/>
          <p:nvPr/>
        </p:nvSpPr>
        <p:spPr>
          <a:xfrm rot="-5400000">
            <a:off x="14880755" y="7783272"/>
            <a:ext cx="304833" cy="2242461"/>
          </a:xfrm>
          <a:custGeom>
            <a:rect b="b" l="l" r="r" t="t"/>
            <a:pathLst>
              <a:path extrusionOk="0" h="21600" w="21600">
                <a:moveTo>
                  <a:pt x="21600" y="21600"/>
                </a:moveTo>
                <a:cubicBezTo>
                  <a:pt x="15635" y="21600"/>
                  <a:pt x="10800" y="21490"/>
                  <a:pt x="10800" y="21355"/>
                </a:cubicBezTo>
                <a:lnTo>
                  <a:pt x="10800" y="11045"/>
                </a:lnTo>
                <a:cubicBezTo>
                  <a:pt x="10800" y="10910"/>
                  <a:pt x="5965" y="10800"/>
                  <a:pt x="0" y="10800"/>
                </a:cubicBezTo>
                <a:cubicBezTo>
                  <a:pt x="5965" y="10800"/>
                  <a:pt x="10800" y="10690"/>
                  <a:pt x="10800" y="10555"/>
                </a:cubicBezTo>
                <a:lnTo>
                  <a:pt x="10800" y="245"/>
                </a:lnTo>
                <a:cubicBezTo>
                  <a:pt x="10800" y="110"/>
                  <a:pt x="15635" y="0"/>
                  <a:pt x="21600" y="0"/>
                </a:cubicBezTo>
              </a:path>
            </a:pathLst>
          </a:cu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Open Sans"/>
              <a:buNone/>
            </a:pPr>
            <a:r>
              <a:t/>
            </a:r>
            <a:endParaRPr b="0" i="0" sz="3600" u="none" cap="none" strike="noStrike">
              <a:solidFill>
                <a:srgbClr val="000000"/>
              </a:solidFill>
              <a:latin typeface="Open Sans"/>
              <a:ea typeface="Open Sans"/>
              <a:cs typeface="Open Sans"/>
              <a:sym typeface="Open Sans"/>
            </a:endParaRPr>
          </a:p>
        </p:txBody>
      </p:sp>
      <p:sp>
        <p:nvSpPr>
          <p:cNvPr id="2992" name="Google Shape;2992;p133"/>
          <p:cNvSpPr txBox="1"/>
          <p:nvPr/>
        </p:nvSpPr>
        <p:spPr>
          <a:xfrm>
            <a:off x="13284917" y="9187550"/>
            <a:ext cx="4494587" cy="6654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Open Sans"/>
              <a:buNone/>
            </a:pPr>
            <a:r>
              <a:rPr b="0" i="0" lang="en-US" sz="3200" u="none" cap="none" strike="noStrike">
                <a:solidFill>
                  <a:srgbClr val="000000"/>
                </a:solidFill>
                <a:latin typeface="Open Sans"/>
                <a:ea typeface="Open Sans"/>
                <a:cs typeface="Open Sans"/>
                <a:sym typeface="Open Sans"/>
              </a:rPr>
              <a:t>(sometimes called </a:t>
            </a:r>
            <a:r>
              <a:rPr b="1" i="0" lang="en-US" sz="3200" u="none" cap="none" strike="noStrike">
                <a:solidFill>
                  <a:srgbClr val="000000"/>
                </a:solidFill>
                <a:latin typeface="Open Sans"/>
                <a:ea typeface="Open Sans"/>
                <a:cs typeface="Open Sans"/>
                <a:sym typeface="Open Sans"/>
              </a:rPr>
              <a:t>t</a:t>
            </a:r>
            <a:r>
              <a:rPr b="0" i="0" lang="en-US" sz="3200" u="none" cap="none" strike="noStrike">
                <a:solidFill>
                  <a:srgbClr val="000000"/>
                </a:solidFill>
                <a:latin typeface="Open Sans"/>
                <a:ea typeface="Open Sans"/>
                <a:cs typeface="Open Sans"/>
                <a:sym typeface="Open Sans"/>
              </a:rPr>
              <a:t>)</a:t>
            </a:r>
            <a:endParaRPr/>
          </a:p>
        </p:txBody>
      </p:sp>
      <p:grpSp>
        <p:nvGrpSpPr>
          <p:cNvPr id="2993" name="Google Shape;2993;p133"/>
          <p:cNvGrpSpPr/>
          <p:nvPr/>
        </p:nvGrpSpPr>
        <p:grpSpPr>
          <a:xfrm>
            <a:off x="7380516" y="10537000"/>
            <a:ext cx="9840685" cy="1467550"/>
            <a:chOff x="0" y="0"/>
            <a:chExt cx="9840684" cy="1467549"/>
          </a:xfrm>
        </p:grpSpPr>
        <p:pic>
          <p:nvPicPr>
            <p:cNvPr descr="Picture 6" id="2994" name="Google Shape;2994;p133"/>
            <p:cNvPicPr preferRelativeResize="0"/>
            <p:nvPr/>
          </p:nvPicPr>
          <p:blipFill rotWithShape="1">
            <a:blip r:embed="rId7">
              <a:alphaModFix/>
            </a:blip>
            <a:srcRect b="0" l="0" r="0" t="0"/>
            <a:stretch/>
          </p:blipFill>
          <p:spPr>
            <a:xfrm>
              <a:off x="0" y="0"/>
              <a:ext cx="9840684" cy="1467549"/>
            </a:xfrm>
            <a:prstGeom prst="rect">
              <a:avLst/>
            </a:prstGeom>
            <a:noFill/>
            <a:ln>
              <a:noFill/>
            </a:ln>
          </p:spPr>
        </p:pic>
        <p:cxnSp>
          <p:nvCxnSpPr>
            <p:cNvPr id="2995" name="Google Shape;2995;p133"/>
            <p:cNvCxnSpPr/>
            <p:nvPr/>
          </p:nvCxnSpPr>
          <p:spPr>
            <a:xfrm flipH="1">
              <a:off x="6196066" y="101795"/>
              <a:ext cx="2442" cy="1122495"/>
            </a:xfrm>
            <a:prstGeom prst="straightConnector1">
              <a:avLst/>
            </a:prstGeom>
            <a:noFill/>
            <a:ln cap="flat" cmpd="sng" w="38100">
              <a:solidFill>
                <a:srgbClr val="000000"/>
              </a:solidFill>
              <a:prstDash val="solid"/>
              <a:round/>
              <a:headEnd len="sm" w="sm" type="none"/>
              <a:tailEnd len="sm" w="sm" type="none"/>
            </a:ln>
          </p:spPr>
        </p:cxnSp>
      </p:grpSp>
      <p:sp>
        <p:nvSpPr>
          <p:cNvPr id="2996" name="Google Shape;2996;p133"/>
          <p:cNvSpPr/>
          <p:nvPr/>
        </p:nvSpPr>
        <p:spPr>
          <a:xfrm>
            <a:off x="11282915" y="9340614"/>
            <a:ext cx="1491601" cy="1065429"/>
          </a:xfrm>
          <a:custGeom>
            <a:rect b="b" l="l" r="r" t="t"/>
            <a:pathLst>
              <a:path extrusionOk="0" h="21600" w="21600">
                <a:moveTo>
                  <a:pt x="0" y="10800"/>
                </a:moveTo>
                <a:lnTo>
                  <a:pt x="5400" y="10800"/>
                </a:lnTo>
                <a:lnTo>
                  <a:pt x="5400" y="0"/>
                </a:lnTo>
                <a:lnTo>
                  <a:pt x="16200" y="0"/>
                </a:lnTo>
                <a:lnTo>
                  <a:pt x="16200" y="10800"/>
                </a:lnTo>
                <a:lnTo>
                  <a:pt x="21600" y="10800"/>
                </a:lnTo>
                <a:lnTo>
                  <a:pt x="10800" y="21600"/>
                </a:lnTo>
                <a:close/>
              </a:path>
            </a:pathLst>
          </a:custGeom>
          <a:solidFill>
            <a:srgbClr val="95B3D7"/>
          </a:solidFill>
          <a:ln>
            <a:noFill/>
          </a:ln>
          <a:effectLst>
            <a:outerShdw blurRad="203200" rotWithShape="0" dir="2700000" dist="152400">
              <a:srgbClr val="000000">
                <a:alpha val="4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2997" name="Google Shape;2997;p133"/>
          <p:cNvSpPr txBox="1"/>
          <p:nvPr/>
        </p:nvSpPr>
        <p:spPr>
          <a:xfrm>
            <a:off x="16942527" y="5965364"/>
            <a:ext cx="2304996"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translation</a:t>
            </a:r>
            <a:endParaRPr/>
          </a:p>
        </p:txBody>
      </p:sp>
      <p:sp>
        <p:nvSpPr>
          <p:cNvPr id="2998" name="Google Shape;2998;p133"/>
          <p:cNvSpPr txBox="1"/>
          <p:nvPr/>
        </p:nvSpPr>
        <p:spPr>
          <a:xfrm>
            <a:off x="12370527" y="5965364"/>
            <a:ext cx="1720549"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rotation</a:t>
            </a:r>
            <a:endParaRPr/>
          </a:p>
        </p:txBody>
      </p:sp>
      <p:sp>
        <p:nvSpPr>
          <p:cNvPr id="2999" name="Google Shape;2999;p133"/>
          <p:cNvSpPr txBox="1"/>
          <p:nvPr/>
        </p:nvSpPr>
        <p:spPr>
          <a:xfrm>
            <a:off x="8146863" y="5965364"/>
            <a:ext cx="2177972"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projection</a:t>
            </a:r>
            <a:endParaRPr/>
          </a:p>
        </p:txBody>
      </p:sp>
      <p:sp>
        <p:nvSpPr>
          <p:cNvPr id="3000" name="Google Shape;3000;p133"/>
          <p:cNvSpPr txBox="1"/>
          <p:nvPr/>
        </p:nvSpPr>
        <p:spPr>
          <a:xfrm>
            <a:off x="5294810" y="5268678"/>
            <a:ext cx="1973928" cy="7289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Open Sans"/>
              <a:buNone/>
            </a:pPr>
            <a:r>
              <a:rPr b="0" i="0" lang="en-US" sz="3600" u="none" cap="none" strike="noStrike">
                <a:solidFill>
                  <a:srgbClr val="000000"/>
                </a:solidFill>
                <a:latin typeface="Open Sans"/>
                <a:ea typeface="Open Sans"/>
                <a:cs typeface="Open Sans"/>
                <a:sym typeface="Open Sans"/>
              </a:rPr>
              <a:t>intrinsics</a:t>
            </a:r>
            <a:endParaRPr/>
          </a:p>
        </p:txBody>
      </p:sp>
      <p:sp>
        <p:nvSpPr>
          <p:cNvPr id="3001" name="Google Shape;3001;p133"/>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3002" name="Google Shape;3002;p133"/>
          <p:cNvSpPr txBox="1"/>
          <p:nvPr/>
        </p:nvSpPr>
        <p:spPr>
          <a:xfrm>
            <a:off x="20911248" y="131756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6" name="Shape 3006"/>
        <p:cNvGrpSpPr/>
        <p:nvPr/>
      </p:nvGrpSpPr>
      <p:grpSpPr>
        <a:xfrm>
          <a:off x="0" y="0"/>
          <a:ext cx="0" cy="0"/>
          <a:chOff x="0" y="0"/>
          <a:chExt cx="0" cy="0"/>
        </a:xfrm>
      </p:grpSpPr>
      <p:pic>
        <p:nvPicPr>
          <p:cNvPr descr="Picture 7" id="3007" name="Google Shape;3007;p134"/>
          <p:cNvPicPr preferRelativeResize="0"/>
          <p:nvPr/>
        </p:nvPicPr>
        <p:blipFill rotWithShape="1">
          <a:blip r:embed="rId3">
            <a:alphaModFix/>
          </a:blip>
          <a:srcRect b="0" l="0" r="0" t="0"/>
          <a:stretch/>
        </p:blipFill>
        <p:spPr>
          <a:xfrm>
            <a:off x="12925048" y="8459179"/>
            <a:ext cx="525679" cy="325209"/>
          </a:xfrm>
          <a:prstGeom prst="rect">
            <a:avLst/>
          </a:prstGeom>
          <a:noFill/>
          <a:ln>
            <a:noFill/>
          </a:ln>
        </p:spPr>
      </p:pic>
      <p:sp>
        <p:nvSpPr>
          <p:cNvPr id="3008" name="Google Shape;3008;p134"/>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rPr b="1" lang="en-US" sz="8800">
                <a:latin typeface="Open Sans"/>
                <a:ea typeface="Open Sans"/>
                <a:cs typeface="Open Sans"/>
                <a:sym typeface="Open Sans"/>
              </a:rPr>
              <a:t>Projection matrix</a:t>
            </a:r>
            <a:endParaRPr/>
          </a:p>
        </p:txBody>
      </p:sp>
      <p:sp>
        <p:nvSpPr>
          <p:cNvPr id="3009" name="Google Shape;3009;p134"/>
          <p:cNvSpPr/>
          <p:nvPr/>
        </p:nvSpPr>
        <p:spPr>
          <a:xfrm flipH="1" rot="-10247244">
            <a:off x="11196625" y="5866415"/>
            <a:ext cx="4114801" cy="2286001"/>
          </a:xfrm>
          <a:custGeom>
            <a:rect b="b" l="l" r="r" t="t"/>
            <a:pathLst>
              <a:path extrusionOk="0" h="21600" w="21600">
                <a:moveTo>
                  <a:pt x="0" y="21600"/>
                </a:moveTo>
                <a:lnTo>
                  <a:pt x="3000" y="0"/>
                </a:lnTo>
                <a:lnTo>
                  <a:pt x="21600" y="0"/>
                </a:lnTo>
                <a:lnTo>
                  <a:pt x="18600" y="21600"/>
                </a:lnTo>
                <a:close/>
              </a:path>
            </a:pathLst>
          </a:custGeom>
          <a:noFill/>
          <a:ln cap="flat" cmpd="sng" w="50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3010" name="Google Shape;3010;p134"/>
          <p:cNvSpPr/>
          <p:nvPr/>
        </p:nvSpPr>
        <p:spPr>
          <a:xfrm>
            <a:off x="12214797" y="9099461"/>
            <a:ext cx="304801"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cxnSp>
        <p:nvCxnSpPr>
          <p:cNvPr id="3011" name="Google Shape;3011;p134"/>
          <p:cNvCxnSpPr/>
          <p:nvPr/>
        </p:nvCxnSpPr>
        <p:spPr>
          <a:xfrm rot="10800000">
            <a:off x="11605197" y="7880261"/>
            <a:ext cx="740229" cy="1371601"/>
          </a:xfrm>
          <a:prstGeom prst="straightConnector1">
            <a:avLst/>
          </a:prstGeom>
          <a:noFill/>
          <a:ln cap="flat" cmpd="sng" w="38100">
            <a:solidFill>
              <a:srgbClr val="000000"/>
            </a:solidFill>
            <a:prstDash val="solid"/>
            <a:round/>
            <a:headEnd len="sm" w="sm" type="none"/>
            <a:tailEnd len="sm" w="sm" type="none"/>
          </a:ln>
        </p:spPr>
      </p:cxnSp>
      <p:cxnSp>
        <p:nvCxnSpPr>
          <p:cNvPr id="3012" name="Google Shape;3012;p134"/>
          <p:cNvCxnSpPr/>
          <p:nvPr/>
        </p:nvCxnSpPr>
        <p:spPr>
          <a:xfrm flipH="1" rot="10800000">
            <a:off x="12323664" y="8446321"/>
            <a:ext cx="2764967" cy="805541"/>
          </a:xfrm>
          <a:prstGeom prst="straightConnector1">
            <a:avLst/>
          </a:prstGeom>
          <a:noFill/>
          <a:ln cap="flat" cmpd="sng" w="38100">
            <a:solidFill>
              <a:srgbClr val="000000"/>
            </a:solidFill>
            <a:prstDash val="solid"/>
            <a:round/>
            <a:headEnd len="sm" w="sm" type="none"/>
            <a:tailEnd len="sm" w="sm" type="none"/>
          </a:ln>
        </p:spPr>
      </p:cxnSp>
      <p:cxnSp>
        <p:nvCxnSpPr>
          <p:cNvPr id="3013" name="Google Shape;3013;p134"/>
          <p:cNvCxnSpPr/>
          <p:nvPr/>
        </p:nvCxnSpPr>
        <p:spPr>
          <a:xfrm flipH="1" rot="10800000">
            <a:off x="12367200" y="6116780"/>
            <a:ext cx="2525487" cy="3135087"/>
          </a:xfrm>
          <a:prstGeom prst="straightConnector1">
            <a:avLst/>
          </a:prstGeom>
          <a:noFill/>
          <a:ln cap="flat" cmpd="sng" w="38100">
            <a:solidFill>
              <a:srgbClr val="000000"/>
            </a:solidFill>
            <a:prstDash val="solid"/>
            <a:round/>
            <a:headEnd len="sm" w="sm" type="none"/>
            <a:tailEnd len="sm" w="sm" type="none"/>
          </a:ln>
        </p:spPr>
      </p:cxnSp>
      <p:cxnSp>
        <p:nvCxnSpPr>
          <p:cNvPr id="3014" name="Google Shape;3014;p134"/>
          <p:cNvCxnSpPr/>
          <p:nvPr/>
        </p:nvCxnSpPr>
        <p:spPr>
          <a:xfrm rot="10800000">
            <a:off x="11452797" y="5594261"/>
            <a:ext cx="914401" cy="3657601"/>
          </a:xfrm>
          <a:prstGeom prst="straightConnector1">
            <a:avLst/>
          </a:prstGeom>
          <a:noFill/>
          <a:ln cap="flat" cmpd="sng" w="38100">
            <a:solidFill>
              <a:srgbClr val="000000"/>
            </a:solidFill>
            <a:prstDash val="solid"/>
            <a:round/>
            <a:headEnd len="sm" w="sm" type="none"/>
            <a:tailEnd len="sm" w="sm" type="none"/>
          </a:ln>
        </p:spPr>
      </p:cxnSp>
      <p:cxnSp>
        <p:nvCxnSpPr>
          <p:cNvPr id="3015" name="Google Shape;3015;p134"/>
          <p:cNvCxnSpPr/>
          <p:nvPr/>
        </p:nvCxnSpPr>
        <p:spPr>
          <a:xfrm>
            <a:off x="12367198" y="9251861"/>
            <a:ext cx="1066801" cy="152401"/>
          </a:xfrm>
          <a:prstGeom prst="straightConnector1">
            <a:avLst/>
          </a:prstGeom>
          <a:noFill/>
          <a:ln cap="flat" cmpd="sng" w="38100">
            <a:solidFill>
              <a:srgbClr val="FF0000"/>
            </a:solidFill>
            <a:prstDash val="solid"/>
            <a:round/>
            <a:headEnd len="sm" w="sm" type="none"/>
            <a:tailEnd len="med" w="med" type="triangle"/>
          </a:ln>
        </p:spPr>
      </p:cxnSp>
      <p:cxnSp>
        <p:nvCxnSpPr>
          <p:cNvPr id="3016" name="Google Shape;3016;p134"/>
          <p:cNvCxnSpPr/>
          <p:nvPr/>
        </p:nvCxnSpPr>
        <p:spPr>
          <a:xfrm>
            <a:off x="12365618" y="9253457"/>
            <a:ext cx="94585" cy="1109743"/>
          </a:xfrm>
          <a:prstGeom prst="straightConnector1">
            <a:avLst/>
          </a:prstGeom>
          <a:noFill/>
          <a:ln cap="flat" cmpd="sng" w="38100">
            <a:solidFill>
              <a:srgbClr val="00FF00"/>
            </a:solidFill>
            <a:prstDash val="solid"/>
            <a:round/>
            <a:headEnd len="sm" w="sm" type="none"/>
            <a:tailEnd len="med" w="med" type="triangle"/>
          </a:ln>
        </p:spPr>
      </p:cxnSp>
      <p:cxnSp>
        <p:nvCxnSpPr>
          <p:cNvPr id="3017" name="Google Shape;3017;p134"/>
          <p:cNvCxnSpPr/>
          <p:nvPr/>
        </p:nvCxnSpPr>
        <p:spPr>
          <a:xfrm flipH="1" rot="10800000">
            <a:off x="12367207" y="8137672"/>
            <a:ext cx="703827" cy="1114197"/>
          </a:xfrm>
          <a:prstGeom prst="straightConnector1">
            <a:avLst/>
          </a:prstGeom>
          <a:noFill/>
          <a:ln cap="flat" cmpd="sng" w="38100">
            <a:solidFill>
              <a:srgbClr val="3333FF"/>
            </a:solidFill>
            <a:prstDash val="solid"/>
            <a:round/>
            <a:headEnd len="sm" w="sm" type="none"/>
            <a:tailEnd len="med" w="med" type="triangle"/>
          </a:ln>
        </p:spPr>
      </p:cxnSp>
      <p:pic>
        <p:nvPicPr>
          <p:cNvPr descr="Picture 5" id="3018" name="Google Shape;3018;p134"/>
          <p:cNvPicPr preferRelativeResize="0"/>
          <p:nvPr/>
        </p:nvPicPr>
        <p:blipFill rotWithShape="1">
          <a:blip r:embed="rId4">
            <a:alphaModFix/>
          </a:blip>
          <a:srcRect b="0" l="0" r="0" t="0"/>
          <a:stretch/>
        </p:blipFill>
        <p:spPr>
          <a:xfrm>
            <a:off x="13425836" y="9179748"/>
            <a:ext cx="472223" cy="369759"/>
          </a:xfrm>
          <a:prstGeom prst="rect">
            <a:avLst/>
          </a:prstGeom>
          <a:noFill/>
          <a:ln>
            <a:noFill/>
          </a:ln>
        </p:spPr>
      </p:pic>
      <p:pic>
        <p:nvPicPr>
          <p:cNvPr descr="Picture 6" id="3019" name="Google Shape;3019;p134"/>
          <p:cNvPicPr preferRelativeResize="0"/>
          <p:nvPr/>
        </p:nvPicPr>
        <p:blipFill rotWithShape="1">
          <a:blip r:embed="rId5">
            <a:alphaModFix/>
          </a:blip>
          <a:srcRect b="0" l="0" r="0" t="0"/>
          <a:stretch/>
        </p:blipFill>
        <p:spPr>
          <a:xfrm>
            <a:off x="12649200" y="10037991"/>
            <a:ext cx="387577" cy="325209"/>
          </a:xfrm>
          <a:prstGeom prst="rect">
            <a:avLst/>
          </a:prstGeom>
          <a:noFill/>
          <a:ln>
            <a:noFill/>
          </a:ln>
        </p:spPr>
      </p:pic>
      <p:pic>
        <p:nvPicPr>
          <p:cNvPr descr="Picture 8" id="3020" name="Google Shape;3020;p134"/>
          <p:cNvPicPr preferRelativeResize="0"/>
          <p:nvPr/>
        </p:nvPicPr>
        <p:blipFill rotWithShape="1">
          <a:blip r:embed="rId6">
            <a:alphaModFix/>
          </a:blip>
          <a:srcRect b="0" l="0" r="0" t="0"/>
          <a:stretch/>
        </p:blipFill>
        <p:spPr>
          <a:xfrm>
            <a:off x="11790064" y="9300203"/>
            <a:ext cx="329663" cy="325209"/>
          </a:xfrm>
          <a:prstGeom prst="rect">
            <a:avLst/>
          </a:prstGeom>
          <a:noFill/>
          <a:ln>
            <a:noFill/>
          </a:ln>
        </p:spPr>
      </p:pic>
      <p:grpSp>
        <p:nvGrpSpPr>
          <p:cNvPr id="3021" name="Google Shape;3021;p134"/>
          <p:cNvGrpSpPr/>
          <p:nvPr/>
        </p:nvGrpSpPr>
        <p:grpSpPr>
          <a:xfrm>
            <a:off x="2227320" y="4848450"/>
            <a:ext cx="5943605" cy="5671742"/>
            <a:chOff x="-1" y="-1"/>
            <a:chExt cx="5943603" cy="5671740"/>
          </a:xfrm>
        </p:grpSpPr>
        <p:pic>
          <p:nvPicPr>
            <p:cNvPr descr="Picture 9" id="3022" name="Google Shape;3022;p134"/>
            <p:cNvPicPr preferRelativeResize="0"/>
            <p:nvPr/>
          </p:nvPicPr>
          <p:blipFill rotWithShape="1">
            <a:blip r:embed="rId7">
              <a:alphaModFix/>
            </a:blip>
            <a:srcRect b="0" l="0" r="0" t="0"/>
            <a:stretch/>
          </p:blipFill>
          <p:spPr>
            <a:xfrm>
              <a:off x="457201" y="3047998"/>
              <a:ext cx="654587" cy="508349"/>
            </a:xfrm>
            <a:prstGeom prst="rect">
              <a:avLst/>
            </a:prstGeom>
            <a:noFill/>
            <a:ln>
              <a:noFill/>
            </a:ln>
          </p:spPr>
        </p:pic>
        <p:pic>
          <p:nvPicPr>
            <p:cNvPr descr="Picture 10" id="3023" name="Google Shape;3023;p134"/>
            <p:cNvPicPr preferRelativeResize="0"/>
            <p:nvPr/>
          </p:nvPicPr>
          <p:blipFill rotWithShape="1">
            <a:blip r:embed="rId8">
              <a:alphaModFix/>
            </a:blip>
            <a:srcRect b="0" l="0" r="0" t="0"/>
            <a:stretch/>
          </p:blipFill>
          <p:spPr>
            <a:xfrm>
              <a:off x="2718009" y="4996260"/>
              <a:ext cx="619769" cy="675479"/>
            </a:xfrm>
            <a:prstGeom prst="rect">
              <a:avLst/>
            </a:prstGeom>
            <a:noFill/>
            <a:ln>
              <a:noFill/>
            </a:ln>
          </p:spPr>
        </p:pic>
        <p:pic>
          <p:nvPicPr>
            <p:cNvPr descr="Picture 11" id="3024" name="Google Shape;3024;p134"/>
            <p:cNvPicPr preferRelativeResize="0"/>
            <p:nvPr/>
          </p:nvPicPr>
          <p:blipFill rotWithShape="1">
            <a:blip r:embed="rId9">
              <a:alphaModFix/>
            </a:blip>
            <a:srcRect b="0" l="0" r="0" t="0"/>
            <a:stretch/>
          </p:blipFill>
          <p:spPr>
            <a:xfrm>
              <a:off x="5470071" y="353329"/>
              <a:ext cx="473531" cy="536205"/>
            </a:xfrm>
            <a:prstGeom prst="rect">
              <a:avLst/>
            </a:prstGeom>
            <a:noFill/>
            <a:ln>
              <a:noFill/>
            </a:ln>
          </p:spPr>
        </p:pic>
        <p:cxnSp>
          <p:nvCxnSpPr>
            <p:cNvPr id="3025" name="Google Shape;3025;p134"/>
            <p:cNvCxnSpPr/>
            <p:nvPr/>
          </p:nvCxnSpPr>
          <p:spPr>
            <a:xfrm>
              <a:off x="2284411" y="1214433"/>
              <a:ext cx="3659191" cy="1"/>
            </a:xfrm>
            <a:prstGeom prst="straightConnector1">
              <a:avLst/>
            </a:prstGeom>
            <a:noFill/>
            <a:ln cap="flat" cmpd="sng" w="114300">
              <a:solidFill>
                <a:srgbClr val="3333FF"/>
              </a:solidFill>
              <a:prstDash val="solid"/>
              <a:round/>
              <a:headEnd len="sm" w="sm" type="none"/>
              <a:tailEnd len="med" w="med" type="triangle"/>
            </a:ln>
          </p:spPr>
        </p:cxnSp>
        <p:cxnSp>
          <p:nvCxnSpPr>
            <p:cNvPr id="3026" name="Google Shape;3026;p134"/>
            <p:cNvCxnSpPr/>
            <p:nvPr/>
          </p:nvCxnSpPr>
          <p:spPr>
            <a:xfrm flipH="1">
              <a:off x="2282823" y="1219198"/>
              <a:ext cx="1" cy="4114803"/>
            </a:xfrm>
            <a:prstGeom prst="straightConnector1">
              <a:avLst/>
            </a:prstGeom>
            <a:noFill/>
            <a:ln cap="flat" cmpd="sng" w="114300">
              <a:solidFill>
                <a:srgbClr val="00FF00"/>
              </a:solidFill>
              <a:prstDash val="solid"/>
              <a:round/>
              <a:headEnd len="sm" w="sm" type="none"/>
              <a:tailEnd len="med" w="med" type="triangle"/>
            </a:ln>
          </p:spPr>
        </p:cxnSp>
        <p:cxnSp>
          <p:nvCxnSpPr>
            <p:cNvPr id="3027" name="Google Shape;3027;p134"/>
            <p:cNvCxnSpPr/>
            <p:nvPr/>
          </p:nvCxnSpPr>
          <p:spPr>
            <a:xfrm flipH="1">
              <a:off x="-1" y="1217609"/>
              <a:ext cx="2281237" cy="2135189"/>
            </a:xfrm>
            <a:prstGeom prst="straightConnector1">
              <a:avLst/>
            </a:prstGeom>
            <a:noFill/>
            <a:ln cap="flat" cmpd="sng" w="114300">
              <a:solidFill>
                <a:srgbClr val="FF0000"/>
              </a:solidFill>
              <a:prstDash val="solid"/>
              <a:round/>
              <a:headEnd len="sm" w="sm" type="none"/>
              <a:tailEnd len="med" w="med" type="triangle"/>
            </a:ln>
          </p:spPr>
        </p:cxnSp>
        <p:sp>
          <p:nvSpPr>
            <p:cNvPr id="3028" name="Google Shape;3028;p134"/>
            <p:cNvSpPr/>
            <p:nvPr/>
          </p:nvSpPr>
          <p:spPr>
            <a:xfrm>
              <a:off x="2133600" y="1066797"/>
              <a:ext cx="304800"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sp>
          <p:nvSpPr>
            <p:cNvPr id="3029" name="Google Shape;3029;p134"/>
            <p:cNvSpPr txBox="1"/>
            <p:nvPr/>
          </p:nvSpPr>
          <p:spPr>
            <a:xfrm>
              <a:off x="1552858" y="-1"/>
              <a:ext cx="647621" cy="1160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400"/>
                <a:buFont typeface="Open Sans"/>
                <a:buNone/>
              </a:pPr>
              <a:r>
                <a:rPr b="1" i="0" lang="en-US" sz="6400" u="none" cap="none" strike="noStrike">
                  <a:solidFill>
                    <a:srgbClr val="000000"/>
                  </a:solidFill>
                  <a:latin typeface="Open Sans"/>
                  <a:ea typeface="Open Sans"/>
                  <a:cs typeface="Open Sans"/>
                  <a:sym typeface="Open Sans"/>
                </a:rPr>
                <a:t>0</a:t>
              </a:r>
              <a:endParaRPr/>
            </a:p>
          </p:txBody>
        </p:sp>
      </p:grpSp>
      <p:cxnSp>
        <p:nvCxnSpPr>
          <p:cNvPr id="3030" name="Google Shape;3030;p134"/>
          <p:cNvCxnSpPr/>
          <p:nvPr/>
        </p:nvCxnSpPr>
        <p:spPr>
          <a:xfrm flipH="1">
            <a:off x="12259437" y="4267202"/>
            <a:ext cx="2523367" cy="5092427"/>
          </a:xfrm>
          <a:prstGeom prst="straightConnector1">
            <a:avLst/>
          </a:prstGeom>
          <a:noFill/>
          <a:ln cap="flat" cmpd="sng" w="38100">
            <a:solidFill>
              <a:srgbClr val="000000"/>
            </a:solidFill>
            <a:prstDash val="dash"/>
            <a:round/>
            <a:headEnd len="sm" w="sm" type="none"/>
            <a:tailEnd len="med" w="med" type="triangle"/>
          </a:ln>
        </p:spPr>
      </p:cxnSp>
      <p:sp>
        <p:nvSpPr>
          <p:cNvPr id="3031" name="Google Shape;3031;p134"/>
          <p:cNvSpPr/>
          <p:nvPr/>
        </p:nvSpPr>
        <p:spPr>
          <a:xfrm>
            <a:off x="13292148" y="6792686"/>
            <a:ext cx="304801"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grpSp>
        <p:nvGrpSpPr>
          <p:cNvPr id="3032" name="Google Shape;3032;p134"/>
          <p:cNvGrpSpPr/>
          <p:nvPr/>
        </p:nvGrpSpPr>
        <p:grpSpPr>
          <a:xfrm>
            <a:off x="14641977" y="3374570"/>
            <a:ext cx="3624224" cy="1033782"/>
            <a:chOff x="0" y="-1"/>
            <a:chExt cx="3624223" cy="1033781"/>
          </a:xfrm>
        </p:grpSpPr>
        <p:pic>
          <p:nvPicPr>
            <p:cNvPr descr="Picture 2" id="3033" name="Google Shape;3033;p134"/>
            <p:cNvPicPr preferRelativeResize="0"/>
            <p:nvPr/>
          </p:nvPicPr>
          <p:blipFill rotWithShape="1">
            <a:blip r:embed="rId10">
              <a:alphaModFix/>
            </a:blip>
            <a:srcRect b="0" l="0" r="0" t="0"/>
            <a:stretch/>
          </p:blipFill>
          <p:spPr>
            <a:xfrm>
              <a:off x="1493344" y="291187"/>
              <a:ext cx="2130879" cy="565059"/>
            </a:xfrm>
            <a:prstGeom prst="rect">
              <a:avLst/>
            </a:prstGeom>
            <a:noFill/>
            <a:ln>
              <a:noFill/>
            </a:ln>
          </p:spPr>
        </p:pic>
        <p:sp>
          <p:nvSpPr>
            <p:cNvPr id="3034" name="Google Shape;3034;p134"/>
            <p:cNvSpPr/>
            <p:nvPr/>
          </p:nvSpPr>
          <p:spPr>
            <a:xfrm>
              <a:off x="0" y="631369"/>
              <a:ext cx="304801" cy="304801"/>
            </a:xfrm>
            <a:prstGeom prst="ellipse">
              <a:avLst/>
            </a:prstGeom>
            <a:solidFill>
              <a:srgbClr val="000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3600"/>
                <a:buFont typeface="Open Sans"/>
                <a:buNone/>
              </a:pPr>
              <a:r>
                <a:t/>
              </a:r>
              <a:endParaRPr b="0" i="0" sz="3600" u="none" cap="none" strike="noStrike">
                <a:solidFill>
                  <a:srgbClr val="FFFFFF"/>
                </a:solidFill>
                <a:latin typeface="Open Sans"/>
                <a:ea typeface="Open Sans"/>
                <a:cs typeface="Open Sans"/>
                <a:sym typeface="Open Sans"/>
              </a:endParaRPr>
            </a:p>
          </p:txBody>
        </p:sp>
        <p:pic>
          <p:nvPicPr>
            <p:cNvPr descr="Picture 3" id="3035" name="Google Shape;3035;p134"/>
            <p:cNvPicPr preferRelativeResize="0"/>
            <p:nvPr/>
          </p:nvPicPr>
          <p:blipFill rotWithShape="1">
            <a:blip r:embed="rId11">
              <a:alphaModFix/>
            </a:blip>
            <a:srcRect b="0" l="0" r="0" t="0"/>
            <a:stretch/>
          </p:blipFill>
          <p:spPr>
            <a:xfrm>
              <a:off x="460596" y="371478"/>
              <a:ext cx="486019" cy="521153"/>
            </a:xfrm>
            <a:prstGeom prst="rect">
              <a:avLst/>
            </a:prstGeom>
            <a:noFill/>
            <a:ln>
              <a:noFill/>
            </a:ln>
          </p:spPr>
        </p:pic>
        <p:sp>
          <p:nvSpPr>
            <p:cNvPr id="3036" name="Google Shape;3036;p134"/>
            <p:cNvSpPr txBox="1"/>
            <p:nvPr/>
          </p:nvSpPr>
          <p:spPr>
            <a:xfrm>
              <a:off x="950720" y="-1"/>
              <a:ext cx="610910" cy="103378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600"/>
                <a:buFont typeface="Open Sans"/>
                <a:buNone/>
              </a:pPr>
              <a:r>
                <a:rPr b="0" i="0" lang="en-US" sz="5600" u="none" cap="none" strike="noStrike">
                  <a:solidFill>
                    <a:srgbClr val="000000"/>
                  </a:solidFill>
                  <a:latin typeface="Open Sans"/>
                  <a:ea typeface="Open Sans"/>
                  <a:cs typeface="Open Sans"/>
                  <a:sym typeface="Open Sans"/>
                </a:rPr>
                <a:t>=</a:t>
              </a:r>
              <a:endParaRPr/>
            </a:p>
          </p:txBody>
        </p:sp>
      </p:grpSp>
      <p:pic>
        <p:nvPicPr>
          <p:cNvPr descr="Picture 4" id="3037" name="Google Shape;3037;p134"/>
          <p:cNvPicPr preferRelativeResize="0"/>
          <p:nvPr/>
        </p:nvPicPr>
        <p:blipFill rotWithShape="1">
          <a:blip r:embed="rId12">
            <a:alphaModFix/>
          </a:blip>
          <a:srcRect b="0" l="0" r="0" t="0"/>
          <a:stretch/>
        </p:blipFill>
        <p:spPr>
          <a:xfrm>
            <a:off x="12220575" y="6442983"/>
            <a:ext cx="1060141" cy="632733"/>
          </a:xfrm>
          <a:prstGeom prst="rect">
            <a:avLst/>
          </a:prstGeom>
          <a:noFill/>
          <a:ln>
            <a:noFill/>
          </a:ln>
        </p:spPr>
      </p:pic>
      <p:sp>
        <p:nvSpPr>
          <p:cNvPr id="3038" name="Google Shape;3038;p134"/>
          <p:cNvSpPr txBox="1"/>
          <p:nvPr/>
        </p:nvSpPr>
        <p:spPr>
          <a:xfrm>
            <a:off x="15635198" y="7467600"/>
            <a:ext cx="7404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Open Sans"/>
              <a:buNone/>
            </a:pPr>
            <a:r>
              <a:rPr b="0" i="0" lang="en-US" sz="2800" u="none" cap="none" strike="noStrike">
                <a:solidFill>
                  <a:srgbClr val="000000"/>
                </a:solidFill>
                <a:latin typeface="Open Sans"/>
                <a:ea typeface="Open Sans"/>
                <a:cs typeface="Open Sans"/>
                <a:sym typeface="Open Sans"/>
              </a:rPr>
              <a:t>(in homogeneous image coordinates)</a:t>
            </a:r>
            <a:endParaRPr/>
          </a:p>
        </p:txBody>
      </p:sp>
      <p:cxnSp>
        <p:nvCxnSpPr>
          <p:cNvPr id="3039" name="Google Shape;3039;p134"/>
          <p:cNvCxnSpPr/>
          <p:nvPr/>
        </p:nvCxnSpPr>
        <p:spPr>
          <a:xfrm rot="10800000">
            <a:off x="13715999" y="7032176"/>
            <a:ext cx="1827773" cy="743206"/>
          </a:xfrm>
          <a:prstGeom prst="straightConnector1">
            <a:avLst/>
          </a:prstGeom>
          <a:noFill/>
          <a:ln cap="flat" cmpd="sng" w="50800">
            <a:solidFill>
              <a:srgbClr val="000000"/>
            </a:solidFill>
            <a:prstDash val="solid"/>
            <a:round/>
            <a:headEnd len="sm" w="sm" type="none"/>
            <a:tailEnd len="med" w="med" type="triangle"/>
          </a:ln>
        </p:spPr>
      </p:cxnSp>
      <p:sp>
        <p:nvSpPr>
          <p:cNvPr id="3040" name="Google Shape;3040;p134"/>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3041" name="Google Shape;3041;p134"/>
          <p:cNvSpPr txBox="1"/>
          <p:nvPr/>
        </p:nvSpPr>
        <p:spPr>
          <a:xfrm>
            <a:off x="20911248" y="13201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0"/>
                                        </p:tgtEl>
                                        <p:attrNameLst>
                                          <p:attrName>style.visibility</p:attrName>
                                        </p:attrNameLst>
                                      </p:cBhvr>
                                      <p:to>
                                        <p:strVal val="visible"/>
                                      </p:to>
                                    </p:set>
                                    <p:animEffect filter="fade" transition="in">
                                      <p:cBhvr>
                                        <p:cTn dur="500"/>
                                        <p:tgtEl>
                                          <p:spTgt spid="3030"/>
                                        </p:tgtEl>
                                      </p:cBhvr>
                                    </p:animEffect>
                                  </p:childTnLst>
                                </p:cTn>
                              </p:par>
                            </p:childTnLst>
                          </p:cTn>
                        </p:par>
                        <p:par>
                          <p:cTn fill="hold">
                            <p:stCondLst>
                              <p:cond delay="500"/>
                            </p:stCondLst>
                            <p:childTnLst>
                              <p:par>
                                <p:cTn fill="hold" nodeType="afterEffect" presetClass="entr" presetID="1" presetSubtype="0">
                                  <p:stCondLst>
                                    <p:cond delay="100"/>
                                  </p:stCondLst>
                                  <p:childTnLst>
                                    <p:set>
                                      <p:cBhvr>
                                        <p:cTn dur="1" fill="hold">
                                          <p:stCondLst>
                                            <p:cond delay="0"/>
                                          </p:stCondLst>
                                        </p:cTn>
                                        <p:tgtEl>
                                          <p:spTgt spid="3031"/>
                                        </p:tgtEl>
                                        <p:attrNameLst>
                                          <p:attrName>style.visibility</p:attrName>
                                        </p:attrNameLst>
                                      </p:cBhvr>
                                      <p:to>
                                        <p:strVal val="visible"/>
                                      </p:to>
                                    </p:set>
                                  </p:childTnLst>
                                </p:cTn>
                              </p:par>
                            </p:childTnLst>
                          </p:cTn>
                        </p:par>
                        <p:par>
                          <p:cTn fill="hold">
                            <p:stCondLst>
                              <p:cond delay="500"/>
                            </p:stCondLst>
                            <p:childTnLst>
                              <p:par>
                                <p:cTn fill="hold" nodeType="afterEffect" presetClass="entr" presetID="1" presetSubtype="0">
                                  <p:stCondLst>
                                    <p:cond delay="100"/>
                                  </p:stCondLst>
                                  <p:childTnLst>
                                    <p:set>
                                      <p:cBhvr>
                                        <p:cTn dur="1" fill="hold">
                                          <p:stCondLst>
                                            <p:cond delay="0"/>
                                          </p:stCondLst>
                                        </p:cTn>
                                        <p:tgtEl>
                                          <p:spTgt spid="30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5" name="Shape 3045"/>
        <p:cNvGrpSpPr/>
        <p:nvPr/>
      </p:nvGrpSpPr>
      <p:grpSpPr>
        <a:xfrm>
          <a:off x="0" y="0"/>
          <a:ext cx="0" cy="0"/>
          <a:chOff x="0" y="0"/>
          <a:chExt cx="0" cy="0"/>
        </a:xfrm>
      </p:grpSpPr>
      <p:sp>
        <p:nvSpPr>
          <p:cNvPr id="3046" name="Google Shape;3046;p141"/>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rPr b="1" lang="en-US" sz="8800">
                <a:latin typeface="Open Sans"/>
                <a:ea typeface="Open Sans"/>
                <a:cs typeface="Open Sans"/>
                <a:sym typeface="Open Sans"/>
              </a:rPr>
              <a:t>Distortion</a:t>
            </a:r>
            <a:endParaRPr/>
          </a:p>
        </p:txBody>
      </p:sp>
      <p:sp>
        <p:nvSpPr>
          <p:cNvPr id="3047" name="Google Shape;3047;p141"/>
          <p:cNvSpPr txBox="1"/>
          <p:nvPr>
            <p:ph idx="1" type="body"/>
          </p:nvPr>
        </p:nvSpPr>
        <p:spPr>
          <a:xfrm>
            <a:off x="1676400" y="8686800"/>
            <a:ext cx="21031200" cy="3962400"/>
          </a:xfrm>
          <a:prstGeom prst="rect">
            <a:avLst/>
          </a:prstGeom>
          <a:noFill/>
          <a:ln>
            <a:noFill/>
          </a:ln>
        </p:spPr>
        <p:txBody>
          <a:bodyPr anchorCtr="0" anchor="t" bIns="91425" lIns="91425" spcFirstLastPara="1" rIns="91425" wrap="square" tIns="91425">
            <a:normAutofit/>
          </a:bodyPr>
          <a:lstStyle/>
          <a:p>
            <a:pPr indent="-685800" lvl="0" marL="685800" rtl="0" algn="l">
              <a:lnSpc>
                <a:spcPct val="90000"/>
              </a:lnSpc>
              <a:spcBef>
                <a:spcPts val="0"/>
              </a:spcBef>
              <a:spcAft>
                <a:spcPts val="0"/>
              </a:spcAft>
              <a:buClr>
                <a:srgbClr val="000000"/>
              </a:buClr>
              <a:buSzPts val="6400"/>
              <a:buChar char="•"/>
            </a:pPr>
            <a:r>
              <a:rPr lang="en-US" sz="6400">
                <a:latin typeface="Open Sans"/>
                <a:ea typeface="Open Sans"/>
                <a:cs typeface="Open Sans"/>
                <a:sym typeface="Open Sans"/>
              </a:rPr>
              <a:t>Radial distortion of the image</a:t>
            </a:r>
            <a:endParaRPr/>
          </a:p>
          <a:p>
            <a:pPr indent="-571500" lvl="1" marL="1028700" rtl="0" algn="l">
              <a:lnSpc>
                <a:spcPct val="90000"/>
              </a:lnSpc>
              <a:spcBef>
                <a:spcPts val="1300"/>
              </a:spcBef>
              <a:spcAft>
                <a:spcPts val="0"/>
              </a:spcAft>
              <a:buClr>
                <a:srgbClr val="000000"/>
              </a:buClr>
              <a:buSzPts val="5600"/>
              <a:buChar char="–"/>
            </a:pPr>
            <a:r>
              <a:rPr lang="en-US" sz="5600"/>
              <a:t>Caused by imperfect lenses</a:t>
            </a:r>
            <a:endParaRPr/>
          </a:p>
          <a:p>
            <a:pPr indent="-571500" lvl="1" marL="1028700" rtl="0" algn="l">
              <a:lnSpc>
                <a:spcPct val="90000"/>
              </a:lnSpc>
              <a:spcBef>
                <a:spcPts val="1300"/>
              </a:spcBef>
              <a:spcAft>
                <a:spcPts val="0"/>
              </a:spcAft>
              <a:buClr>
                <a:srgbClr val="000000"/>
              </a:buClr>
              <a:buSzPts val="5600"/>
              <a:buChar char="–"/>
            </a:pPr>
            <a:r>
              <a:rPr lang="en-US" sz="5600"/>
              <a:t>Deviations are most noticeable for rays that pass through the edge of the lens</a:t>
            </a:r>
            <a:endParaRPr/>
          </a:p>
        </p:txBody>
      </p:sp>
      <p:pic>
        <p:nvPicPr>
          <p:cNvPr descr="Picture 4" id="3048" name="Google Shape;3048;p141"/>
          <p:cNvPicPr preferRelativeResize="0"/>
          <p:nvPr/>
        </p:nvPicPr>
        <p:blipFill rotWithShape="1">
          <a:blip r:embed="rId3">
            <a:alphaModFix/>
          </a:blip>
          <a:srcRect b="0" l="0" r="0" t="0"/>
          <a:stretch/>
        </p:blipFill>
        <p:spPr>
          <a:xfrm>
            <a:off x="6372228" y="2895601"/>
            <a:ext cx="11153775" cy="4511675"/>
          </a:xfrm>
          <a:prstGeom prst="rect">
            <a:avLst/>
          </a:prstGeom>
          <a:noFill/>
          <a:ln>
            <a:noFill/>
          </a:ln>
        </p:spPr>
      </p:pic>
      <p:sp>
        <p:nvSpPr>
          <p:cNvPr id="3049" name="Google Shape;3049;p141"/>
          <p:cNvSpPr txBox="1"/>
          <p:nvPr/>
        </p:nvSpPr>
        <p:spPr>
          <a:xfrm>
            <a:off x="6949440" y="7337425"/>
            <a:ext cx="2762196" cy="701324"/>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No distortion</a:t>
            </a:r>
            <a:endParaRPr/>
          </a:p>
        </p:txBody>
      </p:sp>
      <p:sp>
        <p:nvSpPr>
          <p:cNvPr id="3050" name="Google Shape;3050;p141"/>
          <p:cNvSpPr txBox="1"/>
          <p:nvPr/>
        </p:nvSpPr>
        <p:spPr>
          <a:xfrm>
            <a:off x="10772140" y="7337425"/>
            <a:ext cx="2559269" cy="701324"/>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Pin cushion</a:t>
            </a:r>
            <a:endParaRPr/>
          </a:p>
        </p:txBody>
      </p:sp>
      <p:sp>
        <p:nvSpPr>
          <p:cNvPr id="3051" name="Google Shape;3051;p141"/>
          <p:cNvSpPr txBox="1"/>
          <p:nvPr/>
        </p:nvSpPr>
        <p:spPr>
          <a:xfrm>
            <a:off x="15267939" y="7337425"/>
            <a:ext cx="1415153" cy="701324"/>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Barrel</a:t>
            </a:r>
            <a:endParaRPr/>
          </a:p>
        </p:txBody>
      </p:sp>
      <p:sp>
        <p:nvSpPr>
          <p:cNvPr id="3052" name="Google Shape;3052;p141"/>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3053" name="Google Shape;3053;p141"/>
          <p:cNvSpPr txBox="1"/>
          <p:nvPr/>
        </p:nvSpPr>
        <p:spPr>
          <a:xfrm>
            <a:off x="20911248" y="13201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7" name="Shape 3057"/>
        <p:cNvGrpSpPr/>
        <p:nvPr/>
      </p:nvGrpSpPr>
      <p:grpSpPr>
        <a:xfrm>
          <a:off x="0" y="0"/>
          <a:ext cx="0" cy="0"/>
          <a:chOff x="0" y="0"/>
          <a:chExt cx="0" cy="0"/>
        </a:xfrm>
      </p:grpSpPr>
      <p:sp>
        <p:nvSpPr>
          <p:cNvPr id="3058" name="Google Shape;3058;p142"/>
          <p:cNvSpPr txBox="1"/>
          <p:nvPr>
            <p:ph type="title"/>
          </p:nvPr>
        </p:nvSpPr>
        <p:spPr>
          <a:xfrm>
            <a:off x="1219200" y="549276"/>
            <a:ext cx="21945600" cy="2286001"/>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t/>
            </a:r>
            <a:endParaRPr b="1" sz="8800">
              <a:latin typeface="Open Sans"/>
              <a:ea typeface="Open Sans"/>
              <a:cs typeface="Open Sans"/>
              <a:sym typeface="Open Sans"/>
            </a:endParaRPr>
          </a:p>
        </p:txBody>
      </p:sp>
      <p:pic>
        <p:nvPicPr>
          <p:cNvPr descr="Picture 3" id="3059" name="Google Shape;3059;p142"/>
          <p:cNvPicPr preferRelativeResize="0"/>
          <p:nvPr/>
        </p:nvPicPr>
        <p:blipFill rotWithShape="1">
          <a:blip r:embed="rId3">
            <a:alphaModFix/>
          </a:blip>
          <a:srcRect b="0" l="0" r="0" t="0"/>
          <a:stretch/>
        </p:blipFill>
        <p:spPr>
          <a:xfrm>
            <a:off x="12192000" y="1371600"/>
            <a:ext cx="8686800" cy="11582400"/>
          </a:xfrm>
          <a:prstGeom prst="rect">
            <a:avLst/>
          </a:prstGeom>
          <a:noFill/>
          <a:ln>
            <a:noFill/>
          </a:ln>
        </p:spPr>
      </p:pic>
      <p:pic>
        <p:nvPicPr>
          <p:cNvPr descr="Picture 4" id="3060" name="Google Shape;3060;p142"/>
          <p:cNvPicPr preferRelativeResize="0"/>
          <p:nvPr/>
        </p:nvPicPr>
        <p:blipFill rotWithShape="1">
          <a:blip r:embed="rId4">
            <a:alphaModFix/>
          </a:blip>
          <a:srcRect b="0" l="0" r="0" t="0"/>
          <a:stretch/>
        </p:blipFill>
        <p:spPr>
          <a:xfrm>
            <a:off x="3657600" y="1524000"/>
            <a:ext cx="8001000" cy="10668000"/>
          </a:xfrm>
          <a:prstGeom prst="rect">
            <a:avLst/>
          </a:prstGeom>
          <a:noFill/>
          <a:ln>
            <a:noFill/>
          </a:ln>
        </p:spPr>
      </p:pic>
      <p:sp>
        <p:nvSpPr>
          <p:cNvPr id="3061" name="Google Shape;3061;p142"/>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3062" name="Google Shape;3062;p142"/>
          <p:cNvSpPr txBox="1"/>
          <p:nvPr/>
        </p:nvSpPr>
        <p:spPr>
          <a:xfrm>
            <a:off x="20911248" y="13201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6" name="Shape 3066"/>
        <p:cNvGrpSpPr/>
        <p:nvPr/>
      </p:nvGrpSpPr>
      <p:grpSpPr>
        <a:xfrm>
          <a:off x="0" y="0"/>
          <a:ext cx="0" cy="0"/>
          <a:chOff x="0" y="0"/>
          <a:chExt cx="0" cy="0"/>
        </a:xfrm>
      </p:grpSpPr>
      <p:sp>
        <p:nvSpPr>
          <p:cNvPr id="3067" name="Google Shape;3067;p143"/>
          <p:cNvSpPr txBox="1"/>
          <p:nvPr>
            <p:ph type="title"/>
          </p:nvPr>
        </p:nvSpPr>
        <p:spPr>
          <a:xfrm>
            <a:off x="1524000" y="0"/>
            <a:ext cx="21336000" cy="22860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rPr b="1" lang="en-US" sz="8800">
                <a:latin typeface="Open Sans"/>
                <a:ea typeface="Open Sans"/>
                <a:cs typeface="Open Sans"/>
                <a:sym typeface="Open Sans"/>
              </a:rPr>
              <a:t>Modeling distortion</a:t>
            </a:r>
            <a:endParaRPr/>
          </a:p>
        </p:txBody>
      </p:sp>
      <p:sp>
        <p:nvSpPr>
          <p:cNvPr id="3068" name="Google Shape;3068;p143"/>
          <p:cNvSpPr txBox="1"/>
          <p:nvPr>
            <p:ph idx="1" type="body"/>
          </p:nvPr>
        </p:nvSpPr>
        <p:spPr>
          <a:xfrm>
            <a:off x="224782" y="10668000"/>
            <a:ext cx="25068600" cy="2286000"/>
          </a:xfrm>
          <a:prstGeom prst="rect">
            <a:avLst/>
          </a:prstGeom>
          <a:noFill/>
          <a:ln>
            <a:noFill/>
          </a:ln>
        </p:spPr>
        <p:txBody>
          <a:bodyPr anchorCtr="0" anchor="t" bIns="91425" lIns="91425" spcFirstLastPara="1" rIns="91425" wrap="square" tIns="91425">
            <a:normAutofit/>
          </a:bodyPr>
          <a:lstStyle/>
          <a:p>
            <a:pPr indent="-685800" lvl="0" marL="685800" marR="0" rtl="0" algn="l">
              <a:lnSpc>
                <a:spcPct val="90000"/>
              </a:lnSpc>
              <a:spcBef>
                <a:spcPts val="0"/>
              </a:spcBef>
              <a:spcAft>
                <a:spcPts val="0"/>
              </a:spcAft>
              <a:buClr>
                <a:srgbClr val="000000"/>
              </a:buClr>
              <a:buSzPts val="5400"/>
              <a:buFont typeface="Arial"/>
              <a:buChar char="•"/>
            </a:pPr>
            <a:r>
              <a:rPr lang="en-US" sz="5400"/>
              <a:t>To model lens distortion</a:t>
            </a:r>
            <a:endParaRPr/>
          </a:p>
          <a:p>
            <a:pPr indent="-571500" lvl="1" marL="1028700" marR="0" rtl="0" algn="l">
              <a:lnSpc>
                <a:spcPct val="90000"/>
              </a:lnSpc>
              <a:spcBef>
                <a:spcPts val="1100"/>
              </a:spcBef>
              <a:spcAft>
                <a:spcPts val="0"/>
              </a:spcAft>
              <a:buClr>
                <a:srgbClr val="000000"/>
              </a:buClr>
              <a:buSzPts val="4600"/>
              <a:buFont typeface="Arial"/>
              <a:buChar char="–"/>
            </a:pPr>
            <a:r>
              <a:rPr lang="en-US" sz="4600"/>
              <a:t>Use above projection operation instead of standard projection matrix multiplication</a:t>
            </a:r>
            <a:endParaRPr/>
          </a:p>
        </p:txBody>
      </p:sp>
      <p:grpSp>
        <p:nvGrpSpPr>
          <p:cNvPr id="3069" name="Google Shape;3069;p143"/>
          <p:cNvGrpSpPr/>
          <p:nvPr/>
        </p:nvGrpSpPr>
        <p:grpSpPr>
          <a:xfrm>
            <a:off x="6063795" y="4876801"/>
            <a:ext cx="13262435" cy="2587628"/>
            <a:chOff x="6350" y="0"/>
            <a:chExt cx="13262433" cy="2587626"/>
          </a:xfrm>
        </p:grpSpPr>
        <p:pic>
          <p:nvPicPr>
            <p:cNvPr descr="Picture 5" id="3070" name="Google Shape;3070;p143"/>
            <p:cNvPicPr preferRelativeResize="0"/>
            <p:nvPr/>
          </p:nvPicPr>
          <p:blipFill rotWithShape="1">
            <a:blip r:embed="rId3">
              <a:alphaModFix/>
            </a:blip>
            <a:srcRect b="0" l="0" r="0" t="0"/>
            <a:stretch/>
          </p:blipFill>
          <p:spPr>
            <a:xfrm>
              <a:off x="5588456" y="0"/>
              <a:ext cx="7680327" cy="2587626"/>
            </a:xfrm>
            <a:prstGeom prst="rect">
              <a:avLst/>
            </a:prstGeom>
            <a:noFill/>
            <a:ln>
              <a:noFill/>
            </a:ln>
          </p:spPr>
        </p:pic>
        <p:sp>
          <p:nvSpPr>
            <p:cNvPr id="3071" name="Google Shape;3071;p143"/>
            <p:cNvSpPr txBox="1"/>
            <p:nvPr/>
          </p:nvSpPr>
          <p:spPr>
            <a:xfrm>
              <a:off x="6350" y="996950"/>
              <a:ext cx="5052338" cy="792481"/>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Open Sans"/>
                <a:buNone/>
              </a:pPr>
              <a:r>
                <a:rPr b="0" i="0" lang="en-US" sz="4000" u="none" cap="none" strike="noStrike">
                  <a:solidFill>
                    <a:srgbClr val="000000"/>
                  </a:solidFill>
                  <a:latin typeface="Open Sans"/>
                  <a:ea typeface="Open Sans"/>
                  <a:cs typeface="Open Sans"/>
                  <a:sym typeface="Open Sans"/>
                </a:rPr>
                <a:t>Apply radial distortion</a:t>
              </a:r>
              <a:endParaRPr/>
            </a:p>
          </p:txBody>
        </p:sp>
      </p:grpSp>
      <p:grpSp>
        <p:nvGrpSpPr>
          <p:cNvPr id="3072" name="Google Shape;3072;p143"/>
          <p:cNvGrpSpPr/>
          <p:nvPr/>
        </p:nvGrpSpPr>
        <p:grpSpPr>
          <a:xfrm>
            <a:off x="5925109" y="8340728"/>
            <a:ext cx="10102292" cy="1565276"/>
            <a:chOff x="6349" y="0"/>
            <a:chExt cx="10102291" cy="1565275"/>
          </a:xfrm>
        </p:grpSpPr>
        <p:pic>
          <p:nvPicPr>
            <p:cNvPr descr="Picture 8" id="3073" name="Google Shape;3073;p143"/>
            <p:cNvPicPr preferRelativeResize="0"/>
            <p:nvPr/>
          </p:nvPicPr>
          <p:blipFill rotWithShape="1">
            <a:blip r:embed="rId4">
              <a:alphaModFix/>
            </a:blip>
            <a:srcRect b="0" l="0" r="0" t="0"/>
            <a:stretch/>
          </p:blipFill>
          <p:spPr>
            <a:xfrm>
              <a:off x="5841439" y="0"/>
              <a:ext cx="4267201" cy="1565275"/>
            </a:xfrm>
            <a:prstGeom prst="rect">
              <a:avLst/>
            </a:prstGeom>
            <a:noFill/>
            <a:ln>
              <a:noFill/>
            </a:ln>
          </p:spPr>
        </p:pic>
        <p:sp>
          <p:nvSpPr>
            <p:cNvPr id="3074" name="Google Shape;3074;p143"/>
            <p:cNvSpPr txBox="1"/>
            <p:nvPr/>
          </p:nvSpPr>
          <p:spPr>
            <a:xfrm>
              <a:off x="6349" y="193674"/>
              <a:ext cx="5221755" cy="1341121"/>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Open Sans"/>
                <a:buNone/>
              </a:pPr>
              <a:r>
                <a:rPr b="0" i="0" lang="en-US" sz="4000" u="none" cap="none" strike="noStrike">
                  <a:solidFill>
                    <a:srgbClr val="000000"/>
                  </a:solidFill>
                  <a:latin typeface="Open Sans"/>
                  <a:ea typeface="Open Sans"/>
                  <a:cs typeface="Open Sans"/>
                  <a:sym typeface="Open Sans"/>
                </a:rPr>
                <a:t>Apply focal length </a:t>
              </a:r>
              <a:br>
                <a:rPr b="0" i="0" lang="en-US" sz="4000" u="none" cap="none" strike="noStrike">
                  <a:solidFill>
                    <a:srgbClr val="000000"/>
                  </a:solidFill>
                  <a:latin typeface="Open Sans"/>
                  <a:ea typeface="Open Sans"/>
                  <a:cs typeface="Open Sans"/>
                  <a:sym typeface="Open Sans"/>
                </a:rPr>
              </a:br>
              <a:r>
                <a:rPr b="0" i="0" lang="en-US" sz="4000" u="none" cap="none" strike="noStrike">
                  <a:solidFill>
                    <a:srgbClr val="000000"/>
                  </a:solidFill>
                  <a:latin typeface="Open Sans"/>
                  <a:ea typeface="Open Sans"/>
                  <a:cs typeface="Open Sans"/>
                  <a:sym typeface="Open Sans"/>
                </a:rPr>
                <a:t>translate image center</a:t>
              </a:r>
              <a:endParaRPr/>
            </a:p>
          </p:txBody>
        </p:sp>
      </p:grpSp>
      <p:grpSp>
        <p:nvGrpSpPr>
          <p:cNvPr id="3075" name="Google Shape;3075;p143"/>
          <p:cNvGrpSpPr/>
          <p:nvPr/>
        </p:nvGrpSpPr>
        <p:grpSpPr>
          <a:xfrm>
            <a:off x="6456328" y="2070102"/>
            <a:ext cx="8196302" cy="2308863"/>
            <a:chOff x="6349" y="-546101"/>
            <a:chExt cx="8196300" cy="2308862"/>
          </a:xfrm>
        </p:grpSpPr>
        <p:pic>
          <p:nvPicPr>
            <p:cNvPr descr="Picture 11" id="3076" name="Google Shape;3076;p143"/>
            <p:cNvPicPr preferRelativeResize="0"/>
            <p:nvPr/>
          </p:nvPicPr>
          <p:blipFill rotWithShape="1">
            <a:blip r:embed="rId5">
              <a:alphaModFix/>
            </a:blip>
            <a:srcRect b="0" l="0" r="0" t="0"/>
            <a:stretch/>
          </p:blipFill>
          <p:spPr>
            <a:xfrm>
              <a:off x="5132422" y="0"/>
              <a:ext cx="3070227" cy="1562102"/>
            </a:xfrm>
            <a:prstGeom prst="rect">
              <a:avLst/>
            </a:prstGeom>
            <a:noFill/>
            <a:ln>
              <a:noFill/>
            </a:ln>
          </p:spPr>
        </p:pic>
        <p:grpSp>
          <p:nvGrpSpPr>
            <p:cNvPr id="3077" name="Google Shape;3077;p143"/>
            <p:cNvGrpSpPr/>
            <p:nvPr/>
          </p:nvGrpSpPr>
          <p:grpSpPr>
            <a:xfrm>
              <a:off x="6349" y="-546101"/>
              <a:ext cx="4346647" cy="2308862"/>
              <a:chOff x="6349" y="-419100"/>
              <a:chExt cx="4346646" cy="2308860"/>
            </a:xfrm>
          </p:grpSpPr>
          <p:sp>
            <p:nvSpPr>
              <p:cNvPr id="3078" name="Google Shape;3078;p143"/>
              <p:cNvSpPr txBox="1"/>
              <p:nvPr/>
            </p:nvSpPr>
            <p:spPr>
              <a:xfrm>
                <a:off x="6349" y="0"/>
                <a:ext cx="4346646" cy="188976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4000"/>
                  <a:buFont typeface="Open Sans"/>
                  <a:buNone/>
                </a:pPr>
                <a:r>
                  <a:rPr b="0" i="0" lang="en-US" sz="4000" u="none" cap="none" strike="noStrike">
                    <a:solidFill>
                      <a:srgbClr val="000000"/>
                    </a:solidFill>
                    <a:latin typeface="Open Sans"/>
                    <a:ea typeface="Open Sans"/>
                    <a:cs typeface="Open Sans"/>
                    <a:sym typeface="Open Sans"/>
                  </a:rPr>
                  <a:t>Project                </a:t>
                </a:r>
                <a:br>
                  <a:rPr b="0" i="0" lang="en-US" sz="4000" u="none" cap="none" strike="noStrike">
                    <a:solidFill>
                      <a:srgbClr val="000000"/>
                    </a:solidFill>
                    <a:latin typeface="Open Sans"/>
                    <a:ea typeface="Open Sans"/>
                    <a:cs typeface="Open Sans"/>
                    <a:sym typeface="Open Sans"/>
                  </a:rPr>
                </a:br>
                <a:r>
                  <a:rPr b="0" i="0" lang="en-US" sz="4000" u="none" cap="none" strike="noStrike">
                    <a:solidFill>
                      <a:srgbClr val="000000"/>
                    </a:solidFill>
                    <a:latin typeface="Open Sans"/>
                    <a:ea typeface="Open Sans"/>
                    <a:cs typeface="Open Sans"/>
                    <a:sym typeface="Open Sans"/>
                  </a:rPr>
                  <a:t>to “normalized” </a:t>
                </a:r>
                <a:br>
                  <a:rPr b="0" i="0" lang="en-US" sz="4000" u="none" cap="none" strike="noStrike">
                    <a:solidFill>
                      <a:srgbClr val="000000"/>
                    </a:solidFill>
                    <a:latin typeface="Open Sans"/>
                    <a:ea typeface="Open Sans"/>
                    <a:cs typeface="Open Sans"/>
                    <a:sym typeface="Open Sans"/>
                  </a:rPr>
                </a:br>
                <a:r>
                  <a:rPr b="0" i="0" lang="en-US" sz="4000" u="none" cap="none" strike="noStrike">
                    <a:solidFill>
                      <a:srgbClr val="000000"/>
                    </a:solidFill>
                    <a:latin typeface="Open Sans"/>
                    <a:ea typeface="Open Sans"/>
                    <a:cs typeface="Open Sans"/>
                    <a:sym typeface="Open Sans"/>
                  </a:rPr>
                  <a:t>image coordinates</a:t>
                </a:r>
                <a:endParaRPr/>
              </a:p>
            </p:txBody>
          </p:sp>
          <p:pic>
            <p:nvPicPr>
              <p:cNvPr descr="Picture 14" id="3079" name="Google Shape;3079;p143"/>
              <p:cNvPicPr preferRelativeResize="0"/>
              <p:nvPr/>
            </p:nvPicPr>
            <p:blipFill rotWithShape="1">
              <a:blip r:embed="rId6">
                <a:alphaModFix/>
              </a:blip>
              <a:srcRect b="0" l="0" r="0" t="0"/>
              <a:stretch/>
            </p:blipFill>
            <p:spPr>
              <a:xfrm>
                <a:off x="1373222" y="-419100"/>
                <a:ext cx="1625601" cy="476251"/>
              </a:xfrm>
              <a:prstGeom prst="rect">
                <a:avLst/>
              </a:prstGeom>
              <a:noFill/>
              <a:ln>
                <a:noFill/>
              </a:ln>
            </p:spPr>
          </p:pic>
        </p:grpSp>
      </p:grpSp>
      <p:sp>
        <p:nvSpPr>
          <p:cNvPr id="3080" name="Google Shape;3080;p143"/>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3081" name="Google Shape;3081;p143"/>
          <p:cNvSpPr txBox="1"/>
          <p:nvPr/>
        </p:nvSpPr>
        <p:spPr>
          <a:xfrm>
            <a:off x="20911248" y="13201010"/>
            <a:ext cx="3338704" cy="572780"/>
          </a:xfrm>
          <a:prstGeom prst="rect">
            <a:avLst/>
          </a:prstGeom>
          <a:noFill/>
          <a:ln>
            <a:noFill/>
          </a:ln>
        </p:spPr>
        <p:txBody>
          <a:bodyPr anchorCtr="0" anchor="ctr" bIns="50800" lIns="50800" spcFirstLastPara="1" rIns="50800" wrap="square" tIns="50800">
            <a:spAutoFit/>
          </a:bodyPr>
          <a:lstStyle/>
          <a:p>
            <a:pPr indent="0" lvl="0" marL="0" marR="0" rtl="0" algn="ctr">
              <a:lnSpc>
                <a:spcPct val="100000"/>
              </a:lnSpc>
              <a:spcBef>
                <a:spcPts val="0"/>
              </a:spcBef>
              <a:spcAft>
                <a:spcPts val="0"/>
              </a:spcAft>
              <a:buClr>
                <a:srgbClr val="000000"/>
              </a:buClr>
              <a:buSzPts val="3100"/>
              <a:buFont typeface="Helvetica Neue Light"/>
              <a:buNone/>
            </a:pPr>
            <a:r>
              <a:rPr b="0" i="0" lang="en-US" sz="3100" u="none" cap="none" strike="noStrike">
                <a:solidFill>
                  <a:srgbClr val="000000"/>
                </a:solidFill>
                <a:latin typeface="Helvetica Neue Light"/>
                <a:ea typeface="Helvetica Neue Light"/>
                <a:cs typeface="Helvetica Neue Light"/>
                <a:sym typeface="Helvetica Neue Light"/>
              </a:rPr>
              <a:t>Source: N. Snavely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8">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5" name="Shape 3085"/>
        <p:cNvGrpSpPr/>
        <p:nvPr/>
      </p:nvGrpSpPr>
      <p:grpSpPr>
        <a:xfrm>
          <a:off x="0" y="0"/>
          <a:ext cx="0" cy="0"/>
          <a:chOff x="0" y="0"/>
          <a:chExt cx="0" cy="0"/>
        </a:xfrm>
      </p:grpSpPr>
      <p:sp>
        <p:nvSpPr>
          <p:cNvPr id="3086" name="Google Shape;3086;p144"/>
          <p:cNvSpPr txBox="1"/>
          <p:nvPr>
            <p:ph type="title"/>
          </p:nvPr>
        </p:nvSpPr>
        <p:spPr>
          <a:xfrm>
            <a:off x="609600" y="320671"/>
            <a:ext cx="16459200" cy="2286001"/>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Open Sans"/>
              <a:buNone/>
            </a:pPr>
            <a:r>
              <a:rPr b="1" lang="en-US" sz="8800">
                <a:latin typeface="Open Sans"/>
                <a:ea typeface="Open Sans"/>
                <a:cs typeface="Open Sans"/>
                <a:sym typeface="Open Sans"/>
              </a:rPr>
              <a:t>Correcting radial distortion</a:t>
            </a:r>
            <a:endParaRPr/>
          </a:p>
        </p:txBody>
      </p:sp>
      <p:sp>
        <p:nvSpPr>
          <p:cNvPr id="3087" name="Google Shape;3087;p144"/>
          <p:cNvSpPr txBox="1"/>
          <p:nvPr>
            <p:ph idx="1" type="body"/>
          </p:nvPr>
        </p:nvSpPr>
        <p:spPr>
          <a:xfrm>
            <a:off x="1219200" y="3200402"/>
            <a:ext cx="21945600" cy="9051926"/>
          </a:xfrm>
          <a:prstGeom prst="rect">
            <a:avLst/>
          </a:prstGeom>
          <a:noFill/>
          <a:ln>
            <a:noFill/>
          </a:ln>
        </p:spPr>
        <p:txBody>
          <a:bodyPr anchorCtr="0" anchor="t" bIns="91425" lIns="91425" spcFirstLastPara="1" rIns="91425" wrap="square" tIns="91425">
            <a:normAutofit/>
          </a:bodyPr>
          <a:lstStyle/>
          <a:p>
            <a:pPr indent="-279400" lvl="0" marL="685800" rtl="0" algn="l">
              <a:lnSpc>
                <a:spcPct val="100000"/>
              </a:lnSpc>
              <a:spcBef>
                <a:spcPts val="0"/>
              </a:spcBef>
              <a:spcAft>
                <a:spcPts val="0"/>
              </a:spcAft>
              <a:buClr>
                <a:srgbClr val="000000"/>
              </a:buClr>
              <a:buSzPts val="6400"/>
              <a:buNone/>
            </a:pPr>
            <a:r>
              <a:t/>
            </a:r>
            <a:endParaRPr sz="6400">
              <a:latin typeface="Open Sans"/>
              <a:ea typeface="Open Sans"/>
              <a:cs typeface="Open Sans"/>
              <a:sym typeface="Open Sans"/>
            </a:endParaRPr>
          </a:p>
        </p:txBody>
      </p:sp>
      <p:pic>
        <p:nvPicPr>
          <p:cNvPr descr="Picture 5" id="3088" name="Google Shape;3088;p144"/>
          <p:cNvPicPr preferRelativeResize="0"/>
          <p:nvPr/>
        </p:nvPicPr>
        <p:blipFill rotWithShape="1">
          <a:blip r:embed="rId3">
            <a:alphaModFix/>
          </a:blip>
          <a:srcRect b="0" l="0" r="0" t="0"/>
          <a:stretch/>
        </p:blipFill>
        <p:spPr>
          <a:xfrm>
            <a:off x="8728075" y="2133600"/>
            <a:ext cx="7273925" cy="4854577"/>
          </a:xfrm>
          <a:prstGeom prst="rect">
            <a:avLst/>
          </a:prstGeom>
          <a:noFill/>
          <a:ln>
            <a:noFill/>
          </a:ln>
        </p:spPr>
      </p:pic>
      <p:pic>
        <p:nvPicPr>
          <p:cNvPr descr="Picture 7" id="3089" name="Google Shape;3089;p144"/>
          <p:cNvPicPr preferRelativeResize="0"/>
          <p:nvPr/>
        </p:nvPicPr>
        <p:blipFill rotWithShape="1">
          <a:blip r:embed="rId4">
            <a:alphaModFix/>
          </a:blip>
          <a:srcRect b="0" l="0" r="0" t="0"/>
          <a:stretch/>
        </p:blipFill>
        <p:spPr>
          <a:xfrm>
            <a:off x="7051675" y="7315202"/>
            <a:ext cx="10474325" cy="4819651"/>
          </a:xfrm>
          <a:prstGeom prst="rect">
            <a:avLst/>
          </a:prstGeom>
          <a:noFill/>
          <a:ln>
            <a:noFill/>
          </a:ln>
        </p:spPr>
      </p:pic>
      <p:sp>
        <p:nvSpPr>
          <p:cNvPr id="3090" name="Google Shape;3090;p144"/>
          <p:cNvSpPr txBox="1"/>
          <p:nvPr/>
        </p:nvSpPr>
        <p:spPr>
          <a:xfrm>
            <a:off x="7711440" y="12496802"/>
            <a:ext cx="9418320" cy="70132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from </a:t>
            </a:r>
            <a:r>
              <a:rPr b="0" i="0" lang="en-US" sz="3600" u="sng" cap="none" strike="noStrike">
                <a:solidFill>
                  <a:srgbClr val="0000FF"/>
                </a:solidFill>
                <a:latin typeface="Arial"/>
                <a:ea typeface="Arial"/>
                <a:cs typeface="Arial"/>
                <a:sym typeface="Arial"/>
                <a:hlinkClick r:id="rId5">
                  <a:extLst>
                    <a:ext uri="{A12FA001-AC4F-418D-AE19-62706E023703}">
                      <ahyp:hlinkClr val="tx"/>
                    </a:ext>
                  </a:extLst>
                </a:hlinkClick>
              </a:rPr>
              <a:t>Helmut Dersch</a:t>
            </a:r>
            <a:endParaRPr/>
          </a:p>
        </p:txBody>
      </p:sp>
      <p:sp>
        <p:nvSpPr>
          <p:cNvPr id="3091" name="Google Shape;3091;p144"/>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5" name="Shape 3095"/>
        <p:cNvGrpSpPr/>
        <p:nvPr/>
      </p:nvGrpSpPr>
      <p:grpSpPr>
        <a:xfrm>
          <a:off x="0" y="0"/>
          <a:ext cx="0" cy="0"/>
          <a:chOff x="0" y="0"/>
          <a:chExt cx="0" cy="0"/>
        </a:xfrm>
      </p:grpSpPr>
      <p:sp>
        <p:nvSpPr>
          <p:cNvPr id="3096" name="Google Shape;3096;p145"/>
          <p:cNvSpPr txBox="1"/>
          <p:nvPr>
            <p:ph idx="12" type="sldNum"/>
          </p:nvPr>
        </p:nvSpPr>
        <p:spPr>
          <a:xfrm>
            <a:off x="22630189" y="12802238"/>
            <a:ext cx="534611" cy="551181"/>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Clr>
                <a:srgbClr val="888888"/>
              </a:buClr>
              <a:buSzPts val="2400"/>
              <a:buFont typeface="Open Sans"/>
              <a:buNone/>
            </a:pPr>
            <a:fld id="{00000000-1234-1234-1234-123412341234}" type="slidenum">
              <a:rPr lang="en-US">
                <a:solidFill>
                  <a:srgbClr val="888888"/>
                </a:solidFill>
                <a:latin typeface="Open Sans"/>
                <a:ea typeface="Open Sans"/>
                <a:cs typeface="Open Sans"/>
                <a:sym typeface="Open Sans"/>
              </a:rPr>
              <a:t>‹#›</a:t>
            </a:fld>
            <a:endParaRPr/>
          </a:p>
        </p:txBody>
      </p:sp>
      <p:sp>
        <p:nvSpPr>
          <p:cNvPr id="3097" name="Google Shape;3097;p145"/>
          <p:cNvSpPr txBox="1"/>
          <p:nvPr>
            <p:ph type="title"/>
          </p:nvPr>
        </p:nvSpPr>
        <p:spPr>
          <a:xfrm>
            <a:off x="4399160" y="5943600"/>
            <a:ext cx="15585680" cy="1828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Clr>
                <a:srgbClr val="000000"/>
              </a:buClr>
              <a:buSzPts val="8800"/>
              <a:buFont typeface="Helvetica Neue"/>
              <a:buNone/>
            </a:pPr>
            <a:r>
              <a:rPr lang="en-US">
                <a:latin typeface="Helvetica Neue"/>
                <a:ea typeface="Helvetica Neue"/>
                <a:cs typeface="Helvetica Neue"/>
                <a:sym typeface="Helvetica Neue"/>
              </a:rPr>
              <a:t>Next class: </a:t>
            </a:r>
            <a:r>
              <a:rPr b="0" lang="en-US"/>
              <a:t>More geometry!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