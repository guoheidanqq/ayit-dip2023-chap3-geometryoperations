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Lst>
  <p:sldSz cy="13716000" cx="24384000"/>
  <p:notesSz cx="6858000" cy="9144000"/>
  <p:embeddedFontLst>
    <p:embeddedFont>
      <p:font typeface="Helvetica Neue"/>
      <p:regular r:id="rId57"/>
      <p:bold r:id="rId58"/>
      <p:italic r:id="rId59"/>
      <p:boldItalic r:id="rId60"/>
    </p:embeddedFont>
    <p:embeddedFont>
      <p:font typeface="Helvetica Neue Light"/>
      <p:regular r:id="rId61"/>
      <p:bold r:id="rId62"/>
      <p:italic r:id="rId63"/>
      <p:boldItalic r:id="rId64"/>
    </p:embeddedFont>
    <p:embeddedFont>
      <p:font typeface="Cambria Math"/>
      <p:regular r:id="rId65"/>
    </p:embeddedFont>
    <p:embeddedFont>
      <p:font typeface="Open Sans"/>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HelveticaNeueLight-bold.fntdata"/><Relationship Id="rId61" Type="http://schemas.openxmlformats.org/officeDocument/2006/relationships/font" Target="fonts/HelveticaNeueLight-regular.fntdata"/><Relationship Id="rId20" Type="http://schemas.openxmlformats.org/officeDocument/2006/relationships/slide" Target="slides/slide16.xml"/><Relationship Id="rId64" Type="http://schemas.openxmlformats.org/officeDocument/2006/relationships/font" Target="fonts/HelveticaNeueLight-boldItalic.fntdata"/><Relationship Id="rId63" Type="http://schemas.openxmlformats.org/officeDocument/2006/relationships/font" Target="fonts/HelveticaNeueLight-italic.fntdata"/><Relationship Id="rId22" Type="http://schemas.openxmlformats.org/officeDocument/2006/relationships/slide" Target="slides/slide18.xml"/><Relationship Id="rId66" Type="http://schemas.openxmlformats.org/officeDocument/2006/relationships/font" Target="fonts/OpenSans-regular.fntdata"/><Relationship Id="rId21" Type="http://schemas.openxmlformats.org/officeDocument/2006/relationships/slide" Target="slides/slide17.xml"/><Relationship Id="rId65" Type="http://schemas.openxmlformats.org/officeDocument/2006/relationships/font" Target="fonts/CambriaMath-regular.fntdata"/><Relationship Id="rId24" Type="http://schemas.openxmlformats.org/officeDocument/2006/relationships/slide" Target="slides/slide20.xml"/><Relationship Id="rId68" Type="http://schemas.openxmlformats.org/officeDocument/2006/relationships/font" Target="fonts/OpenSans-italic.fntdata"/><Relationship Id="rId23" Type="http://schemas.openxmlformats.org/officeDocument/2006/relationships/slide" Target="slides/slide19.xml"/><Relationship Id="rId67" Type="http://schemas.openxmlformats.org/officeDocument/2006/relationships/font" Target="fonts/OpenSans-bold.fntdata"/><Relationship Id="rId60" Type="http://schemas.openxmlformats.org/officeDocument/2006/relationships/font" Target="fonts/HelveticaNeue-boldItalic.fntdata"/><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OpenSans-boldItalic.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font" Target="fonts/HelveticaNeue-regular.fntdata"/><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HelveticaNeue-italic.fntdata"/><Relationship Id="rId14" Type="http://schemas.openxmlformats.org/officeDocument/2006/relationships/slide" Target="slides/slide10.xml"/><Relationship Id="rId58" Type="http://schemas.openxmlformats.org/officeDocument/2006/relationships/font" Target="fonts/HelveticaNeue-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1pPr>
            <a:lvl2pPr indent="-228600" lvl="1" marL="914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2pPr>
            <a:lvl3pPr indent="-228600" lvl="2" marL="1371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3pPr>
            <a:lvl4pPr indent="-228600" lvl="3" marL="1828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4pPr>
            <a:lvl5pPr indent="-228600" lvl="4" marL="22860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5pPr>
            <a:lvl6pPr indent="-228600" lvl="5" marL="2743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6pPr>
            <a:lvl7pPr indent="-228600" lvl="6" marL="3200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7pPr>
            <a:lvl8pPr indent="-228600" lvl="7" marL="3657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8pPr>
            <a:lvl9pPr indent="-228600" lvl="8" marL="4114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91041" lvl="0" marL="291041" rtl="0" algn="l">
              <a:lnSpc>
                <a:spcPct val="117999"/>
              </a:lnSpc>
              <a:spcBef>
                <a:spcPts val="0"/>
              </a:spcBef>
              <a:spcAft>
                <a:spcPts val="0"/>
              </a:spcAft>
              <a:buSzPts val="2750"/>
              <a:buFont typeface="Helvetica Neue"/>
              <a:buChar char="-"/>
            </a:pPr>
            <a:r>
              <a:rPr lang="en-US" sz="2200">
                <a:latin typeface="Helvetica Neue"/>
                <a:ea typeface="Helvetica Neue"/>
                <a:cs typeface="Helvetica Neue"/>
                <a:sym typeface="Helvetica Neue"/>
              </a:rPr>
              <a:t>Finish up discussion of multi-view geometry</a:t>
            </a:r>
            <a:endParaRPr/>
          </a:p>
          <a:p>
            <a:pPr indent="-291041" lvl="0" marL="291041" rtl="0" algn="l">
              <a:lnSpc>
                <a:spcPct val="117999"/>
              </a:lnSpc>
              <a:spcBef>
                <a:spcPts val="0"/>
              </a:spcBef>
              <a:spcAft>
                <a:spcPts val="0"/>
              </a:spcAft>
              <a:buSzPts val="2750"/>
              <a:buFont typeface="Helvetica Neue"/>
              <a:buChar char="-"/>
            </a:pPr>
            <a:r>
              <a:rPr lang="en-US" sz="2200">
                <a:latin typeface="Helvetica Neue"/>
                <a:ea typeface="Helvetica Neue"/>
                <a:cs typeface="Helvetica Neue"/>
                <a:sym typeface="Helvetica Neue"/>
              </a:rPr>
              <a:t>talk about how you can estimate the 3d structure and camera geometry of a scene if you have a bunch of photos from it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900">
                <a:latin typeface="Calibri"/>
                <a:ea typeface="Calibri"/>
                <a:cs typeface="Calibri"/>
                <a:sym typeface="Calibri"/>
              </a:rPr>
              <a:t>Want to get a 3D model from photos. </a:t>
            </a:r>
            <a:endParaRPr/>
          </a:p>
          <a:p>
            <a:pPr indent="0" lvl="0" marL="0" rtl="0" algn="l">
              <a:lnSpc>
                <a:spcPct val="100000"/>
              </a:lnSpc>
              <a:spcBef>
                <a:spcPts val="0"/>
              </a:spcBef>
              <a:spcAft>
                <a:spcPts val="0"/>
              </a:spcAft>
              <a:buNone/>
            </a:pPr>
            <a:r>
              <a:rPr lang="en-US" sz="1900">
                <a:latin typeface="Calibri"/>
                <a:ea typeface="Calibri"/>
                <a:cs typeface="Calibri"/>
                <a:sym typeface="Calibri"/>
              </a:rPr>
              <a:t>Given a set of photos, estimate the 3d geometry of the objects in a scene and the pose of all the cameras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Input similar to panorama stitching problem.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Show x = P X</a:t>
            </a:r>
            <a:endParaRPr/>
          </a:p>
          <a:p>
            <a:pPr indent="0" lvl="0" marL="0" rtl="0" algn="l">
              <a:lnSpc>
                <a:spcPct val="100000"/>
              </a:lnSpc>
              <a:spcBef>
                <a:spcPts val="0"/>
              </a:spcBef>
              <a:spcAft>
                <a:spcPts val="0"/>
              </a:spcAft>
              <a:buNone/>
            </a:pPr>
            <a:r>
              <a:rPr lang="en-US" sz="1200">
                <a:latin typeface="Calibri"/>
                <a:ea typeface="Calibri"/>
                <a:cs typeface="Calibri"/>
                <a:sym typeface="Calibri"/>
              </a:rPr>
              <a:t>turns out the best way to solve these things is to do them both at once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So, we begin by detecting SIFT features in each photo.</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[We detect SIFT features in each photo, resulting in a set of feature locations and 128-byte feature descriptors…]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Next, we match features across each pair of photos using approximate nearest neighbor matching.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8" name="Google Shape;708;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The matches are refined by using RANSAC, which is a robust model-fitting technique, to estimate a fundamental matrix between each pair of matching images and keeping only matches consistent with that fundamental matrix.</a:t>
            </a:r>
            <a:endParaRPr/>
          </a:p>
          <a:p>
            <a:pPr indent="0" lvl="0" marL="0" rtl="0" algn="l">
              <a:lnSpc>
                <a:spcPct val="100000"/>
              </a:lnSpc>
              <a:spcBef>
                <a:spcPts val="0"/>
              </a:spcBef>
              <a:spcAft>
                <a:spcPts val="0"/>
              </a:spcAft>
              <a:buNone/>
            </a:pPr>
            <a:r>
              <a:rPr lang="en-US" sz="1200">
                <a:latin typeface="Calibri"/>
                <a:ea typeface="Calibri"/>
                <a:cs typeface="Calibri"/>
                <a:sym typeface="Calibri"/>
              </a:rPr>
              <a:t>We then link connected components of pairwise feature matches together to form correspondences across multiple images.</a:t>
            </a:r>
            <a:endParaRPr/>
          </a:p>
          <a:p>
            <a:pPr indent="0" lvl="0" marL="0" rtl="0" algn="l">
              <a:lnSpc>
                <a:spcPct val="100000"/>
              </a:lnSpc>
              <a:spcBef>
                <a:spcPts val="0"/>
              </a:spcBef>
              <a:spcAft>
                <a:spcPts val="0"/>
              </a:spcAft>
              <a:buNone/>
            </a:pPr>
            <a:r>
              <a:rPr lang="en-US" sz="1200">
                <a:latin typeface="Calibri"/>
                <a:ea typeface="Calibri"/>
                <a:cs typeface="Calibri"/>
                <a:sym typeface="Calibri"/>
              </a:rPr>
              <a:t>Once we have correspondences, we run structure from motion to recover the camera and scene geometry.  Structure from motion solves the following problem: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6" name="Google Shape;1006;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The next step of our reconstruction algorithm is to link up matches between pairs of images into correspondences between multiple images, by finding connected components of matches.  Suppose among these images, these features are matched only between consecutive pairs of images, perhaps because the scales of the images are so different.  During correspondence estimation we link these matches and consider them to be 2D projections of a single 3D point in the scene.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9" name="Google Shape;1029;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The next step of our reconstruction algorithm is to link up matches between pairs of images into correspondences between multiple images, by finding connected components of matches.  Suppose among these images, these features are matched only between consecutive pairs of images, perhaps because the scales of the images are so different.  During correspondence estimation we link these matches and consider them to be 2D projections of a single 3D point in the scene.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1" name="Google Shape;1051;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Structure from motion solves the following problem:</a:t>
            </a:r>
            <a:endParaRPr/>
          </a:p>
          <a:p>
            <a:pPr indent="0" lvl="0" marL="0" rtl="0" algn="l">
              <a:lnSpc>
                <a:spcPct val="100000"/>
              </a:lnSpc>
              <a:spcBef>
                <a:spcPts val="0"/>
              </a:spcBef>
              <a:spcAft>
                <a:spcPts val="0"/>
              </a:spcAft>
              <a:buNone/>
            </a:pPr>
            <a:r>
              <a:rPr lang="en-US" sz="1200">
                <a:latin typeface="Calibri"/>
                <a:ea typeface="Calibri"/>
                <a:cs typeface="Calibri"/>
                <a:sym typeface="Calibri"/>
              </a:rPr>
              <a:t>Given a set of images of a static scene with 2D points in correspondence, shown here as color-coded points, find…</a:t>
            </a:r>
            <a:endParaRPr/>
          </a:p>
          <a:p>
            <a:pPr indent="0" lvl="0" marL="0" rtl="0" algn="l">
              <a:lnSpc>
                <a:spcPct val="100000"/>
              </a:lnSpc>
              <a:spcBef>
                <a:spcPts val="0"/>
              </a:spcBef>
              <a:spcAft>
                <a:spcPts val="0"/>
              </a:spcAft>
              <a:buNone/>
            </a:pPr>
            <a:r>
              <a:rPr lang="en-US" sz="1200">
                <a:latin typeface="Calibri"/>
                <a:ea typeface="Calibri"/>
                <a:cs typeface="Calibri"/>
                <a:sym typeface="Calibri"/>
              </a:rPr>
              <a:t>a set of 3D points and also the camera pose</a:t>
            </a:r>
            <a:endParaRPr/>
          </a:p>
          <a:p>
            <a:pPr indent="0" lvl="0" marL="0" rtl="0" algn="l">
              <a:lnSpc>
                <a:spcPct val="100000"/>
              </a:lnSpc>
              <a:spcBef>
                <a:spcPts val="0"/>
              </a:spcBef>
              <a:spcAft>
                <a:spcPts val="0"/>
              </a:spcAft>
              <a:buNone/>
            </a:pPr>
            <a:r>
              <a:rPr lang="en-US" sz="1200">
                <a:latin typeface="Calibri"/>
                <a:ea typeface="Calibri"/>
                <a:cs typeface="Calibri"/>
                <a:sym typeface="Calibri"/>
              </a:rPr>
              <a:t>Measure quality of results: a rotation R and position t of the cameras that explain the observed correspondences.  In other words, when we project a point into any of the cameras, the reprojection error between the projected and observed 2D points is low.</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This problem can be formulated as an optimization problem where we want to find the rotations R, positions t, and 3D point locations P that minimize sum of squared reprojection errors f.  </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This is a non-linear least squares problem and can be solved with algorithms such as Levenberg-Marquart.  However, because the problem is non-linear, it can be susceptible to local minima.  Therefore, it’s important to initialize the parameters of the system carefully.  In addition, we need to be able to deal with erroneous correspondences.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3" name="Google Shape;1133;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bundle of light rays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0" name="Google Shape;1150;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To help get good initializations for all of the parameters of the system, we reconstruct the scene incrementally, starting from two photographs and the points they observe.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9" name="Google Shape;130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7" name="Google Shape;1317;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1" name="Google Shape;133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8" name="Google Shape;133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2" name="Google Shape;135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0" name="Google Shape;1360;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7" name="Google Shape;136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5" name="Google Shape;1375;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So the basic idea of Multiview stereo starts with </a:t>
            </a:r>
            <a:endParaRPr/>
          </a:p>
          <a:p>
            <a:pPr indent="0" lvl="0" marL="0" rtl="0" algn="l">
              <a:lnSpc>
                <a:spcPct val="100000"/>
              </a:lnSpc>
              <a:spcBef>
                <a:spcPts val="0"/>
              </a:spcBef>
              <a:spcAft>
                <a:spcPts val="0"/>
              </a:spcAft>
              <a:buNone/>
            </a:pPr>
            <a:r>
              <a:rPr lang="en-US" sz="1200">
                <a:latin typeface="Calibri"/>
                <a:ea typeface="Calibri"/>
                <a:cs typeface="Calibri"/>
                <a:sym typeface="Calibri"/>
              </a:rPr>
              <a:t>*a single reference view of the scene</a:t>
            </a:r>
            <a:endParaRPr/>
          </a:p>
          <a:p>
            <a:pPr indent="0" lvl="0" marL="0" rtl="0" algn="l">
              <a:lnSpc>
                <a:spcPct val="100000"/>
              </a:lnSpc>
              <a:spcBef>
                <a:spcPts val="0"/>
              </a:spcBef>
              <a:spcAft>
                <a:spcPts val="0"/>
              </a:spcAft>
              <a:buNone/>
            </a:pPr>
            <a:r>
              <a:rPr lang="en-US" sz="1200">
                <a:latin typeface="Calibri"/>
                <a:ea typeface="Calibri"/>
                <a:cs typeface="Calibri"/>
                <a:sym typeface="Calibri"/>
              </a:rPr>
              <a:t>*And some number of neighboring views</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*Now, much like with regular stereo, we’re going to tackle the problem by trying to figure out the depth of each pixel in our reference image</a:t>
            </a:r>
            <a:endParaRPr/>
          </a:p>
          <a:p>
            <a:pPr indent="0" lvl="0" marL="0" rtl="0" algn="l">
              <a:lnSpc>
                <a:spcPct val="100000"/>
              </a:lnSpc>
              <a:spcBef>
                <a:spcPts val="0"/>
              </a:spcBef>
              <a:spcAft>
                <a:spcPts val="0"/>
              </a:spcAft>
              <a:buNone/>
            </a:pPr>
            <a:r>
              <a:rPr lang="en-US" sz="1200">
                <a:latin typeface="Calibri"/>
                <a:ea typeface="Calibri"/>
                <a:cs typeface="Calibri"/>
                <a:sym typeface="Calibri"/>
              </a:rPr>
              <a:t>*which we can do by sampling depths along the ray corresponding to each reference PIXEL</a:t>
            </a:r>
            <a:endParaRPr/>
          </a:p>
          <a:p>
            <a:pPr indent="0" lvl="0" marL="0" rtl="0" algn="l">
              <a:lnSpc>
                <a:spcPct val="100000"/>
              </a:lnSpc>
              <a:spcBef>
                <a:spcPts val="0"/>
              </a:spcBef>
              <a:spcAft>
                <a:spcPts val="0"/>
              </a:spcAft>
              <a:buNone/>
            </a:pPr>
            <a:r>
              <a:rPr lang="en-US" sz="1200">
                <a:latin typeface="Calibri"/>
                <a:ea typeface="Calibri"/>
                <a:cs typeface="Calibri"/>
                <a:sym typeface="Calibri"/>
              </a:rPr>
              <a:t>*So for each depth we sample, we can project the corresponding point into the other images and if the corresponding patches look like they image the same part of the scene</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9" name="Google Shape;1409;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So, again, we’re evaluating the likelihood of a particular depth based on this idea that </a:t>
            </a:r>
            <a:endParaRPr/>
          </a:p>
          <a:p>
            <a:pPr indent="0" lvl="0" marL="0" rtl="0" algn="l">
              <a:lnSpc>
                <a:spcPct val="100000"/>
              </a:lnSpc>
              <a:spcBef>
                <a:spcPts val="0"/>
              </a:spcBef>
              <a:spcAft>
                <a:spcPts val="0"/>
              </a:spcAft>
              <a:buNone/>
            </a:pPr>
            <a:r>
              <a:rPr lang="en-US" sz="1200">
                <a:latin typeface="Calibri"/>
                <a:ea typeface="Calibri"/>
                <a:cs typeface="Calibri"/>
                <a:sym typeface="Calibri"/>
              </a:rPr>
              <a:t>IF THERE REALLY IS visible surface geometry at that depth, then these patches should look like the corresponding one in our reference view</a:t>
            </a:r>
            <a:endParaRPr/>
          </a:p>
          <a:p>
            <a:pPr indent="0" lvl="0" marL="0" rtl="0" algn="l">
              <a:lnSpc>
                <a:spcPct val="100000"/>
              </a:lnSpc>
              <a:spcBef>
                <a:spcPts val="0"/>
              </a:spcBef>
              <a:spcAft>
                <a:spcPts val="0"/>
              </a:spcAft>
              <a:buNone/>
            </a:pPr>
            <a:r>
              <a:rPr lang="en-US" sz="1200">
                <a:latin typeface="Calibri"/>
                <a:ea typeface="Calibri"/>
                <a:cs typeface="Calibri"/>
                <a:sym typeface="Calibri"/>
              </a:rPr>
              <a:t>And we can use something like sum of squared differences to measure error according to that similarity</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3" name="Google Shape;1453;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So now for each reference pixel we have different error values across different guesses for the corresponding depth</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3" name="Google Shape;1483;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And we can search along</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Until we find some convincing minimum for this error</a:t>
            </a:r>
            <a:endParaRPr/>
          </a:p>
          <a:p>
            <a:pPr indent="0" lvl="0" marL="0" rtl="0" algn="l">
              <a:lnSpc>
                <a:spcPct val="100000"/>
              </a:lnSpc>
              <a:spcBef>
                <a:spcPts val="0"/>
              </a:spcBef>
              <a:spcAft>
                <a:spcPts val="0"/>
              </a:spcAft>
              <a:buNone/>
            </a:pPr>
            <a:r>
              <a:rPr lang="en-US" sz="1200">
                <a:latin typeface="Calibri"/>
                <a:ea typeface="Calibri"/>
                <a:cs typeface="Calibri"/>
                <a:sym typeface="Calibri"/>
              </a:rPr>
              <a:t>*and if we do this for every pixel in the reference image then we get a depth map</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4" name="Google Shape;1544;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So why is Multiview stereo better than regular 2-image stereo?</a:t>
            </a:r>
            <a:endParaRPr/>
          </a:p>
          <a:p>
            <a:pPr indent="0" lvl="0" marL="0" rtl="0" algn="l">
              <a:lnSpc>
                <a:spcPct val="100000"/>
              </a:lnSpc>
              <a:spcBef>
                <a:spcPts val="0"/>
              </a:spcBef>
              <a:spcAft>
                <a:spcPts val="0"/>
              </a:spcAft>
              <a:buNone/>
            </a:pPr>
            <a:r>
              <a:rPr lang="en-US" sz="1200">
                <a:latin typeface="Calibri"/>
                <a:ea typeface="Calibri"/>
                <a:cs typeface="Calibri"/>
                <a:sym typeface="Calibri"/>
              </a:rPr>
              <a:t>*well, you have multiple neighbors with which to compare, which tends to make results more robust to things like noise or occlusion</a:t>
            </a:r>
            <a:endParaRPr/>
          </a:p>
          <a:p>
            <a:pPr indent="0" lvl="0" marL="0" rtl="0" algn="l">
              <a:lnSpc>
                <a:spcPct val="100000"/>
              </a:lnSpc>
              <a:spcBef>
                <a:spcPts val="0"/>
              </a:spcBef>
              <a:spcAft>
                <a:spcPts val="0"/>
              </a:spcAft>
              <a:buNone/>
            </a:pPr>
            <a:r>
              <a:rPr lang="en-US" sz="1200">
                <a:latin typeface="Calibri"/>
                <a:ea typeface="Calibri"/>
                <a:cs typeface="Calibri"/>
                <a:sym typeface="Calibri"/>
              </a:rPr>
              <a:t>*and if you have lots of neighbors, some may be more useful than others, but you at least have the ability to choose some best subset to use.</a:t>
            </a:r>
            <a:endParaRPr/>
          </a:p>
          <a:p>
            <a:pPr indent="0" lvl="0" marL="0" rtl="0" algn="l">
              <a:lnSpc>
                <a:spcPct val="100000"/>
              </a:lnSpc>
              <a:spcBef>
                <a:spcPts val="0"/>
              </a:spcBef>
              <a:spcAft>
                <a:spcPts val="0"/>
              </a:spcAft>
              <a:buNone/>
            </a:pPr>
            <a:r>
              <a:rPr lang="en-US" sz="1200">
                <a:latin typeface="Calibri"/>
                <a:ea typeface="Calibri"/>
                <a:cs typeface="Calibri"/>
                <a:sym typeface="Calibri"/>
              </a:rPr>
              <a:t>*and each image can be a reference frame, which you can combine later to get a more complete 3D model</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1" name="Google Shape;1551;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Times New Roman"/>
                <a:ea typeface="Times New Roman"/>
                <a:cs typeface="Times New Roman"/>
                <a:sym typeface="Times New Roman"/>
              </a:rPr>
              <a:t>Now one thing that has a pretty big effect on your results is the size of the baseline between your cameras.</a:t>
            </a:r>
            <a:endParaRPr/>
          </a:p>
          <a:p>
            <a:pPr indent="0" lvl="0" marL="0" rtl="0" algn="l">
              <a:lnSpc>
                <a:spcPct val="100000"/>
              </a:lnSpc>
              <a:spcBef>
                <a:spcPts val="0"/>
              </a:spcBef>
              <a:spcAft>
                <a:spcPts val="0"/>
              </a:spcAft>
              <a:buNone/>
            </a:pPr>
            <a:r>
              <a:rPr lang="en-US" sz="1200">
                <a:latin typeface="Times New Roman"/>
                <a:ea typeface="Times New Roman"/>
                <a:cs typeface="Times New Roman"/>
                <a:sym typeface="Times New Roman"/>
              </a:rPr>
              <a:t>*if it’s too small, then you end up with poor depth resolution. Intuitively, you can think of the limit of this being no baseline at all, which means you have just one image, and each pixel could be at any depth.</a:t>
            </a:r>
            <a:endParaRPr/>
          </a:p>
          <a:p>
            <a:pPr indent="0" lvl="0" marL="0" rtl="0" algn="l">
              <a:lnSpc>
                <a:spcPct val="100000"/>
              </a:lnSpc>
              <a:spcBef>
                <a:spcPts val="0"/>
              </a:spcBef>
              <a:spcAft>
                <a:spcPts val="0"/>
              </a:spcAft>
              <a:buNone/>
            </a:pPr>
            <a:r>
              <a:rPr lang="en-US" sz="1200">
                <a:latin typeface="Times New Roman"/>
                <a:ea typeface="Times New Roman"/>
                <a:cs typeface="Times New Roman"/>
                <a:sym typeface="Times New Roman"/>
              </a:rPr>
              <a:t>*and if the baseline is too large then it means that a point in one image could appear in a lot of different places in the other image, which can turn into a hard search problem</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6" name="Google Shape;1586;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d=BF*1/Z, where B and F are baseline and focal length, respectively. </a:t>
            </a:r>
            <a:endParaRPr/>
          </a:p>
          <a:p>
            <a:pPr indent="0" lvl="0" marL="0" rtl="0" algn="l">
              <a:lnSpc>
                <a:spcPct val="100000"/>
              </a:lnSpc>
              <a:spcBef>
                <a:spcPts val="0"/>
              </a:spcBef>
              <a:spcAft>
                <a:spcPts val="0"/>
              </a:spcAft>
              <a:buNone/>
            </a:pPr>
            <a:r>
              <a:rPr lang="en-US" sz="1200">
                <a:latin typeface="Calibri"/>
                <a:ea typeface="Calibri"/>
                <a:cs typeface="Calibri"/>
                <a:sym typeface="Calibri"/>
              </a:rPr>
              <a:t>D: disparity, Z: depth</a:t>
            </a:r>
            <a:endParaRPr/>
          </a:p>
          <a:p>
            <a:pPr indent="0" lvl="0" marL="0" rtl="0" algn="l">
              <a:lnSpc>
                <a:spcPct val="100000"/>
              </a:lnSpc>
              <a:spcBef>
                <a:spcPts val="0"/>
              </a:spcBef>
              <a:spcAft>
                <a:spcPts val="0"/>
              </a:spcAft>
              <a:buNone/>
            </a:pPr>
            <a:r>
              <a:rPr lang="en-US" sz="1200">
                <a:latin typeface="Calibri"/>
                <a:ea typeface="Calibri"/>
                <a:cs typeface="Calibri"/>
                <a:sym typeface="Calibri"/>
              </a:rPr>
              <a:t>This equation indicates that for the same depth, the disparity is proportional to the baseline or that the baseline length B acts as a magnification factor in measuring d in order to obtain z, that is, the estimated depth is more precise if we set the two cameras farther apart from each other, which means a longer baseline. A longer baseline, however, poses its own problem. Because a longer disparity range must be searched, matching is more difficult, and thus, there is a greater possibility of a false match. Therefore, there is a tradeoff between precision and accuracy (correctness) in matching. </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0" name="Google Shape;164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p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2" name="Google Shape;1652;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9" name="Google Shape;1659;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4" name="Google Shape;1674;p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smaller window:  more detail, more noise</a:t>
            </a:r>
            <a:endParaRPr/>
          </a:p>
          <a:p>
            <a:pPr indent="0" lvl="0" marL="0" rtl="0" algn="l">
              <a:lnSpc>
                <a:spcPct val="100000"/>
              </a:lnSpc>
              <a:spcBef>
                <a:spcPts val="0"/>
              </a:spcBef>
              <a:spcAft>
                <a:spcPts val="0"/>
              </a:spcAft>
              <a:buNone/>
            </a:pPr>
            <a:r>
              <a:rPr lang="en-US" sz="1200">
                <a:latin typeface="Calibri"/>
                <a:ea typeface="Calibri"/>
                <a:cs typeface="Calibri"/>
                <a:sym typeface="Calibri"/>
              </a:rPr>
              <a:t>bigger window:  less noise, more detail</a:t>
            </a:r>
            <a:endParaRPr/>
          </a:p>
          <a:p>
            <a:pPr indent="0" lvl="0" marL="0" rtl="0" algn="l">
              <a:lnSpc>
                <a:spcPct val="100000"/>
              </a:lnSpc>
              <a:spcBef>
                <a:spcPts val="0"/>
              </a:spcBef>
              <a:spcAft>
                <a:spcPts val="0"/>
              </a:spcAft>
              <a:buNone/>
            </a:pPr>
            <a:r>
              <a:rPr lang="en-US" sz="1200">
                <a:latin typeface="Calibri"/>
                <a:ea typeface="Calibri"/>
                <a:cs typeface="Calibri"/>
                <a:sym typeface="Calibri"/>
              </a:rPr>
              <a:t>Can anyone think of ways to deal with this?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7" name="Google Shape;1687;p8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Simultaneously captures smoothness and respects leads to good quality</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2" name="Google Shape;1702;p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Think of this as an energy minimization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4" name="Shape 1714"/>
        <p:cNvGrpSpPr/>
        <p:nvPr/>
      </p:nvGrpSpPr>
      <p:grpSpPr>
        <a:xfrm>
          <a:off x="0" y="0"/>
          <a:ext cx="0" cy="0"/>
          <a:chOff x="0" y="0"/>
          <a:chExt cx="0" cy="0"/>
        </a:xfrm>
      </p:grpSpPr>
      <p:sp>
        <p:nvSpPr>
          <p:cNvPr id="1715" name="Google Shape;1715;p8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6" name="Google Shape;1716;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p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7" name="Google Shape;1737;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p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5" name="Google Shape;1745;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p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2" name="Google Shape;1762;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p8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6" name="Google Shape;1806;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p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2" name="Google Shape;1832;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1" name="Shape 1851"/>
        <p:cNvGrpSpPr/>
        <p:nvPr/>
      </p:nvGrpSpPr>
      <p:grpSpPr>
        <a:xfrm>
          <a:off x="0" y="0"/>
          <a:ext cx="0" cy="0"/>
          <a:chOff x="0" y="0"/>
          <a:chExt cx="0" cy="0"/>
        </a:xfrm>
      </p:grpSpPr>
      <p:sp>
        <p:nvSpPr>
          <p:cNvPr id="1852" name="Google Shape;1852;p9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3" name="Google Shape;1853;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p9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9" name="Google Shape;1869;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p9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9" name="Google Shape;1879;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p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7" name="Google Shape;1887;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3" name="Shape 1893"/>
        <p:cNvGrpSpPr/>
        <p:nvPr/>
      </p:nvGrpSpPr>
      <p:grpSpPr>
        <a:xfrm>
          <a:off x="0" y="0"/>
          <a:ext cx="0" cy="0"/>
          <a:chOff x="0" y="0"/>
          <a:chExt cx="0" cy="0"/>
        </a:xfrm>
      </p:grpSpPr>
      <p:sp>
        <p:nvSpPr>
          <p:cNvPr id="1894" name="Google Shape;1894;p9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5" name="Google Shape;1895;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7" name="Google Shape;1907;p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\frac{\exp(E(d))}{Z} = \frac{1}{Z}\exp(E_d(d) + \lambda E_s(d))</a:t>
            </a:r>
            <a:endParaRPr/>
          </a:p>
          <a:p>
            <a:pPr indent="0" lvl="0" marL="0" rtl="0" algn="l">
              <a:lnSpc>
                <a:spcPct val="100000"/>
              </a:lnSpc>
              <a:spcBef>
                <a:spcPts val="0"/>
              </a:spcBef>
              <a:spcAft>
                <a:spcPts val="0"/>
              </a:spcAft>
              <a:buNone/>
            </a:pPr>
            <a:r>
              <a:rPr lang="en-US" sz="1200">
                <a:latin typeface="Calibri"/>
                <a:ea typeface="Calibri"/>
                <a:cs typeface="Calibri"/>
                <a:sym typeface="Calibri"/>
              </a:rPr>
              <a:t>P(d~|~I)</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5" name="Shape 1935"/>
        <p:cNvGrpSpPr/>
        <p:nvPr/>
      </p:nvGrpSpPr>
      <p:grpSpPr>
        <a:xfrm>
          <a:off x="0" y="0"/>
          <a:ext cx="0" cy="0"/>
          <a:chOff x="0" y="0"/>
          <a:chExt cx="0" cy="0"/>
        </a:xfrm>
      </p:grpSpPr>
      <p:sp>
        <p:nvSpPr>
          <p:cNvPr id="1936" name="Google Shape;1936;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7" name="Google Shape;1937;p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\frac{\exp(E(d))}{Z} = \frac{1}{Z}\exp(E_d(d) + \lambda E_s(d))</a:t>
            </a:r>
            <a:endParaRPr/>
          </a:p>
          <a:p>
            <a:pPr indent="0" lvl="0" marL="0" rtl="0" algn="l">
              <a:lnSpc>
                <a:spcPct val="100000"/>
              </a:lnSpc>
              <a:spcBef>
                <a:spcPts val="0"/>
              </a:spcBef>
              <a:spcAft>
                <a:spcPts val="0"/>
              </a:spcAft>
              <a:buNone/>
            </a:pPr>
            <a:r>
              <a:rPr lang="en-US" sz="1200">
                <a:latin typeface="Calibri"/>
                <a:ea typeface="Calibri"/>
                <a:cs typeface="Calibri"/>
                <a:sym typeface="Calibri"/>
              </a:rPr>
              <a:t>P(d~|~I)</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 name="Google Shape;11;p2"/>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 name="Google Shape;12;p2"/>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a:buNone/>
              <a:defRPr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3"/>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vl1pPr>
            <a:lvl2pPr indent="-635000" lvl="1" marL="914400" algn="l">
              <a:lnSpc>
                <a:spcPct val="100000"/>
              </a:lnSpc>
              <a:spcBef>
                <a:spcPts val="1500"/>
              </a:spcBef>
              <a:spcAft>
                <a:spcPts val="0"/>
              </a:spcAft>
              <a:buClr>
                <a:srgbClr val="000000"/>
              </a:buClr>
              <a:buSzPts val="6400"/>
              <a:buFont typeface="Helvetica Neue"/>
              <a:buChar char="–"/>
              <a:defRPr sz="6400"/>
            </a:lvl2pPr>
            <a:lvl3pPr indent="-635000" lvl="2" marL="1371600" algn="l">
              <a:lnSpc>
                <a:spcPct val="100000"/>
              </a:lnSpc>
              <a:spcBef>
                <a:spcPts val="1500"/>
              </a:spcBef>
              <a:spcAft>
                <a:spcPts val="0"/>
              </a:spcAft>
              <a:buClr>
                <a:srgbClr val="000000"/>
              </a:buClr>
              <a:buSzPts val="6400"/>
              <a:buFont typeface="Helvetica Neue"/>
              <a:buChar char="•"/>
              <a:defRPr sz="6400"/>
            </a:lvl3pPr>
            <a:lvl4pPr indent="-635000" lvl="3" marL="1828800" algn="l">
              <a:lnSpc>
                <a:spcPct val="100000"/>
              </a:lnSpc>
              <a:spcBef>
                <a:spcPts val="1500"/>
              </a:spcBef>
              <a:spcAft>
                <a:spcPts val="0"/>
              </a:spcAft>
              <a:buClr>
                <a:srgbClr val="000000"/>
              </a:buClr>
              <a:buSzPts val="6400"/>
              <a:buFont typeface="Helvetica Neue"/>
              <a:buChar char="–"/>
              <a:defRPr sz="6400"/>
            </a:lvl4pPr>
            <a:lvl5pPr indent="-635000" lvl="4" marL="2286000" algn="l">
              <a:lnSpc>
                <a:spcPct val="100000"/>
              </a:lnSpc>
              <a:spcBef>
                <a:spcPts val="1500"/>
              </a:spcBef>
              <a:spcAft>
                <a:spcPts val="0"/>
              </a:spcAft>
              <a:buClr>
                <a:srgbClr val="000000"/>
              </a:buClr>
              <a:buSzPts val="6400"/>
              <a:buFont typeface="Helvetica Neue"/>
              <a:buChar char="»"/>
              <a:defRPr sz="6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 name="Google Shape;16;p3"/>
          <p:cNvSpPr txBox="1"/>
          <p:nvPr>
            <p:ph idx="12" type="sldNum"/>
          </p:nvPr>
        </p:nvSpPr>
        <p:spPr>
          <a:xfrm>
            <a:off x="19830592" y="12490450"/>
            <a:ext cx="591009" cy="604724"/>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4"/>
          <p:cNvSpPr txBox="1"/>
          <p:nvPr>
            <p:ph type="title"/>
          </p:nvPr>
        </p:nvSpPr>
        <p:spPr>
          <a:xfrm>
            <a:off x="4305300" y="730251"/>
            <a:ext cx="15773400" cy="2651127"/>
          </a:xfrm>
          <a:prstGeom prst="rect">
            <a:avLst/>
          </a:prstGeom>
          <a:noFill/>
          <a:ln>
            <a:noFill/>
          </a:ln>
        </p:spPr>
        <p:txBody>
          <a:bodyPr anchorCtr="0" anchor="ctr" bIns="91425" lIns="91425" spcFirstLastPara="1" rIns="91425" wrap="square" tIns="91425">
            <a:normAutofit/>
          </a:bodyPr>
          <a:lstStyle>
            <a:lvl1pPr lvl="0" algn="ctr">
              <a:lnSpc>
                <a:spcPct val="90000"/>
              </a:lnSpc>
              <a:spcBef>
                <a:spcPts val="0"/>
              </a:spcBef>
              <a:spcAft>
                <a:spcPts val="0"/>
              </a:spcAft>
              <a:buClr>
                <a:srgbClr val="000000"/>
              </a:buClr>
              <a:buSzPts val="7600"/>
              <a:buFont typeface="Arial"/>
              <a:buNone/>
              <a:defRPr sz="76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 name="Google Shape;19;p4"/>
          <p:cNvSpPr txBox="1"/>
          <p:nvPr>
            <p:ph idx="1" type="body"/>
          </p:nvPr>
        </p:nvSpPr>
        <p:spPr>
          <a:xfrm>
            <a:off x="4305300" y="3651250"/>
            <a:ext cx="15773400" cy="8702676"/>
          </a:xfrm>
          <a:prstGeom prst="rect">
            <a:avLst/>
          </a:prstGeom>
          <a:noFill/>
          <a:ln>
            <a:noFill/>
          </a:ln>
        </p:spPr>
        <p:txBody>
          <a:bodyPr anchorCtr="0" anchor="t" bIns="91425" lIns="91425" spcFirstLastPara="1" rIns="91425" wrap="square" tIns="91425">
            <a:normAutofit/>
          </a:bodyPr>
          <a:lstStyle>
            <a:lvl1pPr indent="-584200" lvl="0" marL="4572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1pPr>
            <a:lvl2pPr indent="-584200" lvl="1" marL="9144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2pPr>
            <a:lvl3pPr indent="-584200" lvl="2" marL="13716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3pPr>
            <a:lvl4pPr indent="-584200" lvl="3" marL="18288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4pPr>
            <a:lvl5pPr indent="-584200" lvl="4" marL="2286000" algn="l">
              <a:lnSpc>
                <a:spcPct val="90000"/>
              </a:lnSpc>
              <a:spcBef>
                <a:spcPts val="2000"/>
              </a:spcBef>
              <a:spcAft>
                <a:spcPts val="0"/>
              </a:spcAft>
              <a:buClr>
                <a:srgbClr val="000000"/>
              </a:buClr>
              <a:buSzPts val="5600"/>
              <a:buFont typeface="Arial"/>
              <a:buChar char="•"/>
              <a:defRPr sz="56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0" name="Google Shape;20;p4"/>
          <p:cNvSpPr txBox="1"/>
          <p:nvPr>
            <p:ph idx="12" type="sldNum"/>
          </p:nvPr>
        </p:nvSpPr>
        <p:spPr>
          <a:xfrm>
            <a:off x="19544089" y="12813573"/>
            <a:ext cx="534611" cy="5285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2400"/>
              <a:buFont typeface="Arial"/>
              <a:buNone/>
              <a:defRPr>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spTree>
      <p:nvGrpSpPr>
        <p:cNvPr id="21" name="Shape 21"/>
        <p:cNvGrpSpPr/>
        <p:nvPr/>
      </p:nvGrpSpPr>
      <p:grpSpPr>
        <a:xfrm>
          <a:off x="0" y="0"/>
          <a:ext cx="0" cy="0"/>
          <a:chOff x="0" y="0"/>
          <a:chExt cx="0" cy="0"/>
        </a:xfrm>
      </p:grpSpPr>
      <p:sp>
        <p:nvSpPr>
          <p:cNvPr id="22" name="Google Shape;22;p5"/>
          <p:cNvSpPr txBox="1"/>
          <p:nvPr>
            <p:ph type="title"/>
          </p:nvPr>
        </p:nvSpPr>
        <p:spPr>
          <a:xfrm>
            <a:off x="4419600" y="762000"/>
            <a:ext cx="15544800" cy="3200400"/>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Times New Roman"/>
              <a:buNone/>
              <a:defRPr sz="8800">
                <a:latin typeface="Times New Roman"/>
                <a:ea typeface="Times New Roman"/>
                <a:cs typeface="Times New Roman"/>
                <a:sym typeface="Times New Roman"/>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 name="Google Shape;23;p5"/>
          <p:cNvSpPr txBox="1"/>
          <p:nvPr>
            <p:ph idx="1" type="body"/>
          </p:nvPr>
        </p:nvSpPr>
        <p:spPr>
          <a:xfrm>
            <a:off x="4419600" y="3962400"/>
            <a:ext cx="15544800" cy="9753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1pPr>
            <a:lvl2pPr indent="-635000" lvl="1" marL="9144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2pPr>
            <a:lvl3pPr indent="-635000" lvl="2" marL="13716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3pPr>
            <a:lvl4pPr indent="-635000" lvl="3" marL="18288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4pPr>
            <a:lvl5pPr indent="-635000" lvl="4" marL="2286000" algn="l">
              <a:lnSpc>
                <a:spcPct val="100000"/>
              </a:lnSpc>
              <a:spcBef>
                <a:spcPts val="1400"/>
              </a:spcBef>
              <a:spcAft>
                <a:spcPts val="0"/>
              </a:spcAft>
              <a:buClr>
                <a:srgbClr val="000000"/>
              </a:buClr>
              <a:buSzPts val="6400"/>
              <a:buFont typeface="Times New Roman"/>
              <a:buChar char="»"/>
              <a:defRPr sz="6400">
                <a:latin typeface="Times New Roman"/>
                <a:ea typeface="Times New Roman"/>
                <a:cs typeface="Times New Roman"/>
                <a:sym typeface="Times New Roman"/>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4" name="Google Shape;24;p5"/>
          <p:cNvSpPr txBox="1"/>
          <p:nvPr>
            <p:ph idx="12" type="sldNum"/>
          </p:nvPr>
        </p:nvSpPr>
        <p:spPr>
          <a:xfrm>
            <a:off x="17783810" y="12496800"/>
            <a:ext cx="551181" cy="574174"/>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3">
    <p:spTree>
      <p:nvGrpSpPr>
        <p:cNvPr id="25" name="Shape 25"/>
        <p:cNvGrpSpPr/>
        <p:nvPr/>
      </p:nvGrpSpPr>
      <p:grpSpPr>
        <a:xfrm>
          <a:off x="0" y="0"/>
          <a:ext cx="0" cy="0"/>
          <a:chOff x="0" y="0"/>
          <a:chExt cx="0" cy="0"/>
        </a:xfrm>
      </p:grpSpPr>
      <p:sp>
        <p:nvSpPr>
          <p:cNvPr id="26" name="Google Shape;26;p6"/>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Open Sans"/>
              <a:buNone/>
              <a:defRPr b="1" sz="88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7" name="Google Shape;27;p6"/>
          <p:cNvSpPr txBox="1"/>
          <p:nvPr>
            <p:ph idx="1" type="body"/>
          </p:nvPr>
        </p:nvSpPr>
        <p:spPr>
          <a:xfrm>
            <a:off x="1219200" y="3200401"/>
            <a:ext cx="21945600" cy="9051927"/>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1pPr>
            <a:lvl2pPr indent="-635000" lvl="1" marL="9144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2pPr>
            <a:lvl3pPr indent="-635000" lvl="2" marL="13716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3pPr>
            <a:lvl4pPr indent="-635000" lvl="3" marL="18288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4pPr>
            <a:lvl5pPr indent="-635000" lvl="4" marL="22860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8" name="Google Shape;28;p6"/>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4">
    <p:spTree>
      <p:nvGrpSpPr>
        <p:cNvPr id="29" name="Shape 29"/>
        <p:cNvGrpSpPr/>
        <p:nvPr/>
      </p:nvGrpSpPr>
      <p:grpSpPr>
        <a:xfrm>
          <a:off x="0" y="0"/>
          <a:ext cx="0" cy="0"/>
          <a:chOff x="0" y="0"/>
          <a:chExt cx="0" cy="0"/>
        </a:xfrm>
      </p:grpSpPr>
      <p:sp>
        <p:nvSpPr>
          <p:cNvPr id="30" name="Google Shape;30;p7"/>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1" name="Google Shape;31;p7"/>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32" name="Google Shape;32;p7"/>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5">
    <p:spTree>
      <p:nvGrpSpPr>
        <p:cNvPr id="33" name="Shape 33"/>
        <p:cNvGrpSpPr/>
        <p:nvPr/>
      </p:nvGrpSpPr>
      <p:grpSpPr>
        <a:xfrm>
          <a:off x="0" y="0"/>
          <a:ext cx="0" cy="0"/>
          <a:chOff x="0" y="0"/>
          <a:chExt cx="0" cy="0"/>
        </a:xfrm>
      </p:grpSpPr>
      <p:sp>
        <p:nvSpPr>
          <p:cNvPr id="34" name="Google Shape;34;p8"/>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5" name="Google Shape;35;p8"/>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36" name="Google Shape;36;p8"/>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6">
    <p:spTree>
      <p:nvGrpSpPr>
        <p:cNvPr id="37" name="Shape 37"/>
        <p:cNvGrpSpPr/>
        <p:nvPr/>
      </p:nvGrpSpPr>
      <p:grpSpPr>
        <a:xfrm>
          <a:off x="0" y="0"/>
          <a:ext cx="0" cy="0"/>
          <a:chOff x="0" y="0"/>
          <a:chExt cx="0" cy="0"/>
        </a:xfrm>
      </p:grpSpPr>
      <p:sp>
        <p:nvSpPr>
          <p:cNvPr id="38" name="Google Shape;38;p9"/>
          <p:cNvSpPr txBox="1"/>
          <p:nvPr/>
        </p:nvSpPr>
        <p:spPr>
          <a:xfrm>
            <a:off x="3048000" y="13268326"/>
            <a:ext cx="1784723" cy="19738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1400"/>
              <a:buFont typeface="Arial"/>
              <a:buNone/>
            </a:pPr>
            <a:r>
              <a:rPr b="0" i="0" lang="en-US" sz="1400" u="none" cap="none" strike="noStrike">
                <a:solidFill>
                  <a:srgbClr val="004731"/>
                </a:solidFill>
                <a:latin typeface="Arial"/>
                <a:ea typeface="Arial"/>
                <a:cs typeface="Arial"/>
                <a:sym typeface="Arial"/>
              </a:rPr>
              <a:t>© 2006 Noah Snavely</a:t>
            </a:r>
            <a:endParaRPr/>
          </a:p>
        </p:txBody>
      </p:sp>
      <p:sp>
        <p:nvSpPr>
          <p:cNvPr id="39" name="Google Shape;39;p9"/>
          <p:cNvSpPr txBox="1"/>
          <p:nvPr>
            <p:ph type="title"/>
          </p:nvPr>
        </p:nvSpPr>
        <p:spPr>
          <a:xfrm>
            <a:off x="3657600" y="282575"/>
            <a:ext cx="16916400" cy="2349501"/>
          </a:xfrm>
          <a:prstGeom prst="rect">
            <a:avLst/>
          </a:prstGeom>
          <a:noFill/>
          <a:ln>
            <a:noFill/>
          </a:ln>
        </p:spPr>
        <p:txBody>
          <a:bodyPr anchorCtr="0" anchor="ctr" bIns="101600" lIns="101600" spcFirstLastPara="1" rIns="101600" wrap="square" tIns="101600">
            <a:normAutofit/>
          </a:bodyPr>
          <a:lstStyle>
            <a:lvl1pPr lvl="0" algn="l">
              <a:lnSpc>
                <a:spcPct val="100000"/>
              </a:lnSpc>
              <a:spcBef>
                <a:spcPts val="0"/>
              </a:spcBef>
              <a:spcAft>
                <a:spcPts val="0"/>
              </a:spcAft>
              <a:buClr>
                <a:srgbClr val="004731"/>
              </a:buClr>
              <a:buSzPts val="7400"/>
              <a:buFont typeface="Arial"/>
              <a:buNone/>
              <a:defRPr b="1" sz="7400">
                <a:solidFill>
                  <a:srgbClr val="004731"/>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0" name="Google Shape;40;p9"/>
          <p:cNvSpPr txBox="1"/>
          <p:nvPr>
            <p:ph idx="1" type="body"/>
          </p:nvPr>
        </p:nvSpPr>
        <p:spPr>
          <a:xfrm>
            <a:off x="3743326" y="2632075"/>
            <a:ext cx="16830674" cy="11083926"/>
          </a:xfrm>
          <a:prstGeom prst="rect">
            <a:avLst/>
          </a:prstGeom>
          <a:noFill/>
          <a:ln>
            <a:noFill/>
          </a:ln>
        </p:spPr>
        <p:txBody>
          <a:bodyPr anchorCtr="0" anchor="t" bIns="101600" lIns="101600" spcFirstLastPara="1" rIns="101600" wrap="square" tIns="101600">
            <a:normAutofit/>
          </a:bodyPr>
          <a:lstStyle>
            <a:lvl1pPr indent="-661670" lvl="0" marL="4572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1pPr>
            <a:lvl2pPr indent="-661670" lvl="1" marL="9144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2pPr>
            <a:lvl3pPr indent="-661670" lvl="2" marL="13716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3pPr>
            <a:lvl4pPr indent="-661670" lvl="3" marL="18288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4pPr>
            <a:lvl5pPr indent="-661670" lvl="4" marL="22860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1" name="Google Shape;41;p9"/>
          <p:cNvSpPr txBox="1"/>
          <p:nvPr>
            <p:ph idx="12" type="sldNum"/>
          </p:nvPr>
        </p:nvSpPr>
        <p:spPr>
          <a:xfrm>
            <a:off x="11887200" y="12712700"/>
            <a:ext cx="4267200" cy="736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7">
    <p:spTree>
      <p:nvGrpSpPr>
        <p:cNvPr id="42" name="Shape 42"/>
        <p:cNvGrpSpPr/>
        <p:nvPr/>
      </p:nvGrpSpPr>
      <p:grpSpPr>
        <a:xfrm>
          <a:off x="0" y="0"/>
          <a:ext cx="0" cy="0"/>
          <a:chOff x="0" y="0"/>
          <a:chExt cx="0" cy="0"/>
        </a:xfrm>
      </p:grpSpPr>
      <p:sp>
        <p:nvSpPr>
          <p:cNvPr id="43" name="Google Shape;43;p10"/>
          <p:cNvSpPr txBox="1"/>
          <p:nvPr>
            <p:ph idx="1" type="body"/>
          </p:nvPr>
        </p:nvSpPr>
        <p:spPr>
          <a:xfrm>
            <a:off x="754481" y="2735514"/>
            <a:ext cx="22889291" cy="9806670"/>
          </a:xfrm>
          <a:prstGeom prst="rect">
            <a:avLst/>
          </a:prstGeom>
          <a:noFill/>
          <a:ln>
            <a:noFill/>
          </a:ln>
        </p:spPr>
        <p:txBody>
          <a:bodyPr anchorCtr="0" anchor="t" bIns="91425" lIns="91425" spcFirstLastPara="1" rIns="91425" wrap="square" tIns="91425">
            <a:normAutofit/>
          </a:bodyPr>
          <a:lstStyle>
            <a:lvl1pPr indent="-584200" lvl="0" marL="457200" algn="l">
              <a:lnSpc>
                <a:spcPct val="90000"/>
              </a:lnSpc>
              <a:spcBef>
                <a:spcPts val="2000"/>
              </a:spcBef>
              <a:spcAft>
                <a:spcPts val="0"/>
              </a:spcAft>
              <a:buClr>
                <a:srgbClr val="000000"/>
              </a:buClr>
              <a:buSzPts val="5600"/>
              <a:buFont typeface="Arial"/>
              <a:buChar char="•"/>
              <a:defRPr sz="5600">
                <a:latin typeface="Georgia"/>
                <a:ea typeface="Georgia"/>
                <a:cs typeface="Georgia"/>
                <a:sym typeface="Georgia"/>
              </a:defRPr>
            </a:lvl1pPr>
            <a:lvl2pPr indent="-584200" lvl="1" marL="914400" algn="l">
              <a:lnSpc>
                <a:spcPct val="90000"/>
              </a:lnSpc>
              <a:spcBef>
                <a:spcPts val="2000"/>
              </a:spcBef>
              <a:spcAft>
                <a:spcPts val="0"/>
              </a:spcAft>
              <a:buClr>
                <a:srgbClr val="000000"/>
              </a:buClr>
              <a:buSzPts val="5600"/>
              <a:buFont typeface="Arial"/>
              <a:buChar char="•"/>
              <a:defRPr sz="5600">
                <a:latin typeface="Georgia"/>
                <a:ea typeface="Georgia"/>
                <a:cs typeface="Georgia"/>
                <a:sym typeface="Georgia"/>
              </a:defRPr>
            </a:lvl2pPr>
            <a:lvl3pPr indent="-584200" lvl="2" marL="1371600" algn="l">
              <a:lnSpc>
                <a:spcPct val="90000"/>
              </a:lnSpc>
              <a:spcBef>
                <a:spcPts val="2000"/>
              </a:spcBef>
              <a:spcAft>
                <a:spcPts val="0"/>
              </a:spcAft>
              <a:buClr>
                <a:srgbClr val="000000"/>
              </a:buClr>
              <a:buSzPts val="5600"/>
              <a:buFont typeface="Arial"/>
              <a:buChar char="•"/>
              <a:defRPr sz="5600">
                <a:latin typeface="Georgia"/>
                <a:ea typeface="Georgia"/>
                <a:cs typeface="Georgia"/>
                <a:sym typeface="Georgia"/>
              </a:defRPr>
            </a:lvl3pPr>
            <a:lvl4pPr indent="-584200" lvl="3" marL="1828800" algn="l">
              <a:lnSpc>
                <a:spcPct val="90000"/>
              </a:lnSpc>
              <a:spcBef>
                <a:spcPts val="2000"/>
              </a:spcBef>
              <a:spcAft>
                <a:spcPts val="0"/>
              </a:spcAft>
              <a:buClr>
                <a:srgbClr val="000000"/>
              </a:buClr>
              <a:buSzPts val="5600"/>
              <a:buFont typeface="Arial"/>
              <a:buChar char="•"/>
              <a:defRPr sz="5600">
                <a:latin typeface="Georgia"/>
                <a:ea typeface="Georgia"/>
                <a:cs typeface="Georgia"/>
                <a:sym typeface="Georgia"/>
              </a:defRPr>
            </a:lvl4pPr>
            <a:lvl5pPr indent="-584200" lvl="4" marL="2286000" algn="l">
              <a:lnSpc>
                <a:spcPct val="90000"/>
              </a:lnSpc>
              <a:spcBef>
                <a:spcPts val="2000"/>
              </a:spcBef>
              <a:spcAft>
                <a:spcPts val="0"/>
              </a:spcAft>
              <a:buClr>
                <a:srgbClr val="000000"/>
              </a:buClr>
              <a:buSzPts val="5600"/>
              <a:buFont typeface="Arial"/>
              <a:buChar char="•"/>
              <a:defRPr sz="5600">
                <a:latin typeface="Georgia"/>
                <a:ea typeface="Georgia"/>
                <a:cs typeface="Georgia"/>
                <a:sym typeface="Georgia"/>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4" name="Google Shape;44;p10"/>
          <p:cNvSpPr txBox="1"/>
          <p:nvPr>
            <p:ph type="title"/>
          </p:nvPr>
        </p:nvSpPr>
        <p:spPr>
          <a:xfrm>
            <a:off x="740230" y="512537"/>
            <a:ext cx="22903542" cy="1642837"/>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Clr>
                <a:srgbClr val="000000"/>
              </a:buClr>
              <a:buSzPts val="7200"/>
              <a:buFont typeface="Open Sans"/>
              <a:buNone/>
              <a:defRPr b="1" sz="72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5" name="Google Shape;45;p10"/>
          <p:cNvSpPr txBox="1"/>
          <p:nvPr>
            <p:ph idx="12" type="sldNum"/>
          </p:nvPr>
        </p:nvSpPr>
        <p:spPr>
          <a:xfrm>
            <a:off x="23883620" y="13094459"/>
            <a:ext cx="500381" cy="512832"/>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6" name="Shape 46"/>
        <p:cNvGrpSpPr/>
        <p:nvPr/>
      </p:nvGrpSpPr>
      <p:grpSpPr>
        <a:xfrm>
          <a:off x="0" y="0"/>
          <a:ext cx="0" cy="0"/>
          <a:chOff x="0" y="0"/>
          <a:chExt cx="0" cy="0"/>
        </a:xfrm>
      </p:grpSpPr>
      <p:sp>
        <p:nvSpPr>
          <p:cNvPr id="47" name="Google Shape;47;p11"/>
          <p:cNvSpPr txBox="1"/>
          <p:nvPr>
            <p:ph type="title"/>
          </p:nvPr>
        </p:nvSpPr>
        <p:spPr>
          <a:xfrm>
            <a:off x="740230" y="512537"/>
            <a:ext cx="22903542" cy="1642837"/>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Clr>
                <a:srgbClr val="000000"/>
              </a:buClr>
              <a:buSzPts val="7200"/>
              <a:buFont typeface="Open Sans"/>
              <a:buNone/>
              <a:defRPr b="1" sz="72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8" name="Google Shape;48;p11"/>
          <p:cNvSpPr txBox="1"/>
          <p:nvPr>
            <p:ph idx="12" type="sldNum"/>
          </p:nvPr>
        </p:nvSpPr>
        <p:spPr>
          <a:xfrm>
            <a:off x="23883620" y="13094459"/>
            <a:ext cx="500381" cy="512832"/>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88888"/>
              </a:buClr>
              <a:buSzPts val="2400"/>
              <a:buFont typeface="Times New Roman"/>
              <a:buNone/>
              <a:defRPr>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9" name="Shape 49"/>
        <p:cNvGrpSpPr/>
        <p:nvPr/>
      </p:nvGrpSpPr>
      <p:grpSpPr>
        <a:xfrm>
          <a:off x="0" y="0"/>
          <a:ext cx="0" cy="0"/>
          <a:chOff x="0" y="0"/>
          <a:chExt cx="0" cy="0"/>
        </a:xfrm>
      </p:grpSpPr>
      <p:cxnSp>
        <p:nvCxnSpPr>
          <p:cNvPr id="50" name="Google Shape;50;p12"/>
          <p:cNvCxnSpPr/>
          <p:nvPr/>
        </p:nvCxnSpPr>
        <p:spPr>
          <a:xfrm>
            <a:off x="3962400" y="1981200"/>
            <a:ext cx="16459200" cy="0"/>
          </a:xfrm>
          <a:prstGeom prst="straightConnector1">
            <a:avLst/>
          </a:prstGeom>
          <a:noFill/>
          <a:ln cap="flat" cmpd="sng" w="38100">
            <a:solidFill>
              <a:srgbClr val="000000"/>
            </a:solidFill>
            <a:prstDash val="solid"/>
            <a:round/>
            <a:headEnd len="sm" w="sm" type="none"/>
            <a:tailEnd len="sm" w="sm" type="none"/>
          </a:ln>
        </p:spPr>
      </p:cxnSp>
      <p:sp>
        <p:nvSpPr>
          <p:cNvPr id="51" name="Google Shape;51;p12"/>
          <p:cNvSpPr txBox="1"/>
          <p:nvPr>
            <p:ph type="title"/>
          </p:nvPr>
        </p:nvSpPr>
        <p:spPr>
          <a:xfrm>
            <a:off x="3962400" y="304800"/>
            <a:ext cx="16459200" cy="182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6400"/>
              <a:buFont typeface="Arial"/>
              <a:buNone/>
              <a:defRPr sz="64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2" name="Google Shape;52;p12"/>
          <p:cNvSpPr txBox="1"/>
          <p:nvPr>
            <p:ph idx="1" type="body"/>
          </p:nvPr>
        </p:nvSpPr>
        <p:spPr>
          <a:xfrm>
            <a:off x="3962400" y="2286000"/>
            <a:ext cx="8077200" cy="9906000"/>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1pPr>
            <a:lvl2pPr indent="-584200" lvl="1" marL="9144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2pPr>
            <a:lvl3pPr indent="-584200" lvl="2" marL="1371600" algn="l">
              <a:lnSpc>
                <a:spcPct val="100000"/>
              </a:lnSpc>
              <a:spcBef>
                <a:spcPts val="1300"/>
              </a:spcBef>
              <a:spcAft>
                <a:spcPts val="0"/>
              </a:spcAft>
              <a:buClr>
                <a:srgbClr val="000000"/>
              </a:buClr>
              <a:buSzPts val="5600"/>
              <a:buFont typeface="Arial"/>
              <a:buChar char="&gt;"/>
              <a:defRPr sz="5600">
                <a:latin typeface="Arial"/>
                <a:ea typeface="Arial"/>
                <a:cs typeface="Arial"/>
                <a:sym typeface="Arial"/>
              </a:defRPr>
            </a:lvl3pPr>
            <a:lvl4pPr indent="-584200" lvl="3" marL="18288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4pPr>
            <a:lvl5pPr indent="-584200" lvl="4" marL="2286000" algn="l">
              <a:lnSpc>
                <a:spcPct val="100000"/>
              </a:lnSpc>
              <a:spcBef>
                <a:spcPts val="1300"/>
              </a:spcBef>
              <a:spcAft>
                <a:spcPts val="0"/>
              </a:spcAft>
              <a:buClr>
                <a:srgbClr val="000000"/>
              </a:buClr>
              <a:buSzPts val="5600"/>
              <a:buFont typeface="Arial"/>
              <a:buChar char="»"/>
              <a:defRPr sz="56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53" name="Google Shape;53;p12"/>
          <p:cNvSpPr txBox="1"/>
          <p:nvPr>
            <p:ph idx="12" type="sldNum"/>
          </p:nvPr>
        </p:nvSpPr>
        <p:spPr>
          <a:xfrm>
            <a:off x="19830484" y="1249680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2800"/>
              <a:buFont typeface="Arial"/>
              <a:buNone/>
              <a:defRPr sz="28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54" name="Shape 54"/>
        <p:cNvGrpSpPr/>
        <p:nvPr/>
      </p:nvGrpSpPr>
      <p:grpSpPr>
        <a:xfrm>
          <a:off x="0" y="0"/>
          <a:ext cx="0" cy="0"/>
          <a:chOff x="0" y="0"/>
          <a:chExt cx="0" cy="0"/>
        </a:xfrm>
      </p:grpSpPr>
      <p:sp>
        <p:nvSpPr>
          <p:cNvPr id="55" name="Google Shape;55;p13"/>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6" name="Google Shape;56;p13"/>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8">
    <p:spTree>
      <p:nvGrpSpPr>
        <p:cNvPr id="57" name="Shape 57"/>
        <p:cNvGrpSpPr/>
        <p:nvPr/>
      </p:nvGrpSpPr>
      <p:grpSpPr>
        <a:xfrm>
          <a:off x="0" y="0"/>
          <a:ext cx="0" cy="0"/>
          <a:chOff x="0" y="0"/>
          <a:chExt cx="0" cy="0"/>
        </a:xfrm>
      </p:grpSpPr>
      <p:sp>
        <p:nvSpPr>
          <p:cNvPr id="58" name="Google Shape;58;p14"/>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a:buNone/>
              <a:defRPr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9" name="Google Shape;59;p14"/>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60" name="Google Shape;60;p14"/>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spTree>
      <p:nvGrpSpPr>
        <p:cNvPr id="61" name="Shape 61"/>
        <p:cNvGrpSpPr/>
        <p:nvPr/>
      </p:nvGrpSpPr>
      <p:grpSpPr>
        <a:xfrm>
          <a:off x="0" y="0"/>
          <a:ext cx="0" cy="0"/>
          <a:chOff x="0" y="0"/>
          <a:chExt cx="0" cy="0"/>
        </a:xfrm>
      </p:grpSpPr>
      <p:sp>
        <p:nvSpPr>
          <p:cNvPr id="62" name="Google Shape;62;p15"/>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63" name="Google Shape;63;p15"/>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9">
    <p:spTree>
      <p:nvGrpSpPr>
        <p:cNvPr id="64" name="Shape 64"/>
        <p:cNvGrpSpPr/>
        <p:nvPr/>
      </p:nvGrpSpPr>
      <p:grpSpPr>
        <a:xfrm>
          <a:off x="0" y="0"/>
          <a:ext cx="0" cy="0"/>
          <a:chOff x="0" y="0"/>
          <a:chExt cx="0" cy="0"/>
        </a:xfrm>
      </p:grpSpPr>
      <p:cxnSp>
        <p:nvCxnSpPr>
          <p:cNvPr id="65" name="Google Shape;65;p16"/>
          <p:cNvCxnSpPr/>
          <p:nvPr/>
        </p:nvCxnSpPr>
        <p:spPr>
          <a:xfrm>
            <a:off x="4419600" y="1676400"/>
            <a:ext cx="15544800" cy="0"/>
          </a:xfrm>
          <a:prstGeom prst="straightConnector1">
            <a:avLst/>
          </a:prstGeom>
          <a:noFill/>
          <a:ln cap="flat" cmpd="sng" w="76200">
            <a:solidFill>
              <a:srgbClr val="000000"/>
            </a:solidFill>
            <a:prstDash val="solid"/>
            <a:round/>
            <a:headEnd len="sm" w="sm" type="none"/>
            <a:tailEnd len="sm" w="sm" type="none"/>
          </a:ln>
        </p:spPr>
      </p:cxnSp>
      <p:sp>
        <p:nvSpPr>
          <p:cNvPr id="66" name="Google Shape;66;p16"/>
          <p:cNvSpPr txBox="1"/>
          <p:nvPr>
            <p:ph type="title"/>
          </p:nvPr>
        </p:nvSpPr>
        <p:spPr>
          <a:xfrm>
            <a:off x="4419600" y="152400"/>
            <a:ext cx="15544800" cy="1676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6800"/>
              <a:buFont typeface="Arial"/>
              <a:buNone/>
              <a:defRPr sz="6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67" name="Google Shape;67;p16"/>
          <p:cNvSpPr txBox="1"/>
          <p:nvPr>
            <p:ph idx="1" type="body"/>
          </p:nvPr>
        </p:nvSpPr>
        <p:spPr>
          <a:xfrm>
            <a:off x="4419600" y="1828800"/>
            <a:ext cx="15544800" cy="10515600"/>
          </a:xfrm>
          <a:prstGeom prst="rect">
            <a:avLst/>
          </a:prstGeom>
          <a:noFill/>
          <a:ln>
            <a:noFill/>
          </a:ln>
        </p:spPr>
        <p:txBody>
          <a:bodyPr anchorCtr="0" anchor="t" bIns="91425" lIns="91425" spcFirstLastPara="1" rIns="91425" wrap="square" tIns="91425">
            <a:normAutofit/>
          </a:bodyPr>
          <a:lstStyle>
            <a:lvl1pPr indent="-228600" lvl="0" marL="457200" algn="l">
              <a:lnSpc>
                <a:spcPct val="100000"/>
              </a:lnSpc>
              <a:spcBef>
                <a:spcPts val="1100"/>
              </a:spcBef>
              <a:spcAft>
                <a:spcPts val="0"/>
              </a:spcAft>
              <a:buClr>
                <a:srgbClr val="000000"/>
              </a:buClr>
              <a:buSzPts val="4800"/>
              <a:buFont typeface="Arial"/>
              <a:buNone/>
              <a:defRPr sz="4800">
                <a:latin typeface="Arial"/>
                <a:ea typeface="Arial"/>
                <a:cs typeface="Arial"/>
                <a:sym typeface="Arial"/>
              </a:defRPr>
            </a:lvl1pPr>
            <a:lvl2pPr indent="-533400" lvl="1" marL="914400" algn="l">
              <a:lnSpc>
                <a:spcPct val="100000"/>
              </a:lnSpc>
              <a:spcBef>
                <a:spcPts val="1100"/>
              </a:spcBef>
              <a:spcAft>
                <a:spcPts val="0"/>
              </a:spcAft>
              <a:buClr>
                <a:srgbClr val="000000"/>
              </a:buClr>
              <a:buSzPts val="4800"/>
              <a:buFont typeface="Arial"/>
              <a:buChar char="•"/>
              <a:defRPr sz="4800">
                <a:latin typeface="Arial"/>
                <a:ea typeface="Arial"/>
                <a:cs typeface="Arial"/>
                <a:sym typeface="Arial"/>
              </a:defRPr>
            </a:lvl2pPr>
            <a:lvl3pPr indent="-533400" lvl="2" marL="1371600" algn="l">
              <a:lnSpc>
                <a:spcPct val="100000"/>
              </a:lnSpc>
              <a:spcBef>
                <a:spcPts val="1100"/>
              </a:spcBef>
              <a:spcAft>
                <a:spcPts val="0"/>
              </a:spcAft>
              <a:buClr>
                <a:srgbClr val="000000"/>
              </a:buClr>
              <a:buSzPts val="4800"/>
              <a:buFont typeface="Arial"/>
              <a:buChar char="–"/>
              <a:defRPr sz="4800">
                <a:latin typeface="Arial"/>
                <a:ea typeface="Arial"/>
                <a:cs typeface="Arial"/>
                <a:sym typeface="Arial"/>
              </a:defRPr>
            </a:lvl3pPr>
            <a:lvl4pPr indent="-533400" lvl="3" marL="1828800" algn="l">
              <a:lnSpc>
                <a:spcPct val="100000"/>
              </a:lnSpc>
              <a:spcBef>
                <a:spcPts val="1100"/>
              </a:spcBef>
              <a:spcAft>
                <a:spcPts val="0"/>
              </a:spcAft>
              <a:buClr>
                <a:srgbClr val="000000"/>
              </a:buClr>
              <a:buSzPts val="4800"/>
              <a:buFont typeface="Arial"/>
              <a:buChar char="»"/>
              <a:defRPr sz="4800">
                <a:latin typeface="Arial"/>
                <a:ea typeface="Arial"/>
                <a:cs typeface="Arial"/>
                <a:sym typeface="Arial"/>
              </a:defRPr>
            </a:lvl4pPr>
            <a:lvl5pPr indent="-533400" lvl="4" marL="2286000" algn="l">
              <a:lnSpc>
                <a:spcPct val="100000"/>
              </a:lnSpc>
              <a:spcBef>
                <a:spcPts val="1100"/>
              </a:spcBef>
              <a:spcAft>
                <a:spcPts val="0"/>
              </a:spcAft>
              <a:buClr>
                <a:srgbClr val="000000"/>
              </a:buClr>
              <a:buSzPts val="4800"/>
              <a:buFont typeface="Arial"/>
              <a:buChar char="»"/>
              <a:defRPr sz="48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68" name="Google Shape;68;p16"/>
          <p:cNvSpPr txBox="1"/>
          <p:nvPr>
            <p:ph idx="12" type="sldNum"/>
          </p:nvPr>
        </p:nvSpPr>
        <p:spPr>
          <a:xfrm>
            <a:off x="19413220" y="12496800"/>
            <a:ext cx="551181" cy="574174"/>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0">
    <p:spTree>
      <p:nvGrpSpPr>
        <p:cNvPr id="69" name="Shape 69"/>
        <p:cNvGrpSpPr/>
        <p:nvPr/>
      </p:nvGrpSpPr>
      <p:grpSpPr>
        <a:xfrm>
          <a:off x="0" y="0"/>
          <a:ext cx="0" cy="0"/>
          <a:chOff x="0" y="0"/>
          <a:chExt cx="0" cy="0"/>
        </a:xfrm>
      </p:grpSpPr>
      <p:sp>
        <p:nvSpPr>
          <p:cNvPr id="70" name="Google Shape;70;p17"/>
          <p:cNvSpPr txBox="1"/>
          <p:nvPr/>
        </p:nvSpPr>
        <p:spPr>
          <a:xfrm>
            <a:off x="3048000" y="13268326"/>
            <a:ext cx="1784723" cy="197384"/>
          </a:xfrm>
          <a:prstGeom prst="rect">
            <a:avLst/>
          </a:prstGeom>
          <a:noFill/>
          <a:ln>
            <a:noFill/>
          </a:ln>
        </p:spPr>
        <p:txBody>
          <a:bodyPr anchorCtr="0" anchor="t" bIns="0" lIns="0" spcFirstLastPara="1" rIns="0" wrap="square" tIns="0">
            <a:spAutoFit/>
          </a:bodyPr>
          <a:lstStyle/>
          <a:p>
            <a:pPr indent="39687" lvl="0" marL="0" marR="0" rtl="0" algn="l">
              <a:lnSpc>
                <a:spcPct val="100000"/>
              </a:lnSpc>
              <a:spcBef>
                <a:spcPts val="0"/>
              </a:spcBef>
              <a:spcAft>
                <a:spcPts val="0"/>
              </a:spcAft>
              <a:buClr>
                <a:srgbClr val="004731"/>
              </a:buClr>
              <a:buSzPts val="1400"/>
              <a:buFont typeface="Arial"/>
              <a:buNone/>
            </a:pPr>
            <a:r>
              <a:rPr b="0" i="0" lang="en-US" sz="1400" u="none" cap="none" strike="noStrike">
                <a:solidFill>
                  <a:srgbClr val="004731"/>
                </a:solidFill>
                <a:latin typeface="Arial"/>
                <a:ea typeface="Arial"/>
                <a:cs typeface="Arial"/>
                <a:sym typeface="Arial"/>
              </a:rPr>
              <a:t>© 2006 Noah Snavely</a:t>
            </a:r>
            <a:endParaRPr/>
          </a:p>
        </p:txBody>
      </p:sp>
      <p:sp>
        <p:nvSpPr>
          <p:cNvPr id="71" name="Google Shape;71;p17"/>
          <p:cNvSpPr txBox="1"/>
          <p:nvPr>
            <p:ph type="title"/>
          </p:nvPr>
        </p:nvSpPr>
        <p:spPr>
          <a:xfrm>
            <a:off x="3657600" y="0"/>
            <a:ext cx="16916400" cy="2914650"/>
          </a:xfrm>
          <a:prstGeom prst="rect">
            <a:avLst/>
          </a:prstGeom>
          <a:noFill/>
          <a:ln>
            <a:noFill/>
          </a:ln>
        </p:spPr>
        <p:txBody>
          <a:bodyPr anchorCtr="0" anchor="ctr" bIns="101600" lIns="101600" spcFirstLastPara="1" rIns="101600" wrap="square" tIns="101600">
            <a:normAutofit/>
          </a:bodyPr>
          <a:lstStyle>
            <a:lvl1pPr lvl="0" algn="l">
              <a:lnSpc>
                <a:spcPct val="100000"/>
              </a:lnSpc>
              <a:spcBef>
                <a:spcPts val="0"/>
              </a:spcBef>
              <a:spcAft>
                <a:spcPts val="0"/>
              </a:spcAft>
              <a:buClr>
                <a:srgbClr val="004731"/>
              </a:buClr>
              <a:buSzPts val="7400"/>
              <a:buFont typeface="Arial"/>
              <a:buNone/>
              <a:defRPr b="1" sz="7400">
                <a:solidFill>
                  <a:srgbClr val="004731"/>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72" name="Google Shape;72;p17"/>
          <p:cNvSpPr txBox="1"/>
          <p:nvPr>
            <p:ph idx="1" type="body"/>
          </p:nvPr>
        </p:nvSpPr>
        <p:spPr>
          <a:xfrm>
            <a:off x="3743326" y="3067050"/>
            <a:ext cx="16830674" cy="10648950"/>
          </a:xfrm>
          <a:prstGeom prst="rect">
            <a:avLst/>
          </a:prstGeom>
          <a:noFill/>
          <a:ln>
            <a:noFill/>
          </a:ln>
        </p:spPr>
        <p:txBody>
          <a:bodyPr anchorCtr="0" anchor="t" bIns="101600" lIns="101600" spcFirstLastPara="1" rIns="101600" wrap="square" tIns="101600">
            <a:normAutofit/>
          </a:bodyPr>
          <a:lstStyle>
            <a:lvl1pPr indent="-661670" lvl="0" marL="4572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1pPr>
            <a:lvl2pPr indent="-661670" lvl="1" marL="9144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2pPr>
            <a:lvl3pPr indent="-661670" lvl="2" marL="13716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3pPr>
            <a:lvl4pPr indent="-661670" lvl="3" marL="18288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4pPr>
            <a:lvl5pPr indent="-661670" lvl="4" marL="2286000" algn="l">
              <a:lnSpc>
                <a:spcPct val="110000"/>
              </a:lnSpc>
              <a:spcBef>
                <a:spcPts val="1200"/>
              </a:spcBef>
              <a:spcAft>
                <a:spcPts val="0"/>
              </a:spcAft>
              <a:buClr>
                <a:srgbClr val="F17C0E"/>
              </a:buClr>
              <a:buSzPts val="6820"/>
              <a:buFont typeface="Arial"/>
              <a:buChar char="›"/>
              <a:defRPr sz="6200">
                <a:solidFill>
                  <a:srgbClr val="004731"/>
                </a:solidFill>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73" name="Google Shape;73;p17"/>
          <p:cNvSpPr txBox="1"/>
          <p:nvPr>
            <p:ph idx="12" type="sldNum"/>
          </p:nvPr>
        </p:nvSpPr>
        <p:spPr>
          <a:xfrm>
            <a:off x="11887200" y="12712700"/>
            <a:ext cx="4267200" cy="7366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4" name="Shape 74"/>
        <p:cNvGrpSpPr/>
        <p:nvPr/>
      </p:nvGrpSpPr>
      <p:grpSpPr>
        <a:xfrm>
          <a:off x="0" y="0"/>
          <a:ext cx="0" cy="0"/>
          <a:chOff x="0" y="0"/>
          <a:chExt cx="0" cy="0"/>
        </a:xfrm>
      </p:grpSpPr>
      <p:sp>
        <p:nvSpPr>
          <p:cNvPr id="75" name="Google Shape;75;p18"/>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Photo - Horizontal">
    <p:spTree>
      <p:nvGrpSpPr>
        <p:cNvPr id="76" name="Shape 76"/>
        <p:cNvGrpSpPr/>
        <p:nvPr/>
      </p:nvGrpSpPr>
      <p:grpSpPr>
        <a:xfrm>
          <a:off x="0" y="0"/>
          <a:ext cx="0" cy="0"/>
          <a:chOff x="0" y="0"/>
          <a:chExt cx="0" cy="0"/>
        </a:xfrm>
      </p:grpSpPr>
      <p:sp>
        <p:nvSpPr>
          <p:cNvPr id="77" name="Google Shape;77;p19"/>
          <p:cNvSpPr/>
          <p:nvPr>
            <p:ph idx="2" type="pic"/>
          </p:nvPr>
        </p:nvSpPr>
        <p:spPr>
          <a:xfrm>
            <a:off x="3124200" y="-38100"/>
            <a:ext cx="18135600" cy="12096698"/>
          </a:xfrm>
          <a:prstGeom prst="rect">
            <a:avLst/>
          </a:prstGeom>
          <a:noFill/>
          <a:ln>
            <a:noFill/>
          </a:ln>
        </p:spPr>
      </p:sp>
      <p:sp>
        <p:nvSpPr>
          <p:cNvPr id="78" name="Google Shape;78;p19"/>
          <p:cNvSpPr txBox="1"/>
          <p:nvPr>
            <p:ph type="title"/>
          </p:nvPr>
        </p:nvSpPr>
        <p:spPr>
          <a:xfrm>
            <a:off x="635000" y="9512300"/>
            <a:ext cx="23114000" cy="20066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79" name="Google Shape;79;p19"/>
          <p:cNvSpPr txBox="1"/>
          <p:nvPr>
            <p:ph idx="1" type="body"/>
          </p:nvPr>
        </p:nvSpPr>
        <p:spPr>
          <a:xfrm>
            <a:off x="635000" y="11442700"/>
            <a:ext cx="23114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80" name="Google Shape;80;p19"/>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er">
  <p:cSld name="Title - Center">
    <p:spTree>
      <p:nvGrpSpPr>
        <p:cNvPr id="81" name="Shape 81"/>
        <p:cNvGrpSpPr/>
        <p:nvPr/>
      </p:nvGrpSpPr>
      <p:grpSpPr>
        <a:xfrm>
          <a:off x="0" y="0"/>
          <a:ext cx="0" cy="0"/>
          <a:chOff x="0" y="0"/>
          <a:chExt cx="0" cy="0"/>
        </a:xfrm>
      </p:grpSpPr>
      <p:sp>
        <p:nvSpPr>
          <p:cNvPr id="82" name="Google Shape;82;p20"/>
          <p:cNvSpPr txBox="1"/>
          <p:nvPr>
            <p:ph type="title"/>
          </p:nvPr>
        </p:nvSpPr>
        <p:spPr>
          <a:xfrm>
            <a:off x="1778000" y="4533900"/>
            <a:ext cx="20828000" cy="46482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83" name="Google Shape;83;p20"/>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Vertical">
  <p:cSld name="Photo - Vertical">
    <p:spTree>
      <p:nvGrpSpPr>
        <p:cNvPr id="84" name="Shape 84"/>
        <p:cNvGrpSpPr/>
        <p:nvPr/>
      </p:nvGrpSpPr>
      <p:grpSpPr>
        <a:xfrm>
          <a:off x="0" y="0"/>
          <a:ext cx="0" cy="0"/>
          <a:chOff x="0" y="0"/>
          <a:chExt cx="0" cy="0"/>
        </a:xfrm>
      </p:grpSpPr>
      <p:sp>
        <p:nvSpPr>
          <p:cNvPr id="85" name="Google Shape;85;p21"/>
          <p:cNvSpPr/>
          <p:nvPr>
            <p:ph idx="2" type="pic"/>
          </p:nvPr>
        </p:nvSpPr>
        <p:spPr>
          <a:xfrm>
            <a:off x="7950200" y="1104900"/>
            <a:ext cx="17259302" cy="11506201"/>
          </a:xfrm>
          <a:prstGeom prst="rect">
            <a:avLst/>
          </a:prstGeom>
          <a:noFill/>
          <a:ln>
            <a:noFill/>
          </a:ln>
        </p:spPr>
      </p:sp>
      <p:sp>
        <p:nvSpPr>
          <p:cNvPr id="86" name="Google Shape;86;p21"/>
          <p:cNvSpPr txBox="1"/>
          <p:nvPr>
            <p:ph type="title"/>
          </p:nvPr>
        </p:nvSpPr>
        <p:spPr>
          <a:xfrm>
            <a:off x="1651000" y="952500"/>
            <a:ext cx="10223500" cy="55499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8400"/>
              <a:buFont typeface="Helvetica Neue"/>
              <a:buNone/>
              <a:defRPr sz="84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87" name="Google Shape;87;p21"/>
          <p:cNvSpPr txBox="1"/>
          <p:nvPr>
            <p:ph idx="1" type="body"/>
          </p:nvPr>
        </p:nvSpPr>
        <p:spPr>
          <a:xfrm>
            <a:off x="1651000" y="6527800"/>
            <a:ext cx="10223500" cy="57277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88" name="Google Shape;88;p21"/>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89" name="Shape 89"/>
        <p:cNvGrpSpPr/>
        <p:nvPr/>
      </p:nvGrpSpPr>
      <p:grpSpPr>
        <a:xfrm>
          <a:off x="0" y="0"/>
          <a:ext cx="0" cy="0"/>
          <a:chOff x="0" y="0"/>
          <a:chExt cx="0" cy="0"/>
        </a:xfrm>
      </p:grpSpPr>
      <p:sp>
        <p:nvSpPr>
          <p:cNvPr id="90" name="Google Shape;90;p22"/>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91" name="Google Shape;91;p22"/>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a:buChar char="•"/>
              <a:defRPr sz="4800"/>
            </a:lvl1pPr>
            <a:lvl2pPr indent="-609600" lvl="1" marL="914400" algn="l">
              <a:lnSpc>
                <a:spcPct val="100000"/>
              </a:lnSpc>
              <a:spcBef>
                <a:spcPts val="5900"/>
              </a:spcBef>
              <a:spcAft>
                <a:spcPts val="0"/>
              </a:spcAft>
              <a:buClr>
                <a:srgbClr val="000000"/>
              </a:buClr>
              <a:buSzPts val="6000"/>
              <a:buFont typeface="Helvetica Neue"/>
              <a:buChar char="•"/>
              <a:defRPr sz="4800"/>
            </a:lvl2pPr>
            <a:lvl3pPr indent="-609600" lvl="2" marL="1371600" algn="l">
              <a:lnSpc>
                <a:spcPct val="100000"/>
              </a:lnSpc>
              <a:spcBef>
                <a:spcPts val="5900"/>
              </a:spcBef>
              <a:spcAft>
                <a:spcPts val="0"/>
              </a:spcAft>
              <a:buClr>
                <a:srgbClr val="000000"/>
              </a:buClr>
              <a:buSzPts val="6000"/>
              <a:buFont typeface="Helvetica Neue"/>
              <a:buChar char="•"/>
              <a:defRPr sz="4800"/>
            </a:lvl3pPr>
            <a:lvl4pPr indent="-609600" lvl="3" marL="1828800" algn="l">
              <a:lnSpc>
                <a:spcPct val="100000"/>
              </a:lnSpc>
              <a:spcBef>
                <a:spcPts val="5900"/>
              </a:spcBef>
              <a:spcAft>
                <a:spcPts val="0"/>
              </a:spcAft>
              <a:buClr>
                <a:srgbClr val="000000"/>
              </a:buClr>
              <a:buSzPts val="6000"/>
              <a:buFont typeface="Helvetica Neue"/>
              <a:buChar char="•"/>
              <a:defRPr sz="4800"/>
            </a:lvl4pPr>
            <a:lvl5pPr indent="-609600" lvl="4" marL="2286000" algn="l">
              <a:lnSpc>
                <a:spcPct val="100000"/>
              </a:lnSpc>
              <a:spcBef>
                <a:spcPts val="5900"/>
              </a:spcBef>
              <a:spcAft>
                <a:spcPts val="0"/>
              </a:spcAft>
              <a:buClr>
                <a:srgbClr val="000000"/>
              </a:buClr>
              <a:buSzPts val="6000"/>
              <a:buFont typeface="Helvetica Neue"/>
              <a:buChar char="•"/>
              <a:defRPr sz="4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92" name="Google Shape;92;p22"/>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spTree>
      <p:nvGrpSpPr>
        <p:cNvPr id="93" name="Shape 93"/>
        <p:cNvGrpSpPr/>
        <p:nvPr/>
      </p:nvGrpSpPr>
      <p:grpSpPr>
        <a:xfrm>
          <a:off x="0" y="0"/>
          <a:ext cx="0" cy="0"/>
          <a:chOff x="0" y="0"/>
          <a:chExt cx="0" cy="0"/>
        </a:xfrm>
      </p:grpSpPr>
      <p:sp>
        <p:nvSpPr>
          <p:cNvPr id="94" name="Google Shape;94;p23"/>
          <p:cNvSpPr/>
          <p:nvPr>
            <p:ph idx="2" type="pic"/>
          </p:nvPr>
        </p:nvSpPr>
        <p:spPr>
          <a:xfrm>
            <a:off x="10960100" y="3149600"/>
            <a:ext cx="13944600" cy="9296400"/>
          </a:xfrm>
          <a:prstGeom prst="rect">
            <a:avLst/>
          </a:prstGeom>
          <a:noFill/>
          <a:ln>
            <a:noFill/>
          </a:ln>
        </p:spPr>
      </p:sp>
      <p:sp>
        <p:nvSpPr>
          <p:cNvPr id="95" name="Google Shape;95;p23"/>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96" name="Google Shape;96;p23"/>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000000"/>
              </a:buClr>
              <a:buSzPts val="4750"/>
              <a:buFont typeface="Helvetica Neue"/>
              <a:buChar char="•"/>
              <a:defRPr sz="3800"/>
            </a:lvl1pPr>
            <a:lvl2pPr indent="-530225" lvl="1" marL="914400" algn="l">
              <a:lnSpc>
                <a:spcPct val="100000"/>
              </a:lnSpc>
              <a:spcBef>
                <a:spcPts val="4500"/>
              </a:spcBef>
              <a:spcAft>
                <a:spcPts val="0"/>
              </a:spcAft>
              <a:buClr>
                <a:srgbClr val="000000"/>
              </a:buClr>
              <a:buSzPts val="4750"/>
              <a:buFont typeface="Helvetica Neue"/>
              <a:buChar char="•"/>
              <a:defRPr sz="3800"/>
            </a:lvl2pPr>
            <a:lvl3pPr indent="-530225" lvl="2" marL="1371600" algn="l">
              <a:lnSpc>
                <a:spcPct val="100000"/>
              </a:lnSpc>
              <a:spcBef>
                <a:spcPts val="4500"/>
              </a:spcBef>
              <a:spcAft>
                <a:spcPts val="0"/>
              </a:spcAft>
              <a:buClr>
                <a:srgbClr val="000000"/>
              </a:buClr>
              <a:buSzPts val="4750"/>
              <a:buFont typeface="Helvetica Neue"/>
              <a:buChar char="•"/>
              <a:defRPr sz="3800"/>
            </a:lvl3pPr>
            <a:lvl4pPr indent="-530225" lvl="3" marL="1828800" algn="l">
              <a:lnSpc>
                <a:spcPct val="100000"/>
              </a:lnSpc>
              <a:spcBef>
                <a:spcPts val="4500"/>
              </a:spcBef>
              <a:spcAft>
                <a:spcPts val="0"/>
              </a:spcAft>
              <a:buClr>
                <a:srgbClr val="000000"/>
              </a:buClr>
              <a:buSzPts val="4750"/>
              <a:buFont typeface="Helvetica Neue"/>
              <a:buChar char="•"/>
              <a:defRPr sz="3800"/>
            </a:lvl4pPr>
            <a:lvl5pPr indent="-530225" lvl="4" marL="2286000" algn="l">
              <a:lnSpc>
                <a:spcPct val="100000"/>
              </a:lnSpc>
              <a:spcBef>
                <a:spcPts val="4500"/>
              </a:spcBef>
              <a:spcAft>
                <a:spcPts val="0"/>
              </a:spcAft>
              <a:buClr>
                <a:srgbClr val="000000"/>
              </a:buClr>
              <a:buSzPts val="4750"/>
              <a:buFont typeface="Helvetica Neue"/>
              <a:buChar char="•"/>
              <a:defRPr sz="3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97" name="Google Shape;97;p23"/>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98" name="Shape 98"/>
        <p:cNvGrpSpPr/>
        <p:nvPr/>
      </p:nvGrpSpPr>
      <p:grpSpPr>
        <a:xfrm>
          <a:off x="0" y="0"/>
          <a:ext cx="0" cy="0"/>
          <a:chOff x="0" y="0"/>
          <a:chExt cx="0" cy="0"/>
        </a:xfrm>
      </p:grpSpPr>
      <p:sp>
        <p:nvSpPr>
          <p:cNvPr id="99" name="Google Shape;99;p24"/>
          <p:cNvSpPr txBox="1"/>
          <p:nvPr>
            <p:ph idx="1" type="body"/>
          </p:nvPr>
        </p:nvSpPr>
        <p:spPr>
          <a:xfrm>
            <a:off x="1689100" y="1778000"/>
            <a:ext cx="21005800" cy="101600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a:buChar char="•"/>
              <a:defRPr sz="4800"/>
            </a:lvl1pPr>
            <a:lvl2pPr indent="-609600" lvl="1" marL="914400" algn="l">
              <a:lnSpc>
                <a:spcPct val="100000"/>
              </a:lnSpc>
              <a:spcBef>
                <a:spcPts val="5900"/>
              </a:spcBef>
              <a:spcAft>
                <a:spcPts val="0"/>
              </a:spcAft>
              <a:buClr>
                <a:srgbClr val="000000"/>
              </a:buClr>
              <a:buSzPts val="6000"/>
              <a:buFont typeface="Helvetica Neue"/>
              <a:buChar char="•"/>
              <a:defRPr sz="4800"/>
            </a:lvl2pPr>
            <a:lvl3pPr indent="-609600" lvl="2" marL="1371600" algn="l">
              <a:lnSpc>
                <a:spcPct val="100000"/>
              </a:lnSpc>
              <a:spcBef>
                <a:spcPts val="5900"/>
              </a:spcBef>
              <a:spcAft>
                <a:spcPts val="0"/>
              </a:spcAft>
              <a:buClr>
                <a:srgbClr val="000000"/>
              </a:buClr>
              <a:buSzPts val="6000"/>
              <a:buFont typeface="Helvetica Neue"/>
              <a:buChar char="•"/>
              <a:defRPr sz="4800"/>
            </a:lvl3pPr>
            <a:lvl4pPr indent="-609600" lvl="3" marL="1828800" algn="l">
              <a:lnSpc>
                <a:spcPct val="100000"/>
              </a:lnSpc>
              <a:spcBef>
                <a:spcPts val="5900"/>
              </a:spcBef>
              <a:spcAft>
                <a:spcPts val="0"/>
              </a:spcAft>
              <a:buClr>
                <a:srgbClr val="000000"/>
              </a:buClr>
              <a:buSzPts val="6000"/>
              <a:buFont typeface="Helvetica Neue"/>
              <a:buChar char="•"/>
              <a:defRPr sz="4800"/>
            </a:lvl4pPr>
            <a:lvl5pPr indent="-609600" lvl="4" marL="2286000" algn="l">
              <a:lnSpc>
                <a:spcPct val="100000"/>
              </a:lnSpc>
              <a:spcBef>
                <a:spcPts val="5900"/>
              </a:spcBef>
              <a:spcAft>
                <a:spcPts val="0"/>
              </a:spcAft>
              <a:buClr>
                <a:srgbClr val="000000"/>
              </a:buClr>
              <a:buSzPts val="6000"/>
              <a:buFont typeface="Helvetica Neue"/>
              <a:buChar char="•"/>
              <a:defRPr sz="4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00" name="Google Shape;100;p24"/>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101" name="Shape 101"/>
        <p:cNvGrpSpPr/>
        <p:nvPr/>
      </p:nvGrpSpPr>
      <p:grpSpPr>
        <a:xfrm>
          <a:off x="0" y="0"/>
          <a:ext cx="0" cy="0"/>
          <a:chOff x="0" y="0"/>
          <a:chExt cx="0" cy="0"/>
        </a:xfrm>
      </p:grpSpPr>
      <p:sp>
        <p:nvSpPr>
          <p:cNvPr id="102" name="Google Shape;102;p25"/>
          <p:cNvSpPr/>
          <p:nvPr>
            <p:ph idx="2" type="pic"/>
          </p:nvPr>
        </p:nvSpPr>
        <p:spPr>
          <a:xfrm>
            <a:off x="15681340" y="7035800"/>
            <a:ext cx="8396678" cy="5600700"/>
          </a:xfrm>
          <a:prstGeom prst="rect">
            <a:avLst/>
          </a:prstGeom>
          <a:noFill/>
          <a:ln>
            <a:noFill/>
          </a:ln>
        </p:spPr>
      </p:sp>
      <p:sp>
        <p:nvSpPr>
          <p:cNvPr id="103" name="Google Shape;103;p25"/>
          <p:cNvSpPr/>
          <p:nvPr>
            <p:ph idx="3" type="pic"/>
          </p:nvPr>
        </p:nvSpPr>
        <p:spPr>
          <a:xfrm>
            <a:off x="15290800" y="1130300"/>
            <a:ext cx="8331200" cy="5554134"/>
          </a:xfrm>
          <a:prstGeom prst="rect">
            <a:avLst/>
          </a:prstGeom>
          <a:noFill/>
          <a:ln>
            <a:noFill/>
          </a:ln>
        </p:spPr>
      </p:sp>
      <p:sp>
        <p:nvSpPr>
          <p:cNvPr id="104" name="Google Shape;104;p25"/>
          <p:cNvSpPr/>
          <p:nvPr>
            <p:ph idx="4" type="pic"/>
          </p:nvPr>
        </p:nvSpPr>
        <p:spPr>
          <a:xfrm>
            <a:off x="-304800" y="1130300"/>
            <a:ext cx="17202150" cy="11468100"/>
          </a:xfrm>
          <a:prstGeom prst="rect">
            <a:avLst/>
          </a:prstGeom>
          <a:noFill/>
          <a:ln>
            <a:noFill/>
          </a:ln>
        </p:spPr>
      </p:sp>
      <p:sp>
        <p:nvSpPr>
          <p:cNvPr id="105" name="Google Shape;105;p25"/>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06" name="Shape 106"/>
        <p:cNvGrpSpPr/>
        <p:nvPr/>
      </p:nvGrpSpPr>
      <p:grpSpPr>
        <a:xfrm>
          <a:off x="0" y="0"/>
          <a:ext cx="0" cy="0"/>
          <a:chOff x="0" y="0"/>
          <a:chExt cx="0" cy="0"/>
        </a:xfrm>
      </p:grpSpPr>
      <p:sp>
        <p:nvSpPr>
          <p:cNvPr id="107" name="Google Shape;107;p26"/>
          <p:cNvSpPr txBox="1"/>
          <p:nvPr>
            <p:ph idx="1" type="body"/>
          </p:nvPr>
        </p:nvSpPr>
        <p:spPr>
          <a:xfrm>
            <a:off x="2387600" y="8953500"/>
            <a:ext cx="19621500" cy="585521"/>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08" name="Google Shape;108;p26"/>
          <p:cNvSpPr txBox="1"/>
          <p:nvPr>
            <p:ph idx="2" type="body"/>
          </p:nvPr>
        </p:nvSpPr>
        <p:spPr>
          <a:xfrm>
            <a:off x="2387600" y="6076950"/>
            <a:ext cx="19621500" cy="825500"/>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a:buNone/>
              <a:defRPr sz="4800">
                <a:latin typeface="Helvetica Neue"/>
                <a:ea typeface="Helvetica Neue"/>
                <a:cs typeface="Helvetica Neue"/>
                <a:sym typeface="Helvetica Neue"/>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09" name="Google Shape;109;p26"/>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110" name="Shape 110"/>
        <p:cNvGrpSpPr/>
        <p:nvPr/>
      </p:nvGrpSpPr>
      <p:grpSpPr>
        <a:xfrm>
          <a:off x="0" y="0"/>
          <a:ext cx="0" cy="0"/>
          <a:chOff x="0" y="0"/>
          <a:chExt cx="0" cy="0"/>
        </a:xfrm>
      </p:grpSpPr>
      <p:sp>
        <p:nvSpPr>
          <p:cNvPr id="111" name="Google Shape;111;p27"/>
          <p:cNvSpPr/>
          <p:nvPr>
            <p:ph idx="2" type="pic"/>
          </p:nvPr>
        </p:nvSpPr>
        <p:spPr>
          <a:xfrm>
            <a:off x="0" y="0"/>
            <a:ext cx="24384000" cy="16264467"/>
          </a:xfrm>
          <a:prstGeom prst="rect">
            <a:avLst/>
          </a:prstGeom>
          <a:noFill/>
          <a:ln>
            <a:noFill/>
          </a:ln>
        </p:spPr>
      </p:sp>
      <p:sp>
        <p:nvSpPr>
          <p:cNvPr id="112" name="Google Shape;112;p27"/>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p:spTree>
      <p:nvGrpSpPr>
        <p:cNvPr id="113" name="Shape 113"/>
        <p:cNvGrpSpPr/>
        <p:nvPr/>
      </p:nvGrpSpPr>
      <p:grpSpPr>
        <a:xfrm>
          <a:off x="0" y="0"/>
          <a:ext cx="0" cy="0"/>
          <a:chOff x="0" y="0"/>
          <a:chExt cx="0" cy="0"/>
        </a:xfrm>
      </p:grpSpPr>
      <p:sp>
        <p:nvSpPr>
          <p:cNvPr id="114" name="Google Shape;114;p28"/>
          <p:cNvSpPr txBox="1"/>
          <p:nvPr>
            <p:ph type="title"/>
          </p:nvPr>
        </p:nvSpPr>
        <p:spPr>
          <a:xfrm>
            <a:off x="4833940" y="2303860"/>
            <a:ext cx="14716126" cy="4643439"/>
          </a:xfrm>
          <a:prstGeom prst="rect">
            <a:avLst/>
          </a:prstGeom>
          <a:noFill/>
          <a:ln>
            <a:noFill/>
          </a:ln>
        </p:spPr>
        <p:txBody>
          <a:bodyPr anchorCtr="0" anchor="b" bIns="71375" lIns="71375" spcFirstLastPara="1" rIns="71375" wrap="square" tIns="7137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5" name="Google Shape;115;p28"/>
          <p:cNvSpPr txBox="1"/>
          <p:nvPr>
            <p:ph idx="1" type="body"/>
          </p:nvPr>
        </p:nvSpPr>
        <p:spPr>
          <a:xfrm>
            <a:off x="4833940" y="7072313"/>
            <a:ext cx="14716126" cy="1589487"/>
          </a:xfrm>
          <a:prstGeom prst="rect">
            <a:avLst/>
          </a:prstGeom>
          <a:noFill/>
          <a:ln>
            <a:noFill/>
          </a:ln>
        </p:spPr>
        <p:txBody>
          <a:bodyPr anchorCtr="0" anchor="t" bIns="71375" lIns="71375" spcFirstLastPara="1" rIns="71375" wrap="square" tIns="71375">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16" name="Google Shape;116;p28"/>
          <p:cNvSpPr txBox="1"/>
          <p:nvPr>
            <p:ph idx="12" type="sldNum"/>
          </p:nvPr>
        </p:nvSpPr>
        <p:spPr>
          <a:xfrm>
            <a:off x="11942928" y="13010559"/>
            <a:ext cx="480310" cy="498395"/>
          </a:xfrm>
          <a:prstGeom prst="rect">
            <a:avLst/>
          </a:prstGeom>
          <a:noFill/>
          <a:ln>
            <a:noFill/>
          </a:ln>
        </p:spPr>
        <p:txBody>
          <a:bodyPr anchorCtr="0" anchor="t" bIns="71375" lIns="71375" spcFirstLastPara="1" rIns="71375" wrap="square" tIns="71375">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2">
    <p:spTree>
      <p:nvGrpSpPr>
        <p:cNvPr id="117" name="Shape 117"/>
        <p:cNvGrpSpPr/>
        <p:nvPr/>
      </p:nvGrpSpPr>
      <p:grpSpPr>
        <a:xfrm>
          <a:off x="0" y="0"/>
          <a:ext cx="0" cy="0"/>
          <a:chOff x="0" y="0"/>
          <a:chExt cx="0" cy="0"/>
        </a:xfrm>
      </p:grpSpPr>
      <p:sp>
        <p:nvSpPr>
          <p:cNvPr id="118" name="Google Shape;118;p29"/>
          <p:cNvSpPr txBox="1"/>
          <p:nvPr>
            <p:ph type="title"/>
          </p:nvPr>
        </p:nvSpPr>
        <p:spPr>
          <a:xfrm>
            <a:off x="1778014" y="2298701"/>
            <a:ext cx="20828003" cy="4648201"/>
          </a:xfrm>
          <a:prstGeom prst="rect">
            <a:avLst/>
          </a:prstGeom>
          <a:noFill/>
          <a:ln>
            <a:noFill/>
          </a:ln>
        </p:spPr>
        <p:txBody>
          <a:bodyPr anchorCtr="0" anchor="b"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9" name="Google Shape;119;p29"/>
          <p:cNvSpPr txBox="1"/>
          <p:nvPr>
            <p:ph idx="1" type="body"/>
          </p:nvPr>
        </p:nvSpPr>
        <p:spPr>
          <a:xfrm>
            <a:off x="1778014" y="7073902"/>
            <a:ext cx="20828003" cy="1587501"/>
          </a:xfrm>
          <a:prstGeom prst="rect">
            <a:avLst/>
          </a:prstGeom>
          <a:noFill/>
          <a:ln>
            <a:noFill/>
          </a:ln>
        </p:spPr>
        <p:txBody>
          <a:bodyPr anchorCtr="0" anchor="t" bIns="50750" lIns="50750" spcFirstLastPara="1" rIns="50750" wrap="square" tIns="5075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0" name="Google Shape;120;p29"/>
          <p:cNvSpPr txBox="1"/>
          <p:nvPr>
            <p:ph idx="12" type="sldNum"/>
          </p:nvPr>
        </p:nvSpPr>
        <p:spPr>
          <a:xfrm>
            <a:off x="11966132" y="13081001"/>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3">
    <p:spTree>
      <p:nvGrpSpPr>
        <p:cNvPr id="121" name="Shape 121"/>
        <p:cNvGrpSpPr/>
        <p:nvPr/>
      </p:nvGrpSpPr>
      <p:grpSpPr>
        <a:xfrm>
          <a:off x="0" y="0"/>
          <a:ext cx="0" cy="0"/>
          <a:chOff x="0" y="0"/>
          <a:chExt cx="0" cy="0"/>
        </a:xfrm>
      </p:grpSpPr>
      <p:sp>
        <p:nvSpPr>
          <p:cNvPr id="122" name="Google Shape;122;p30"/>
          <p:cNvSpPr txBox="1"/>
          <p:nvPr>
            <p:ph type="title"/>
          </p:nvPr>
        </p:nvSpPr>
        <p:spPr>
          <a:xfrm>
            <a:off x="1778014" y="2298701"/>
            <a:ext cx="20828003" cy="4648201"/>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23" name="Google Shape;123;p30"/>
          <p:cNvSpPr txBox="1"/>
          <p:nvPr>
            <p:ph idx="1" type="body"/>
          </p:nvPr>
        </p:nvSpPr>
        <p:spPr>
          <a:xfrm>
            <a:off x="1778014" y="7073902"/>
            <a:ext cx="20828003" cy="1587501"/>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4" name="Google Shape;124;p30"/>
          <p:cNvSpPr txBox="1"/>
          <p:nvPr>
            <p:ph idx="12" type="sldNum"/>
          </p:nvPr>
        </p:nvSpPr>
        <p:spPr>
          <a:xfrm>
            <a:off x="11966104" y="13081001"/>
            <a:ext cx="439116" cy="457201"/>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1">
    <p:spTree>
      <p:nvGrpSpPr>
        <p:cNvPr id="125" name="Shape 125"/>
        <p:cNvGrpSpPr/>
        <p:nvPr/>
      </p:nvGrpSpPr>
      <p:grpSpPr>
        <a:xfrm>
          <a:off x="0" y="0"/>
          <a:ext cx="0" cy="0"/>
          <a:chOff x="0" y="0"/>
          <a:chExt cx="0" cy="0"/>
        </a:xfrm>
      </p:grpSpPr>
      <p:sp>
        <p:nvSpPr>
          <p:cNvPr id="126" name="Google Shape;126;p31"/>
          <p:cNvSpPr txBox="1"/>
          <p:nvPr>
            <p:ph type="title"/>
          </p:nvPr>
        </p:nvSpPr>
        <p:spPr>
          <a:xfrm>
            <a:off x="1689117" y="952500"/>
            <a:ext cx="21005799" cy="2286000"/>
          </a:xfrm>
          <a:prstGeom prst="rect">
            <a:avLst/>
          </a:prstGeom>
          <a:noFill/>
          <a:ln>
            <a:noFill/>
          </a:ln>
        </p:spPr>
        <p:txBody>
          <a:bodyPr anchorCtr="0" anchor="ctr"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27" name="Google Shape;127;p31"/>
          <p:cNvSpPr txBox="1"/>
          <p:nvPr>
            <p:ph idx="1" type="body"/>
          </p:nvPr>
        </p:nvSpPr>
        <p:spPr>
          <a:xfrm>
            <a:off x="1689117" y="3238499"/>
            <a:ext cx="21005799" cy="9207501"/>
          </a:xfrm>
          <a:prstGeom prst="rect">
            <a:avLst/>
          </a:prstGeom>
          <a:noFill/>
          <a:ln>
            <a:noFill/>
          </a:ln>
        </p:spPr>
        <p:txBody>
          <a:bodyPr anchorCtr="0" anchor="ctr" bIns="50750" lIns="50750" spcFirstLastPara="1" rIns="50750" wrap="square" tIns="50750">
            <a:normAutofit/>
          </a:bodyPr>
          <a:lstStyle>
            <a:lvl1pPr indent="-476250" lvl="0" marL="4572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1pPr>
            <a:lvl2pPr indent="-476250" lvl="1" marL="9144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2pPr>
            <a:lvl3pPr indent="-476250" lvl="2" marL="13716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3pPr>
            <a:lvl4pPr indent="-476250" lvl="3" marL="18288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4pPr>
            <a:lvl5pPr indent="-476250" lvl="4" marL="22860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8" name="Google Shape;128;p31"/>
          <p:cNvSpPr txBox="1"/>
          <p:nvPr>
            <p:ph idx="12" type="sldNum"/>
          </p:nvPr>
        </p:nvSpPr>
        <p:spPr>
          <a:xfrm>
            <a:off x="17255670" y="12712700"/>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4">
    <p:spTree>
      <p:nvGrpSpPr>
        <p:cNvPr id="129" name="Shape 129"/>
        <p:cNvGrpSpPr/>
        <p:nvPr/>
      </p:nvGrpSpPr>
      <p:grpSpPr>
        <a:xfrm>
          <a:off x="0" y="0"/>
          <a:ext cx="0" cy="0"/>
          <a:chOff x="0" y="0"/>
          <a:chExt cx="0" cy="0"/>
        </a:xfrm>
      </p:grpSpPr>
      <p:sp>
        <p:nvSpPr>
          <p:cNvPr id="130" name="Google Shape;130;p32"/>
          <p:cNvSpPr txBox="1"/>
          <p:nvPr>
            <p:ph type="title"/>
          </p:nvPr>
        </p:nvSpPr>
        <p:spPr>
          <a:xfrm>
            <a:off x="1778014" y="2298701"/>
            <a:ext cx="20828003" cy="4648201"/>
          </a:xfrm>
          <a:prstGeom prst="rect">
            <a:avLst/>
          </a:prstGeom>
          <a:noFill/>
          <a:ln>
            <a:noFill/>
          </a:ln>
        </p:spPr>
        <p:txBody>
          <a:bodyPr anchorCtr="0" anchor="b"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31" name="Google Shape;131;p32"/>
          <p:cNvSpPr txBox="1"/>
          <p:nvPr>
            <p:ph idx="1" type="body"/>
          </p:nvPr>
        </p:nvSpPr>
        <p:spPr>
          <a:xfrm>
            <a:off x="1778014" y="7073902"/>
            <a:ext cx="20828003" cy="1587501"/>
          </a:xfrm>
          <a:prstGeom prst="rect">
            <a:avLst/>
          </a:prstGeom>
          <a:noFill/>
          <a:ln>
            <a:noFill/>
          </a:ln>
        </p:spPr>
        <p:txBody>
          <a:bodyPr anchorCtr="0" anchor="t" bIns="50750" lIns="50750" spcFirstLastPara="1" rIns="50750" wrap="square" tIns="5075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2" name="Google Shape;132;p32"/>
          <p:cNvSpPr txBox="1"/>
          <p:nvPr>
            <p:ph idx="12" type="sldNum"/>
          </p:nvPr>
        </p:nvSpPr>
        <p:spPr>
          <a:xfrm>
            <a:off x="11966132" y="13081001"/>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2">
    <p:spTree>
      <p:nvGrpSpPr>
        <p:cNvPr id="133" name="Shape 133"/>
        <p:cNvGrpSpPr/>
        <p:nvPr/>
      </p:nvGrpSpPr>
      <p:grpSpPr>
        <a:xfrm>
          <a:off x="0" y="0"/>
          <a:ext cx="0" cy="0"/>
          <a:chOff x="0" y="0"/>
          <a:chExt cx="0" cy="0"/>
        </a:xfrm>
      </p:grpSpPr>
      <p:sp>
        <p:nvSpPr>
          <p:cNvPr id="134" name="Google Shape;134;p33"/>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7800"/>
              <a:buFont typeface="Helvetica Neue Light"/>
              <a:buNone/>
              <a:defRPr sz="7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35" name="Google Shape;135;p33"/>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2">
    <p:spTree>
      <p:nvGrpSpPr>
        <p:cNvPr id="136" name="Shape 136"/>
        <p:cNvGrpSpPr/>
        <p:nvPr/>
      </p:nvGrpSpPr>
      <p:grpSpPr>
        <a:xfrm>
          <a:off x="0" y="0"/>
          <a:ext cx="0" cy="0"/>
          <a:chOff x="0" y="0"/>
          <a:chExt cx="0" cy="0"/>
        </a:xfrm>
      </p:grpSpPr>
      <p:sp>
        <p:nvSpPr>
          <p:cNvPr id="137" name="Google Shape;137;p34"/>
          <p:cNvSpPr txBox="1"/>
          <p:nvPr>
            <p:ph idx="1" type="body"/>
          </p:nvPr>
        </p:nvSpPr>
        <p:spPr>
          <a:xfrm>
            <a:off x="2387600" y="8953500"/>
            <a:ext cx="19621500" cy="584200"/>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latin typeface="Helvetica Neue"/>
                <a:ea typeface="Helvetica Neue"/>
                <a:cs typeface="Helvetica Neue"/>
                <a:sym typeface="Helvetica Neue"/>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8" name="Google Shape;138;p34"/>
          <p:cNvSpPr txBox="1"/>
          <p:nvPr>
            <p:ph idx="2" type="body"/>
          </p:nvPr>
        </p:nvSpPr>
        <p:spPr>
          <a:xfrm>
            <a:off x="2387600" y="6070599"/>
            <a:ext cx="19621500" cy="838201"/>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Light"/>
              <a:buNone/>
              <a:defRPr sz="4800">
                <a:latin typeface="Helvetica Neue Light"/>
                <a:ea typeface="Helvetica Neue Light"/>
                <a:cs typeface="Helvetica Neue Light"/>
                <a:sym typeface="Helvetica Neue Light"/>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9" name="Google Shape;139;p34"/>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2">
    <p:spTree>
      <p:nvGrpSpPr>
        <p:cNvPr id="140" name="Shape 140"/>
        <p:cNvGrpSpPr/>
        <p:nvPr/>
      </p:nvGrpSpPr>
      <p:grpSpPr>
        <a:xfrm>
          <a:off x="0" y="0"/>
          <a:ext cx="0" cy="0"/>
          <a:chOff x="0" y="0"/>
          <a:chExt cx="0" cy="0"/>
        </a:xfrm>
      </p:grpSpPr>
      <p:sp>
        <p:nvSpPr>
          <p:cNvPr id="141" name="Google Shape;141;p35"/>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7800"/>
              <a:buFont typeface="Helvetica Neue Light"/>
              <a:buNone/>
              <a:defRPr sz="7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42" name="Google Shape;142;p35"/>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43" name="Google Shape;143;p35"/>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5">
    <p:spTree>
      <p:nvGrpSpPr>
        <p:cNvPr id="144" name="Shape 144"/>
        <p:cNvGrpSpPr/>
        <p:nvPr/>
      </p:nvGrpSpPr>
      <p:grpSpPr>
        <a:xfrm>
          <a:off x="0" y="0"/>
          <a:ext cx="0" cy="0"/>
          <a:chOff x="0" y="0"/>
          <a:chExt cx="0" cy="0"/>
        </a:xfrm>
      </p:grpSpPr>
      <p:sp>
        <p:nvSpPr>
          <p:cNvPr id="145" name="Google Shape;145;p36"/>
          <p:cNvSpPr txBox="1"/>
          <p:nvPr>
            <p:ph type="title"/>
          </p:nvPr>
        </p:nvSpPr>
        <p:spPr>
          <a:xfrm>
            <a:off x="8053089" y="4296295"/>
            <a:ext cx="8277822" cy="2611935"/>
          </a:xfrm>
          <a:prstGeom prst="rect">
            <a:avLst/>
          </a:prstGeom>
          <a:noFill/>
          <a:ln>
            <a:noFill/>
          </a:ln>
        </p:spPr>
        <p:txBody>
          <a:bodyPr anchorCtr="0" anchor="b" bIns="40175" lIns="40175" spcFirstLastPara="1" rIns="40175" wrap="square" tIns="40175">
            <a:normAutofit/>
          </a:bodyPr>
          <a:lstStyle>
            <a:lvl1pPr lvl="0" algn="ctr">
              <a:lnSpc>
                <a:spcPct val="100000"/>
              </a:lnSpc>
              <a:spcBef>
                <a:spcPts val="0"/>
              </a:spcBef>
              <a:spcAft>
                <a:spcPts val="0"/>
              </a:spcAft>
              <a:buClr>
                <a:srgbClr val="000000"/>
              </a:buClr>
              <a:buSzPts val="10600"/>
              <a:buFont typeface="Helvetica Neue Light"/>
              <a:buNone/>
              <a:defRPr sz="106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46" name="Google Shape;146;p36"/>
          <p:cNvSpPr txBox="1"/>
          <p:nvPr>
            <p:ph idx="1" type="body"/>
          </p:nvPr>
        </p:nvSpPr>
        <p:spPr>
          <a:xfrm>
            <a:off x="8053089" y="6978550"/>
            <a:ext cx="8277822" cy="894086"/>
          </a:xfrm>
          <a:prstGeom prst="rect">
            <a:avLst/>
          </a:prstGeom>
          <a:noFill/>
          <a:ln>
            <a:noFill/>
          </a:ln>
        </p:spPr>
        <p:txBody>
          <a:bodyPr anchorCtr="0" anchor="t" bIns="40175" lIns="40175" spcFirstLastPara="1" rIns="40175" wrap="square" tIns="40175">
            <a:normAutofit/>
          </a:bodyPr>
          <a:lstStyle>
            <a:lvl1pPr indent="-228600" lvl="0" marL="4572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47" name="Google Shape;147;p36"/>
          <p:cNvSpPr txBox="1"/>
          <p:nvPr>
            <p:ph idx="12" type="sldNum"/>
          </p:nvPr>
        </p:nvSpPr>
        <p:spPr>
          <a:xfrm>
            <a:off x="12013341" y="10318812"/>
            <a:ext cx="347272" cy="359768"/>
          </a:xfrm>
          <a:prstGeom prst="rect">
            <a:avLst/>
          </a:prstGeom>
          <a:noFill/>
          <a:ln>
            <a:noFill/>
          </a:ln>
        </p:spPr>
        <p:txBody>
          <a:bodyPr anchorCtr="0" anchor="t" bIns="40175" lIns="40175" spcFirstLastPara="1" rIns="40175" wrap="square" tIns="40175">
            <a:spAutoFit/>
          </a:bodyPr>
          <a:lstStyle>
            <a:lvl1pPr indent="0" lvl="0"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6">
    <p:spTree>
      <p:nvGrpSpPr>
        <p:cNvPr id="148" name="Shape 148"/>
        <p:cNvGrpSpPr/>
        <p:nvPr/>
      </p:nvGrpSpPr>
      <p:grpSpPr>
        <a:xfrm>
          <a:off x="0" y="0"/>
          <a:ext cx="0" cy="0"/>
          <a:chOff x="0" y="0"/>
          <a:chExt cx="0" cy="0"/>
        </a:xfrm>
      </p:grpSpPr>
      <p:sp>
        <p:nvSpPr>
          <p:cNvPr id="149" name="Google Shape;149;p37"/>
          <p:cNvSpPr txBox="1"/>
          <p:nvPr>
            <p:ph type="title"/>
          </p:nvPr>
        </p:nvSpPr>
        <p:spPr>
          <a:xfrm>
            <a:off x="6673453" y="3442394"/>
            <a:ext cx="11037095" cy="3482579"/>
          </a:xfrm>
          <a:prstGeom prst="rect">
            <a:avLst/>
          </a:prstGeom>
          <a:noFill/>
          <a:ln>
            <a:noFill/>
          </a:ln>
        </p:spPr>
        <p:txBody>
          <a:bodyPr anchorCtr="0" anchor="b" bIns="53575" lIns="53575" spcFirstLastPara="1" rIns="53575" wrap="square" tIns="53575">
            <a:normAutofit/>
          </a:bodyPr>
          <a:lstStyle>
            <a:lvl1pPr lvl="0" algn="ctr">
              <a:lnSpc>
                <a:spcPct val="100000"/>
              </a:lnSpc>
              <a:spcBef>
                <a:spcPts val="0"/>
              </a:spcBef>
              <a:spcAft>
                <a:spcPts val="0"/>
              </a:spcAft>
              <a:buClr>
                <a:srgbClr val="000000"/>
              </a:buClr>
              <a:buSzPts val="10800"/>
              <a:buFont typeface="Helvetica Neue Light"/>
              <a:buNone/>
              <a:defRPr sz="10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0" name="Google Shape;150;p37"/>
          <p:cNvSpPr txBox="1"/>
          <p:nvPr>
            <p:ph idx="1" type="body"/>
          </p:nvPr>
        </p:nvSpPr>
        <p:spPr>
          <a:xfrm>
            <a:off x="6673453" y="7018734"/>
            <a:ext cx="11037095" cy="1192114"/>
          </a:xfrm>
          <a:prstGeom prst="rect">
            <a:avLst/>
          </a:prstGeom>
          <a:noFill/>
          <a:ln>
            <a:noFill/>
          </a:ln>
        </p:spPr>
        <p:txBody>
          <a:bodyPr anchorCtr="0" anchor="t" bIns="53575" lIns="53575" spcFirstLastPara="1" rIns="53575" wrap="square" tIns="53575">
            <a:normAutofit/>
          </a:bodyPr>
          <a:lstStyle>
            <a:lvl1pPr indent="-228600" lvl="0" marL="4572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51" name="Google Shape;151;p37"/>
          <p:cNvSpPr txBox="1"/>
          <p:nvPr>
            <p:ph idx="12" type="sldNum"/>
          </p:nvPr>
        </p:nvSpPr>
        <p:spPr>
          <a:xfrm>
            <a:off x="11970028" y="11472416"/>
            <a:ext cx="430550" cy="437357"/>
          </a:xfrm>
          <a:prstGeom prst="rect">
            <a:avLst/>
          </a:prstGeom>
          <a:noFill/>
          <a:ln>
            <a:noFill/>
          </a:ln>
        </p:spPr>
        <p:txBody>
          <a:bodyPr anchorCtr="0" anchor="t" bIns="53575" lIns="53575" spcFirstLastPara="1" rIns="53575" wrap="square" tIns="53575">
            <a:spAutoFit/>
          </a:bodyPr>
          <a:lstStyle>
            <a:lvl1pPr indent="0" lvl="0"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3">
    <p:spTree>
      <p:nvGrpSpPr>
        <p:cNvPr id="152" name="Shape 152"/>
        <p:cNvGrpSpPr/>
        <p:nvPr/>
      </p:nvGrpSpPr>
      <p:grpSpPr>
        <a:xfrm>
          <a:off x="0" y="0"/>
          <a:ext cx="0" cy="0"/>
          <a:chOff x="0" y="0"/>
          <a:chExt cx="0" cy="0"/>
        </a:xfrm>
      </p:grpSpPr>
      <p:sp>
        <p:nvSpPr>
          <p:cNvPr id="153" name="Google Shape;153;p38"/>
          <p:cNvSpPr txBox="1"/>
          <p:nvPr>
            <p:ph type="title"/>
          </p:nvPr>
        </p:nvSpPr>
        <p:spPr>
          <a:xfrm>
            <a:off x="4387453" y="625078"/>
            <a:ext cx="15609094" cy="3036094"/>
          </a:xfrm>
          <a:prstGeom prst="rect">
            <a:avLst/>
          </a:prstGeom>
          <a:noFill/>
          <a:ln>
            <a:noFill/>
          </a:ln>
        </p:spPr>
        <p:txBody>
          <a:bodyPr anchorCtr="0" anchor="ctr" bIns="71425" lIns="71425" spcFirstLastPara="1" rIns="71425" wrap="square" tIns="7142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4" name="Google Shape;154;p38"/>
          <p:cNvSpPr txBox="1"/>
          <p:nvPr>
            <p:ph idx="12" type="sldNum"/>
          </p:nvPr>
        </p:nvSpPr>
        <p:spPr>
          <a:xfrm>
            <a:off x="11935814" y="13010554"/>
            <a:ext cx="494513" cy="511176"/>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7">
    <p:spTree>
      <p:nvGrpSpPr>
        <p:cNvPr id="155" name="Shape 155"/>
        <p:cNvGrpSpPr/>
        <p:nvPr/>
      </p:nvGrpSpPr>
      <p:grpSpPr>
        <a:xfrm>
          <a:off x="0" y="0"/>
          <a:ext cx="0" cy="0"/>
          <a:chOff x="0" y="0"/>
          <a:chExt cx="0" cy="0"/>
        </a:xfrm>
      </p:grpSpPr>
      <p:sp>
        <p:nvSpPr>
          <p:cNvPr id="156" name="Google Shape;156;p39"/>
          <p:cNvSpPr txBox="1"/>
          <p:nvPr>
            <p:ph type="title"/>
          </p:nvPr>
        </p:nvSpPr>
        <p:spPr>
          <a:xfrm>
            <a:off x="6673453" y="3442394"/>
            <a:ext cx="11037095" cy="3482579"/>
          </a:xfrm>
          <a:prstGeom prst="rect">
            <a:avLst/>
          </a:prstGeom>
          <a:noFill/>
          <a:ln>
            <a:noFill/>
          </a:ln>
        </p:spPr>
        <p:txBody>
          <a:bodyPr anchorCtr="0" anchor="b" bIns="53575" lIns="53575" spcFirstLastPara="1" rIns="53575" wrap="square" tIns="53575">
            <a:normAutofit/>
          </a:bodyPr>
          <a:lstStyle>
            <a:lvl1pPr lvl="0" algn="ctr">
              <a:lnSpc>
                <a:spcPct val="100000"/>
              </a:lnSpc>
              <a:spcBef>
                <a:spcPts val="0"/>
              </a:spcBef>
              <a:spcAft>
                <a:spcPts val="0"/>
              </a:spcAft>
              <a:buClr>
                <a:srgbClr val="000000"/>
              </a:buClr>
              <a:buSzPts val="10800"/>
              <a:buFont typeface="Helvetica Neue"/>
              <a:buNone/>
              <a:defRPr sz="10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7" name="Google Shape;157;p39"/>
          <p:cNvSpPr txBox="1"/>
          <p:nvPr>
            <p:ph idx="1" type="body"/>
          </p:nvPr>
        </p:nvSpPr>
        <p:spPr>
          <a:xfrm>
            <a:off x="6673453" y="7018734"/>
            <a:ext cx="11037095" cy="1192114"/>
          </a:xfrm>
          <a:prstGeom prst="rect">
            <a:avLst/>
          </a:prstGeom>
          <a:noFill/>
          <a:ln>
            <a:noFill/>
          </a:ln>
        </p:spPr>
        <p:txBody>
          <a:bodyPr anchorCtr="0" anchor="t" bIns="53575" lIns="53575" spcFirstLastPara="1" rIns="53575" wrap="square" tIns="53575">
            <a:normAutofit/>
          </a:bodyPr>
          <a:lstStyle>
            <a:lvl1pPr indent="-228600" lvl="0" marL="4572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1pPr>
            <a:lvl2pPr indent="-228600" lvl="1" marL="9144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2pPr>
            <a:lvl3pPr indent="-228600" lvl="2" marL="13716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3pPr>
            <a:lvl4pPr indent="-228600" lvl="3" marL="18288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4pPr>
            <a:lvl5pPr indent="-228600" lvl="4" marL="22860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58" name="Google Shape;158;p39"/>
          <p:cNvSpPr txBox="1"/>
          <p:nvPr>
            <p:ph idx="12" type="sldNum"/>
          </p:nvPr>
        </p:nvSpPr>
        <p:spPr>
          <a:xfrm>
            <a:off x="11970028" y="11472416"/>
            <a:ext cx="430550" cy="437357"/>
          </a:xfrm>
          <a:prstGeom prst="rect">
            <a:avLst/>
          </a:prstGeom>
          <a:noFill/>
          <a:ln>
            <a:noFill/>
          </a:ln>
        </p:spPr>
        <p:txBody>
          <a:bodyPr anchorCtr="0" anchor="t" bIns="53575" lIns="53575" spcFirstLastPara="1" rIns="53575" wrap="square" tIns="53575">
            <a:spAutoFit/>
          </a:bodyPr>
          <a:lstStyle>
            <a:lvl1pPr indent="0" lvl="0"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3">
    <p:spTree>
      <p:nvGrpSpPr>
        <p:cNvPr id="159" name="Shape 159"/>
        <p:cNvGrpSpPr/>
        <p:nvPr/>
      </p:nvGrpSpPr>
      <p:grpSpPr>
        <a:xfrm>
          <a:off x="0" y="0"/>
          <a:ext cx="0" cy="0"/>
          <a:chOff x="0" y="0"/>
          <a:chExt cx="0" cy="0"/>
        </a:xfrm>
      </p:grpSpPr>
      <p:sp>
        <p:nvSpPr>
          <p:cNvPr id="160" name="Google Shape;160;p40"/>
          <p:cNvSpPr txBox="1"/>
          <p:nvPr>
            <p:ph type="title"/>
          </p:nvPr>
        </p:nvSpPr>
        <p:spPr>
          <a:xfrm>
            <a:off x="1689100" y="9525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1" name="Google Shape;161;p40"/>
          <p:cNvSpPr txBox="1"/>
          <p:nvPr>
            <p:ph idx="1" type="body"/>
          </p:nvPr>
        </p:nvSpPr>
        <p:spPr>
          <a:xfrm>
            <a:off x="1689100" y="3238500"/>
            <a:ext cx="21005800" cy="9207500"/>
          </a:xfrm>
          <a:prstGeom prst="rect">
            <a:avLst/>
          </a:prstGeom>
          <a:noFill/>
          <a:ln>
            <a:noFill/>
          </a:ln>
        </p:spPr>
        <p:txBody>
          <a:bodyPr anchorCtr="0" anchor="ctr" bIns="50800" lIns="50800" spcFirstLastPara="1" rIns="50800" wrap="square" tIns="50800">
            <a:normAutofit/>
          </a:bodyPr>
          <a:lstStyle>
            <a:lvl1pPr indent="-476250" lvl="0" marL="4572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1pPr>
            <a:lvl2pPr indent="-476250" lvl="1" marL="9144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2pPr>
            <a:lvl3pPr indent="-476250" lvl="2" marL="13716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3pPr>
            <a:lvl4pPr indent="-476250" lvl="3" marL="18288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4pPr>
            <a:lvl5pPr indent="-476250" lvl="4" marL="22860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2" name="Google Shape;162;p40"/>
          <p:cNvSpPr txBox="1"/>
          <p:nvPr>
            <p:ph idx="12" type="sldNum"/>
          </p:nvPr>
        </p:nvSpPr>
        <p:spPr>
          <a:xfrm>
            <a:off x="11959031" y="13081000"/>
            <a:ext cx="453238" cy="469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8">
    <p:spTree>
      <p:nvGrpSpPr>
        <p:cNvPr id="163" name="Shape 163"/>
        <p:cNvGrpSpPr/>
        <p:nvPr/>
      </p:nvGrpSpPr>
      <p:grpSpPr>
        <a:xfrm>
          <a:off x="0" y="0"/>
          <a:ext cx="0" cy="0"/>
          <a:chOff x="0" y="0"/>
          <a:chExt cx="0" cy="0"/>
        </a:xfrm>
      </p:grpSpPr>
      <p:sp>
        <p:nvSpPr>
          <p:cNvPr id="164" name="Google Shape;164;p41"/>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5" name="Google Shape;165;p41"/>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6" name="Google Shape;166;p41"/>
          <p:cNvSpPr txBox="1"/>
          <p:nvPr>
            <p:ph idx="12" type="sldNum"/>
          </p:nvPr>
        </p:nvSpPr>
        <p:spPr>
          <a:xfrm>
            <a:off x="11959031" y="13081000"/>
            <a:ext cx="453238" cy="469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2">
    <p:spTree>
      <p:nvGrpSpPr>
        <p:cNvPr id="167" name="Shape 167"/>
        <p:cNvGrpSpPr/>
        <p:nvPr/>
      </p:nvGrpSpPr>
      <p:grpSpPr>
        <a:xfrm>
          <a:off x="0" y="0"/>
          <a:ext cx="0" cy="0"/>
          <a:chOff x="0" y="0"/>
          <a:chExt cx="0" cy="0"/>
        </a:xfrm>
      </p:grpSpPr>
      <p:sp>
        <p:nvSpPr>
          <p:cNvPr id="168" name="Google Shape;168;p42"/>
          <p:cNvSpPr txBox="1"/>
          <p:nvPr>
            <p:ph type="title"/>
          </p:nvPr>
        </p:nvSpPr>
        <p:spPr>
          <a:xfrm>
            <a:off x="4305299" y="2262187"/>
            <a:ext cx="15773403" cy="1988345"/>
          </a:xfrm>
          <a:prstGeom prst="rect">
            <a:avLst/>
          </a:prstGeom>
          <a:noFill/>
          <a:ln>
            <a:noFill/>
          </a:ln>
        </p:spPr>
        <p:txBody>
          <a:bodyPr anchorCtr="0" anchor="ctr" bIns="68575" lIns="68575" spcFirstLastPara="1" rIns="68575" wrap="square" tIns="68575">
            <a:normAutofit/>
          </a:bodyPr>
          <a:lstStyle>
            <a:lvl1pPr lvl="0" algn="l">
              <a:lnSpc>
                <a:spcPct val="90000"/>
              </a:lnSpc>
              <a:spcBef>
                <a:spcPts val="0"/>
              </a:spcBef>
              <a:spcAft>
                <a:spcPts val="0"/>
              </a:spcAft>
              <a:buClr>
                <a:srgbClr val="000000"/>
              </a:buClr>
              <a:buSzPts val="8600"/>
              <a:buFont typeface="Helvetica Neue Light"/>
              <a:buNone/>
              <a:defRPr sz="86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9" name="Google Shape;169;p42"/>
          <p:cNvSpPr txBox="1"/>
          <p:nvPr>
            <p:ph idx="1" type="body"/>
          </p:nvPr>
        </p:nvSpPr>
        <p:spPr>
          <a:xfrm>
            <a:off x="4305299" y="4452937"/>
            <a:ext cx="15773403" cy="6527008"/>
          </a:xfrm>
          <a:prstGeom prst="rect">
            <a:avLst/>
          </a:prstGeom>
          <a:noFill/>
          <a:ln>
            <a:noFill/>
          </a:ln>
        </p:spPr>
        <p:txBody>
          <a:bodyPr anchorCtr="0" anchor="t" bIns="68575" lIns="68575" spcFirstLastPara="1" rIns="68575" wrap="square" tIns="68575">
            <a:normAutofit/>
          </a:bodyPr>
          <a:lstStyle>
            <a:lvl1pPr indent="-558800" lvl="0" marL="4572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1pPr>
            <a:lvl2pPr indent="-558800" lvl="1" marL="9144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2pPr>
            <a:lvl3pPr indent="-558800" lvl="2" marL="13716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3pPr>
            <a:lvl4pPr indent="-558800" lvl="3" marL="18288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4pPr>
            <a:lvl5pPr indent="-558800" lvl="4" marL="22860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70" name="Google Shape;170;p42"/>
          <p:cNvSpPr txBox="1"/>
          <p:nvPr>
            <p:ph idx="12" type="sldNum"/>
          </p:nvPr>
        </p:nvSpPr>
        <p:spPr>
          <a:xfrm>
            <a:off x="19618147" y="11286891"/>
            <a:ext cx="460554" cy="471956"/>
          </a:xfrm>
          <a:prstGeom prst="rect">
            <a:avLst/>
          </a:prstGeom>
          <a:noFill/>
          <a:ln>
            <a:noFill/>
          </a:ln>
        </p:spPr>
        <p:txBody>
          <a:bodyPr anchorCtr="0" anchor="ctr" bIns="68575" lIns="68575" spcFirstLastPara="1" rIns="68575" wrap="square" tIns="68575">
            <a:spAutoFit/>
          </a:bodyPr>
          <a:lstStyle>
            <a:lvl1pPr indent="0" lvl="0" marL="0" marR="0" algn="r">
              <a:lnSpc>
                <a:spcPct val="100000"/>
              </a:lnSpc>
              <a:spcBef>
                <a:spcPts val="0"/>
              </a:spcBef>
              <a:spcAft>
                <a:spcPts val="0"/>
              </a:spcAft>
              <a:buClr>
                <a:srgbClr val="888888"/>
              </a:buClr>
              <a:buSzPts val="2200"/>
              <a:buFont typeface="Helvetica Neue Light"/>
              <a:buNone/>
              <a:defRPr sz="2200">
                <a:solidFill>
                  <a:srgbClr val="888888"/>
                </a:solidFill>
              </a:defRPr>
            </a:lvl1pPr>
            <a:lvl2pPr indent="0" lvl="1" marL="0" marR="0" algn="r">
              <a:lnSpc>
                <a:spcPct val="100000"/>
              </a:lnSpc>
              <a:spcBef>
                <a:spcPts val="0"/>
              </a:spcBef>
              <a:spcAft>
                <a:spcPts val="0"/>
              </a:spcAft>
              <a:buClr>
                <a:srgbClr val="888888"/>
              </a:buClr>
              <a:buSzPts val="2200"/>
              <a:buFont typeface="Helvetica Neue Light"/>
              <a:buNone/>
              <a:defRPr sz="2200">
                <a:solidFill>
                  <a:srgbClr val="888888"/>
                </a:solidFill>
              </a:defRPr>
            </a:lvl2pPr>
            <a:lvl3pPr indent="0" lvl="2" marL="0" marR="0" algn="r">
              <a:lnSpc>
                <a:spcPct val="100000"/>
              </a:lnSpc>
              <a:spcBef>
                <a:spcPts val="0"/>
              </a:spcBef>
              <a:spcAft>
                <a:spcPts val="0"/>
              </a:spcAft>
              <a:buClr>
                <a:srgbClr val="888888"/>
              </a:buClr>
              <a:buSzPts val="2200"/>
              <a:buFont typeface="Helvetica Neue Light"/>
              <a:buNone/>
              <a:defRPr sz="2200">
                <a:solidFill>
                  <a:srgbClr val="888888"/>
                </a:solidFill>
              </a:defRPr>
            </a:lvl3pPr>
            <a:lvl4pPr indent="0" lvl="3" marL="0" marR="0" algn="r">
              <a:lnSpc>
                <a:spcPct val="100000"/>
              </a:lnSpc>
              <a:spcBef>
                <a:spcPts val="0"/>
              </a:spcBef>
              <a:spcAft>
                <a:spcPts val="0"/>
              </a:spcAft>
              <a:buClr>
                <a:srgbClr val="888888"/>
              </a:buClr>
              <a:buSzPts val="2200"/>
              <a:buFont typeface="Helvetica Neue Light"/>
              <a:buNone/>
              <a:defRPr sz="2200">
                <a:solidFill>
                  <a:srgbClr val="888888"/>
                </a:solidFill>
              </a:defRPr>
            </a:lvl4pPr>
            <a:lvl5pPr indent="0" lvl="4" marL="0" marR="0" algn="r">
              <a:lnSpc>
                <a:spcPct val="100000"/>
              </a:lnSpc>
              <a:spcBef>
                <a:spcPts val="0"/>
              </a:spcBef>
              <a:spcAft>
                <a:spcPts val="0"/>
              </a:spcAft>
              <a:buClr>
                <a:srgbClr val="888888"/>
              </a:buClr>
              <a:buSzPts val="2200"/>
              <a:buFont typeface="Helvetica Neue Light"/>
              <a:buNone/>
              <a:defRPr sz="2200">
                <a:solidFill>
                  <a:srgbClr val="888888"/>
                </a:solidFill>
              </a:defRPr>
            </a:lvl5pPr>
            <a:lvl6pPr indent="0" lvl="5" marL="0" marR="0" algn="r">
              <a:lnSpc>
                <a:spcPct val="100000"/>
              </a:lnSpc>
              <a:spcBef>
                <a:spcPts val="0"/>
              </a:spcBef>
              <a:spcAft>
                <a:spcPts val="0"/>
              </a:spcAft>
              <a:buClr>
                <a:srgbClr val="888888"/>
              </a:buClr>
              <a:buSzPts val="2200"/>
              <a:buFont typeface="Helvetica Neue Light"/>
              <a:buNone/>
              <a:defRPr sz="2200">
                <a:solidFill>
                  <a:srgbClr val="888888"/>
                </a:solidFill>
              </a:defRPr>
            </a:lvl6pPr>
            <a:lvl7pPr indent="0" lvl="6" marL="0" marR="0" algn="r">
              <a:lnSpc>
                <a:spcPct val="100000"/>
              </a:lnSpc>
              <a:spcBef>
                <a:spcPts val="0"/>
              </a:spcBef>
              <a:spcAft>
                <a:spcPts val="0"/>
              </a:spcAft>
              <a:buClr>
                <a:srgbClr val="888888"/>
              </a:buClr>
              <a:buSzPts val="2200"/>
              <a:buFont typeface="Helvetica Neue Light"/>
              <a:buNone/>
              <a:defRPr sz="2200">
                <a:solidFill>
                  <a:srgbClr val="888888"/>
                </a:solidFill>
              </a:defRPr>
            </a:lvl7pPr>
            <a:lvl8pPr indent="0" lvl="7" marL="0" marR="0" algn="r">
              <a:lnSpc>
                <a:spcPct val="100000"/>
              </a:lnSpc>
              <a:spcBef>
                <a:spcPts val="0"/>
              </a:spcBef>
              <a:spcAft>
                <a:spcPts val="0"/>
              </a:spcAft>
              <a:buClr>
                <a:srgbClr val="888888"/>
              </a:buClr>
              <a:buSzPts val="2200"/>
              <a:buFont typeface="Helvetica Neue Light"/>
              <a:buNone/>
              <a:defRPr sz="2200">
                <a:solidFill>
                  <a:srgbClr val="888888"/>
                </a:solidFill>
              </a:defRPr>
            </a:lvl8pPr>
            <a:lvl9pPr indent="0" lvl="8" marL="0" marR="0" algn="r">
              <a:lnSpc>
                <a:spcPct val="100000"/>
              </a:lnSpc>
              <a:spcBef>
                <a:spcPts val="0"/>
              </a:spcBef>
              <a:spcAft>
                <a:spcPts val="0"/>
              </a:spcAft>
              <a:buClr>
                <a:srgbClr val="888888"/>
              </a:buClr>
              <a:buSzPts val="2200"/>
              <a:buFont typeface="Helvetica Neue Light"/>
              <a:buNone/>
              <a:defRPr sz="2200">
                <a:solidFill>
                  <a:srgbClr val="888888"/>
                </a:solidFill>
              </a:defRPr>
            </a:lvl9pPr>
          </a:lstStyle>
          <a:p>
            <a:pPr indent="0" lvl="0" marL="0" rtl="0" algn="r">
              <a:spcBef>
                <a:spcPts val="0"/>
              </a:spcBef>
              <a:spcAft>
                <a:spcPts val="0"/>
              </a:spcAft>
              <a:buNone/>
            </a:pPr>
            <a:fld id="{00000000-1234-1234-1234-123412341234}" type="slidenum">
              <a:rPr lang="en-US"/>
              <a:t>‹#›</a:t>
            </a:fld>
            <a:endParaRPr sz="2400">
              <a:solidFill>
                <a:srgbClr val="000000"/>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3">
    <p:spTree>
      <p:nvGrpSpPr>
        <p:cNvPr id="171" name="Shape 171"/>
        <p:cNvGrpSpPr/>
        <p:nvPr/>
      </p:nvGrpSpPr>
      <p:grpSpPr>
        <a:xfrm>
          <a:off x="0" y="0"/>
          <a:ext cx="0" cy="0"/>
          <a:chOff x="0" y="0"/>
          <a:chExt cx="0" cy="0"/>
        </a:xfrm>
      </p:grpSpPr>
      <p:sp>
        <p:nvSpPr>
          <p:cNvPr id="172" name="Google Shape;172;p43"/>
          <p:cNvSpPr txBox="1"/>
          <p:nvPr>
            <p:ph type="title"/>
          </p:nvPr>
        </p:nvSpPr>
        <p:spPr>
          <a:xfrm>
            <a:off x="3962400" y="0"/>
            <a:ext cx="16459200" cy="178435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73" name="Google Shape;173;p43"/>
          <p:cNvSpPr txBox="1"/>
          <p:nvPr>
            <p:ph idx="1" type="body"/>
          </p:nvPr>
        </p:nvSpPr>
        <p:spPr>
          <a:xfrm>
            <a:off x="3962400" y="2162175"/>
            <a:ext cx="16459200" cy="10090151"/>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74" name="Google Shape;174;p43"/>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4">
    <p:spTree>
      <p:nvGrpSpPr>
        <p:cNvPr id="175" name="Shape 175"/>
        <p:cNvGrpSpPr/>
        <p:nvPr/>
      </p:nvGrpSpPr>
      <p:grpSpPr>
        <a:xfrm>
          <a:off x="0" y="0"/>
          <a:ext cx="0" cy="0"/>
          <a:chOff x="0" y="0"/>
          <a:chExt cx="0" cy="0"/>
        </a:xfrm>
      </p:grpSpPr>
      <p:sp>
        <p:nvSpPr>
          <p:cNvPr id="176" name="Google Shape;176;p44"/>
          <p:cNvSpPr/>
          <p:nvPr/>
        </p:nvSpPr>
        <p:spPr>
          <a:xfrm>
            <a:off x="3048000" y="441571"/>
            <a:ext cx="18288000" cy="457201"/>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77" name="Google Shape;177;p44"/>
          <p:cNvSpPr txBox="1"/>
          <p:nvPr>
            <p:ph type="title"/>
          </p:nvPr>
        </p:nvSpPr>
        <p:spPr>
          <a:xfrm>
            <a:off x="3962400" y="1066800"/>
            <a:ext cx="16459200" cy="1981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D2533C"/>
              </a:buClr>
              <a:buSzPts val="8000"/>
              <a:buFont typeface="Helvetica Neue"/>
              <a:buNone/>
              <a:defRPr sz="8000">
                <a:solidFill>
                  <a:srgbClr val="D2533C"/>
                </a:solidFill>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78" name="Google Shape;178;p44"/>
          <p:cNvSpPr txBox="1"/>
          <p:nvPr>
            <p:ph idx="1" type="body"/>
          </p:nvPr>
        </p:nvSpPr>
        <p:spPr>
          <a:xfrm>
            <a:off x="3962400" y="3200400"/>
            <a:ext cx="16459200" cy="9753600"/>
          </a:xfrm>
          <a:prstGeom prst="rect">
            <a:avLst/>
          </a:prstGeom>
          <a:noFill/>
          <a:ln>
            <a:noFill/>
          </a:ln>
        </p:spPr>
        <p:txBody>
          <a:bodyPr anchorCtr="0" anchor="t" bIns="91425" lIns="91425" spcFirstLastPara="1" rIns="91425" wrap="square" tIns="91425">
            <a:normAutofit/>
          </a:bodyPr>
          <a:lstStyle>
            <a:lvl1pPr indent="-487680" lvl="0" marL="457200" algn="l">
              <a:lnSpc>
                <a:spcPct val="100000"/>
              </a:lnSpc>
              <a:spcBef>
                <a:spcPts val="1100"/>
              </a:spcBef>
              <a:spcAft>
                <a:spcPts val="0"/>
              </a:spcAft>
              <a:buClr>
                <a:srgbClr val="93A299"/>
              </a:buClr>
              <a:buSzPts val="4080"/>
              <a:buFont typeface="Helvetica Neue"/>
              <a:buChar char="•"/>
              <a:defRPr sz="4800">
                <a:solidFill>
                  <a:srgbClr val="292934"/>
                </a:solidFill>
              </a:defRPr>
            </a:lvl1pPr>
            <a:lvl2pPr indent="-487680" lvl="1" marL="914400" algn="l">
              <a:lnSpc>
                <a:spcPct val="100000"/>
              </a:lnSpc>
              <a:spcBef>
                <a:spcPts val="1100"/>
              </a:spcBef>
              <a:spcAft>
                <a:spcPts val="0"/>
              </a:spcAft>
              <a:buClr>
                <a:srgbClr val="93A299"/>
              </a:buClr>
              <a:buSzPts val="4080"/>
              <a:buFont typeface="Helvetica Neue"/>
              <a:buChar char="•"/>
              <a:defRPr sz="4800">
                <a:solidFill>
                  <a:srgbClr val="292934"/>
                </a:solidFill>
              </a:defRPr>
            </a:lvl2pPr>
            <a:lvl3pPr indent="-502920" lvl="2" marL="1371600" algn="l">
              <a:lnSpc>
                <a:spcPct val="100000"/>
              </a:lnSpc>
              <a:spcBef>
                <a:spcPts val="1100"/>
              </a:spcBef>
              <a:spcAft>
                <a:spcPts val="0"/>
              </a:spcAft>
              <a:buClr>
                <a:srgbClr val="93A299"/>
              </a:buClr>
              <a:buSzPts val="4320"/>
              <a:buFont typeface="Helvetica Neue"/>
              <a:buChar char="•"/>
              <a:defRPr sz="4800">
                <a:solidFill>
                  <a:srgbClr val="292934"/>
                </a:solidFill>
              </a:defRPr>
            </a:lvl3pPr>
            <a:lvl4pPr indent="-533400" lvl="3" marL="1828800" algn="l">
              <a:lnSpc>
                <a:spcPct val="100000"/>
              </a:lnSpc>
              <a:spcBef>
                <a:spcPts val="1100"/>
              </a:spcBef>
              <a:spcAft>
                <a:spcPts val="0"/>
              </a:spcAft>
              <a:buClr>
                <a:srgbClr val="93A299"/>
              </a:buClr>
              <a:buSzPts val="4800"/>
              <a:buFont typeface="Helvetica Neue"/>
              <a:buChar char="•"/>
              <a:defRPr sz="4800">
                <a:solidFill>
                  <a:srgbClr val="292934"/>
                </a:solidFill>
              </a:defRPr>
            </a:lvl4pPr>
            <a:lvl5pPr indent="-533400" lvl="4" marL="2286000" algn="l">
              <a:lnSpc>
                <a:spcPct val="100000"/>
              </a:lnSpc>
              <a:spcBef>
                <a:spcPts val="1100"/>
              </a:spcBef>
              <a:spcAft>
                <a:spcPts val="0"/>
              </a:spcAft>
              <a:buClr>
                <a:srgbClr val="93A299"/>
              </a:buClr>
              <a:buSzPts val="4800"/>
              <a:buFont typeface="Helvetica Neue"/>
              <a:buChar char="•"/>
              <a:defRPr sz="4800">
                <a:solidFill>
                  <a:srgbClr val="292934"/>
                </a:solidFil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79" name="Google Shape;179;p44"/>
          <p:cNvSpPr txBox="1"/>
          <p:nvPr>
            <p:ph idx="12" type="sldNum"/>
          </p:nvPr>
        </p:nvSpPr>
        <p:spPr>
          <a:xfrm>
            <a:off x="18288000" y="63577"/>
            <a:ext cx="591008" cy="604366"/>
          </a:xfrm>
          <a:prstGeom prst="rect">
            <a:avLst/>
          </a:prstGeom>
          <a:noFill/>
          <a:ln>
            <a:noFill/>
          </a:ln>
        </p:spPr>
        <p:txBody>
          <a:bodyPr anchorCtr="0" anchor="ctr" bIns="91425" lIns="91425" spcFirstLastPara="1" rIns="91425" wrap="square" tIns="91425">
            <a:spAutoFit/>
          </a:bodyPr>
          <a:lstStyle>
            <a:lvl1pPr indent="0" lvl="0"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b="0" sz="2400">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cture slide">
  <p:cSld name="Lecture slide">
    <p:spTree>
      <p:nvGrpSpPr>
        <p:cNvPr id="180" name="Shape 180"/>
        <p:cNvGrpSpPr/>
        <p:nvPr/>
      </p:nvGrpSpPr>
      <p:grpSpPr>
        <a:xfrm>
          <a:off x="0" y="0"/>
          <a:ext cx="0" cy="0"/>
          <a:chOff x="0" y="0"/>
          <a:chExt cx="0" cy="0"/>
        </a:xfrm>
      </p:grpSpPr>
      <p:sp>
        <p:nvSpPr>
          <p:cNvPr id="181" name="Google Shape;181;p45"/>
          <p:cNvSpPr txBox="1"/>
          <p:nvPr>
            <p:ph type="title"/>
          </p:nvPr>
        </p:nvSpPr>
        <p:spPr>
          <a:xfrm>
            <a:off x="1689100" y="101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0000"/>
              <a:buFont typeface="Helvetica Neue"/>
              <a:buNone/>
              <a:defRPr sz="100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82" name="Google Shape;182;p45"/>
          <p:cNvSpPr txBox="1"/>
          <p:nvPr>
            <p:ph idx="1" type="body"/>
          </p:nvPr>
        </p:nvSpPr>
        <p:spPr>
          <a:xfrm>
            <a:off x="1689100" y="30988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83" name="Google Shape;183;p45"/>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5">
    <p:spTree>
      <p:nvGrpSpPr>
        <p:cNvPr id="184" name="Shape 184"/>
        <p:cNvGrpSpPr/>
        <p:nvPr/>
      </p:nvGrpSpPr>
      <p:grpSpPr>
        <a:xfrm>
          <a:off x="0" y="0"/>
          <a:ext cx="0" cy="0"/>
          <a:chOff x="0" y="0"/>
          <a:chExt cx="0" cy="0"/>
        </a:xfrm>
      </p:grpSpPr>
      <p:sp>
        <p:nvSpPr>
          <p:cNvPr id="185" name="Google Shape;185;p46"/>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86" name="Google Shape;186;p46"/>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87" name="Google Shape;187;p46"/>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3">
    <p:spTree>
      <p:nvGrpSpPr>
        <p:cNvPr id="188" name="Shape 188"/>
        <p:cNvGrpSpPr/>
        <p:nvPr/>
      </p:nvGrpSpPr>
      <p:grpSpPr>
        <a:xfrm>
          <a:off x="0" y="0"/>
          <a:ext cx="0" cy="0"/>
          <a:chOff x="0" y="0"/>
          <a:chExt cx="0" cy="0"/>
        </a:xfrm>
      </p:grpSpPr>
      <p:sp>
        <p:nvSpPr>
          <p:cNvPr id="189" name="Google Shape;189;p47"/>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0" name="Google Shape;190;p47"/>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4">
    <p:spTree>
      <p:nvGrpSpPr>
        <p:cNvPr id="191" name="Shape 191"/>
        <p:cNvGrpSpPr/>
        <p:nvPr/>
      </p:nvGrpSpPr>
      <p:grpSpPr>
        <a:xfrm>
          <a:off x="0" y="0"/>
          <a:ext cx="0" cy="0"/>
          <a:chOff x="0" y="0"/>
          <a:chExt cx="0" cy="0"/>
        </a:xfrm>
      </p:grpSpPr>
      <p:sp>
        <p:nvSpPr>
          <p:cNvPr id="192" name="Google Shape;192;p48"/>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3" name="Google Shape;193;p48"/>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Helvetica Neue Light"/>
              <a:buNone/>
              <a:defRPr>
                <a:solidFill>
                  <a:srgbClr val="888888"/>
                </a:solidFill>
              </a:defRPr>
            </a:lvl1pPr>
            <a:lvl2pPr indent="0" lvl="1" marL="0" marR="0" algn="r">
              <a:lnSpc>
                <a:spcPct val="100000"/>
              </a:lnSpc>
              <a:spcBef>
                <a:spcPts val="0"/>
              </a:spcBef>
              <a:spcAft>
                <a:spcPts val="0"/>
              </a:spcAft>
              <a:buClr>
                <a:srgbClr val="888888"/>
              </a:buClr>
              <a:buSzPts val="2400"/>
              <a:buFont typeface="Helvetica Neue Light"/>
              <a:buNone/>
              <a:defRPr>
                <a:solidFill>
                  <a:srgbClr val="888888"/>
                </a:solidFill>
              </a:defRPr>
            </a:lvl2pPr>
            <a:lvl3pPr indent="0" lvl="2" marL="0" marR="0" algn="r">
              <a:lnSpc>
                <a:spcPct val="100000"/>
              </a:lnSpc>
              <a:spcBef>
                <a:spcPts val="0"/>
              </a:spcBef>
              <a:spcAft>
                <a:spcPts val="0"/>
              </a:spcAft>
              <a:buClr>
                <a:srgbClr val="888888"/>
              </a:buClr>
              <a:buSzPts val="2400"/>
              <a:buFont typeface="Helvetica Neue Light"/>
              <a:buNone/>
              <a:defRPr>
                <a:solidFill>
                  <a:srgbClr val="888888"/>
                </a:solidFill>
              </a:defRPr>
            </a:lvl3pPr>
            <a:lvl4pPr indent="0" lvl="3" marL="0" marR="0" algn="r">
              <a:lnSpc>
                <a:spcPct val="100000"/>
              </a:lnSpc>
              <a:spcBef>
                <a:spcPts val="0"/>
              </a:spcBef>
              <a:spcAft>
                <a:spcPts val="0"/>
              </a:spcAft>
              <a:buClr>
                <a:srgbClr val="888888"/>
              </a:buClr>
              <a:buSzPts val="2400"/>
              <a:buFont typeface="Helvetica Neue Light"/>
              <a:buNone/>
              <a:defRPr>
                <a:solidFill>
                  <a:srgbClr val="888888"/>
                </a:solidFill>
              </a:defRPr>
            </a:lvl4pPr>
            <a:lvl5pPr indent="0" lvl="4" marL="0" marR="0" algn="r">
              <a:lnSpc>
                <a:spcPct val="100000"/>
              </a:lnSpc>
              <a:spcBef>
                <a:spcPts val="0"/>
              </a:spcBef>
              <a:spcAft>
                <a:spcPts val="0"/>
              </a:spcAft>
              <a:buClr>
                <a:srgbClr val="888888"/>
              </a:buClr>
              <a:buSzPts val="2400"/>
              <a:buFont typeface="Helvetica Neue Light"/>
              <a:buNone/>
              <a:defRPr>
                <a:solidFill>
                  <a:srgbClr val="888888"/>
                </a:solidFill>
              </a:defRPr>
            </a:lvl5pPr>
            <a:lvl6pPr indent="0" lvl="5" marL="0" marR="0" algn="r">
              <a:lnSpc>
                <a:spcPct val="100000"/>
              </a:lnSpc>
              <a:spcBef>
                <a:spcPts val="0"/>
              </a:spcBef>
              <a:spcAft>
                <a:spcPts val="0"/>
              </a:spcAft>
              <a:buClr>
                <a:srgbClr val="888888"/>
              </a:buClr>
              <a:buSzPts val="2400"/>
              <a:buFont typeface="Helvetica Neue Light"/>
              <a:buNone/>
              <a:defRPr>
                <a:solidFill>
                  <a:srgbClr val="888888"/>
                </a:solidFill>
              </a:defRPr>
            </a:lvl6pPr>
            <a:lvl7pPr indent="0" lvl="6" marL="0" marR="0" algn="r">
              <a:lnSpc>
                <a:spcPct val="100000"/>
              </a:lnSpc>
              <a:spcBef>
                <a:spcPts val="0"/>
              </a:spcBef>
              <a:spcAft>
                <a:spcPts val="0"/>
              </a:spcAft>
              <a:buClr>
                <a:srgbClr val="888888"/>
              </a:buClr>
              <a:buSzPts val="2400"/>
              <a:buFont typeface="Helvetica Neue Light"/>
              <a:buNone/>
              <a:defRPr>
                <a:solidFill>
                  <a:srgbClr val="888888"/>
                </a:solidFill>
              </a:defRPr>
            </a:lvl7pPr>
            <a:lvl8pPr indent="0" lvl="7" marL="0" marR="0" algn="r">
              <a:lnSpc>
                <a:spcPct val="100000"/>
              </a:lnSpc>
              <a:spcBef>
                <a:spcPts val="0"/>
              </a:spcBef>
              <a:spcAft>
                <a:spcPts val="0"/>
              </a:spcAft>
              <a:buClr>
                <a:srgbClr val="888888"/>
              </a:buClr>
              <a:buSzPts val="2400"/>
              <a:buFont typeface="Helvetica Neue Light"/>
              <a:buNone/>
              <a:defRPr>
                <a:solidFill>
                  <a:srgbClr val="888888"/>
                </a:solidFill>
              </a:defRPr>
            </a:lvl8pPr>
            <a:lvl9pPr indent="0" lvl="8" marL="0" marR="0" algn="r">
              <a:lnSpc>
                <a:spcPct val="100000"/>
              </a:lnSpc>
              <a:spcBef>
                <a:spcPts val="0"/>
              </a:spcBef>
              <a:spcAft>
                <a:spcPts val="0"/>
              </a:spcAft>
              <a:buClr>
                <a:srgbClr val="888888"/>
              </a:buClr>
              <a:buSzPts val="2400"/>
              <a:buFont typeface="Helvetica Neue Light"/>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2">
    <p:spTree>
      <p:nvGrpSpPr>
        <p:cNvPr id="194" name="Shape 194"/>
        <p:cNvGrpSpPr/>
        <p:nvPr/>
      </p:nvGrpSpPr>
      <p:grpSpPr>
        <a:xfrm>
          <a:off x="0" y="0"/>
          <a:ext cx="0" cy="0"/>
          <a:chOff x="0" y="0"/>
          <a:chExt cx="0" cy="0"/>
        </a:xfrm>
      </p:grpSpPr>
      <p:sp>
        <p:nvSpPr>
          <p:cNvPr id="195" name="Google Shape;195;p49"/>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6" name="Google Shape;196;p49"/>
          <p:cNvSpPr txBox="1"/>
          <p:nvPr>
            <p:ph idx="1" type="body"/>
          </p:nvPr>
        </p:nvSpPr>
        <p:spPr>
          <a:xfrm>
            <a:off x="3962400" y="3200400"/>
            <a:ext cx="8077200" cy="9051926"/>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1pPr>
            <a:lvl2pPr indent="-584200" lvl="1" marL="9144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2pPr>
            <a:lvl3pPr indent="-584200" lvl="2" marL="13716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3pPr>
            <a:lvl4pPr indent="-584200" lvl="3" marL="18288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4pPr>
            <a:lvl5pPr indent="-584200" lvl="4" marL="22860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97" name="Google Shape;197;p49"/>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5">
    <p:spTree>
      <p:nvGrpSpPr>
        <p:cNvPr id="198" name="Shape 198"/>
        <p:cNvGrpSpPr/>
        <p:nvPr/>
      </p:nvGrpSpPr>
      <p:grpSpPr>
        <a:xfrm>
          <a:off x="0" y="0"/>
          <a:ext cx="0" cy="0"/>
          <a:chOff x="0" y="0"/>
          <a:chExt cx="0" cy="0"/>
        </a:xfrm>
      </p:grpSpPr>
      <p:sp>
        <p:nvSpPr>
          <p:cNvPr id="199" name="Google Shape;199;p50"/>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00" name="Google Shape;200;p50"/>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6">
    <p:spTree>
      <p:nvGrpSpPr>
        <p:cNvPr id="201" name="Shape 201"/>
        <p:cNvGrpSpPr/>
        <p:nvPr/>
      </p:nvGrpSpPr>
      <p:grpSpPr>
        <a:xfrm>
          <a:off x="0" y="0"/>
          <a:ext cx="0" cy="0"/>
          <a:chOff x="0" y="0"/>
          <a:chExt cx="0" cy="0"/>
        </a:xfrm>
      </p:grpSpPr>
      <p:sp>
        <p:nvSpPr>
          <p:cNvPr id="202" name="Google Shape;202;p51"/>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03" name="Google Shape;203;p51"/>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6">
    <p:spTree>
      <p:nvGrpSpPr>
        <p:cNvPr id="204" name="Shape 204"/>
        <p:cNvGrpSpPr/>
        <p:nvPr/>
      </p:nvGrpSpPr>
      <p:grpSpPr>
        <a:xfrm>
          <a:off x="0" y="0"/>
          <a:ext cx="0" cy="0"/>
          <a:chOff x="0" y="0"/>
          <a:chExt cx="0" cy="0"/>
        </a:xfrm>
      </p:grpSpPr>
      <p:sp>
        <p:nvSpPr>
          <p:cNvPr id="205" name="Google Shape;205;p52"/>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06" name="Google Shape;206;p52"/>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07" name="Google Shape;207;p52"/>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7">
    <p:spTree>
      <p:nvGrpSpPr>
        <p:cNvPr id="208" name="Shape 208"/>
        <p:cNvGrpSpPr/>
        <p:nvPr/>
      </p:nvGrpSpPr>
      <p:grpSpPr>
        <a:xfrm>
          <a:off x="0" y="0"/>
          <a:ext cx="0" cy="0"/>
          <a:chOff x="0" y="0"/>
          <a:chExt cx="0" cy="0"/>
        </a:xfrm>
      </p:grpSpPr>
      <p:sp>
        <p:nvSpPr>
          <p:cNvPr id="209" name="Google Shape;209;p53"/>
          <p:cNvSpPr txBox="1"/>
          <p:nvPr>
            <p:ph type="title"/>
          </p:nvPr>
        </p:nvSpPr>
        <p:spPr>
          <a:xfrm>
            <a:off x="3962400" y="180976"/>
            <a:ext cx="16459200" cy="3019425"/>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0" name="Google Shape;210;p53"/>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11" name="Google Shape;211;p53"/>
          <p:cNvSpPr txBox="1"/>
          <p:nvPr>
            <p:ph idx="12" type="sldNum"/>
          </p:nvPr>
        </p:nvSpPr>
        <p:spPr>
          <a:xfrm>
            <a:off x="17990856" y="12490450"/>
            <a:ext cx="591116" cy="577647"/>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1pPr>
            <a:lvl2pPr indent="0" lvl="1"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2pPr>
            <a:lvl3pPr indent="0" lvl="2"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3pPr>
            <a:lvl4pPr indent="0" lvl="3"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4pPr>
            <a:lvl5pPr indent="0" lvl="4"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5pPr>
            <a:lvl6pPr indent="0" lvl="5"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6pPr>
            <a:lvl7pPr indent="0" lvl="6"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7pPr>
            <a:lvl8pPr indent="0" lvl="7"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8pPr>
            <a:lvl9pPr indent="0" lvl="8"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b="0" sz="2400">
              <a:latin typeface="Helvetica Neue Light"/>
              <a:ea typeface="Helvetica Neue Light"/>
              <a:cs typeface="Helvetica Neue Light"/>
              <a:sym typeface="Helvetica Neue Light"/>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8">
    <p:spTree>
      <p:nvGrpSpPr>
        <p:cNvPr id="212" name="Shape 212"/>
        <p:cNvGrpSpPr/>
        <p:nvPr/>
      </p:nvGrpSpPr>
      <p:grpSpPr>
        <a:xfrm>
          <a:off x="0" y="0"/>
          <a:ext cx="0" cy="0"/>
          <a:chOff x="0" y="0"/>
          <a:chExt cx="0" cy="0"/>
        </a:xfrm>
      </p:grpSpPr>
      <p:sp>
        <p:nvSpPr>
          <p:cNvPr id="213" name="Google Shape;213;p54"/>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4" name="Google Shape;214;p54"/>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15" name="Google Shape;215;p54"/>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7">
    <p:spTree>
      <p:nvGrpSpPr>
        <p:cNvPr id="216" name="Shape 216"/>
        <p:cNvGrpSpPr/>
        <p:nvPr/>
      </p:nvGrpSpPr>
      <p:grpSpPr>
        <a:xfrm>
          <a:off x="0" y="0"/>
          <a:ext cx="0" cy="0"/>
          <a:chOff x="0" y="0"/>
          <a:chExt cx="0" cy="0"/>
        </a:xfrm>
      </p:grpSpPr>
      <p:sp>
        <p:nvSpPr>
          <p:cNvPr id="217" name="Google Shape;217;p55"/>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Open Sans"/>
              <a:buNone/>
              <a:defRPr b="1" sz="88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8" name="Google Shape;218;p55"/>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3">
    <p:spTree>
      <p:nvGrpSpPr>
        <p:cNvPr id="219" name="Shape 219"/>
        <p:cNvGrpSpPr/>
        <p:nvPr/>
      </p:nvGrpSpPr>
      <p:grpSpPr>
        <a:xfrm>
          <a:off x="0" y="0"/>
          <a:ext cx="0" cy="0"/>
          <a:chOff x="0" y="0"/>
          <a:chExt cx="0" cy="0"/>
        </a:xfrm>
      </p:grpSpPr>
      <p:sp>
        <p:nvSpPr>
          <p:cNvPr id="220" name="Google Shape;220;p56"/>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21" name="Google Shape;221;p56"/>
          <p:cNvSpPr txBox="1"/>
          <p:nvPr>
            <p:ph idx="1" type="body"/>
          </p:nvPr>
        </p:nvSpPr>
        <p:spPr>
          <a:xfrm>
            <a:off x="3962400" y="3200400"/>
            <a:ext cx="8077200" cy="9051926"/>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1pPr>
            <a:lvl2pPr indent="-584200" lvl="1" marL="9144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2pPr>
            <a:lvl3pPr indent="-584200" lvl="2" marL="13716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3pPr>
            <a:lvl4pPr indent="-584200" lvl="3" marL="18288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4pPr>
            <a:lvl5pPr indent="-584200" lvl="4" marL="22860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22" name="Google Shape;222;p56"/>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8">
    <p:spTree>
      <p:nvGrpSpPr>
        <p:cNvPr id="223" name="Shape 223"/>
        <p:cNvGrpSpPr/>
        <p:nvPr/>
      </p:nvGrpSpPr>
      <p:grpSpPr>
        <a:xfrm>
          <a:off x="0" y="0"/>
          <a:ext cx="0" cy="0"/>
          <a:chOff x="0" y="0"/>
          <a:chExt cx="0" cy="0"/>
        </a:xfrm>
      </p:grpSpPr>
      <p:sp>
        <p:nvSpPr>
          <p:cNvPr id="224" name="Google Shape;224;p57"/>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25" name="Google Shape;225;p57"/>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9">
    <p:spTree>
      <p:nvGrpSpPr>
        <p:cNvPr id="226" name="Shape 226"/>
        <p:cNvGrpSpPr/>
        <p:nvPr/>
      </p:nvGrpSpPr>
      <p:grpSpPr>
        <a:xfrm>
          <a:off x="0" y="0"/>
          <a:ext cx="0" cy="0"/>
          <a:chOff x="0" y="0"/>
          <a:chExt cx="0" cy="0"/>
        </a:xfrm>
      </p:grpSpPr>
      <p:sp>
        <p:nvSpPr>
          <p:cNvPr id="227" name="Google Shape;227;p58"/>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28" name="Google Shape;228;p58"/>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19">
    <p:spTree>
      <p:nvGrpSpPr>
        <p:cNvPr id="229" name="Shape 229"/>
        <p:cNvGrpSpPr/>
        <p:nvPr/>
      </p:nvGrpSpPr>
      <p:grpSpPr>
        <a:xfrm>
          <a:off x="0" y="0"/>
          <a:ext cx="0" cy="0"/>
          <a:chOff x="0" y="0"/>
          <a:chExt cx="0" cy="0"/>
        </a:xfrm>
      </p:grpSpPr>
      <p:sp>
        <p:nvSpPr>
          <p:cNvPr id="230" name="Google Shape;230;p59"/>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1" name="Google Shape;231;p59"/>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32" name="Google Shape;232;p59"/>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0">
    <p:spTree>
      <p:nvGrpSpPr>
        <p:cNvPr id="233" name="Shape 233"/>
        <p:cNvGrpSpPr/>
        <p:nvPr/>
      </p:nvGrpSpPr>
      <p:grpSpPr>
        <a:xfrm>
          <a:off x="0" y="0"/>
          <a:ext cx="0" cy="0"/>
          <a:chOff x="0" y="0"/>
          <a:chExt cx="0" cy="0"/>
        </a:xfrm>
      </p:grpSpPr>
      <p:sp>
        <p:nvSpPr>
          <p:cNvPr id="234" name="Google Shape;234;p60"/>
          <p:cNvSpPr txBox="1"/>
          <p:nvPr>
            <p:ph type="title"/>
          </p:nvPr>
        </p:nvSpPr>
        <p:spPr>
          <a:xfrm>
            <a:off x="4419600" y="914400"/>
            <a:ext cx="15544800" cy="2590800"/>
          </a:xfrm>
          <a:prstGeom prst="rect">
            <a:avLst/>
          </a:prstGeom>
          <a:noFill/>
          <a:ln>
            <a:noFill/>
          </a:ln>
        </p:spPr>
        <p:txBody>
          <a:bodyPr anchorCtr="0" anchor="ctr" bIns="101600" lIns="101600" spcFirstLastPara="1" rIns="101600" wrap="square" tIns="101600">
            <a:normAutofit/>
          </a:bodyPr>
          <a:lstStyle>
            <a:lvl1pPr lvl="0" algn="l">
              <a:lnSpc>
                <a:spcPct val="100000"/>
              </a:lnSpc>
              <a:spcBef>
                <a:spcPts val="0"/>
              </a:spcBef>
              <a:spcAft>
                <a:spcPts val="0"/>
              </a:spcAft>
              <a:buClr>
                <a:srgbClr val="000066"/>
              </a:buClr>
              <a:buSzPts val="8000"/>
              <a:buFont typeface="Arial"/>
              <a:buNone/>
              <a:defRPr sz="8000">
                <a:solidFill>
                  <a:srgbClr val="000066"/>
                </a:solidFill>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5" name="Google Shape;235;p60"/>
          <p:cNvSpPr txBox="1"/>
          <p:nvPr>
            <p:ph idx="1" type="body"/>
          </p:nvPr>
        </p:nvSpPr>
        <p:spPr>
          <a:xfrm>
            <a:off x="4419600" y="3505200"/>
            <a:ext cx="15544800" cy="10210800"/>
          </a:xfrm>
          <a:prstGeom prst="rect">
            <a:avLst/>
          </a:prstGeom>
          <a:noFill/>
          <a:ln>
            <a:noFill/>
          </a:ln>
        </p:spPr>
        <p:txBody>
          <a:bodyPr anchorCtr="0" anchor="t" bIns="101600" lIns="101600" spcFirstLastPara="1" rIns="101600" wrap="square" tIns="101600">
            <a:normAutofit/>
          </a:bodyPr>
          <a:lstStyle>
            <a:lvl1pPr indent="-228600" lvl="0" marL="457200" algn="l">
              <a:lnSpc>
                <a:spcPct val="100000"/>
              </a:lnSpc>
              <a:spcBef>
                <a:spcPts val="1200"/>
              </a:spcBef>
              <a:spcAft>
                <a:spcPts val="0"/>
              </a:spcAft>
              <a:buClr>
                <a:srgbClr val="000000"/>
              </a:buClr>
              <a:buSzPts val="5600"/>
              <a:buFont typeface="Arial"/>
              <a:buNone/>
              <a:defRPr sz="5600">
                <a:latin typeface="Arial"/>
                <a:ea typeface="Arial"/>
                <a:cs typeface="Arial"/>
                <a:sym typeface="Arial"/>
              </a:defRPr>
            </a:lvl1pPr>
            <a:lvl2pPr indent="-584200" lvl="1" marL="9144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2pPr>
            <a:lvl3pPr indent="-584200" lvl="2" marL="13716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3pPr>
            <a:lvl4pPr indent="-584200" lvl="3" marL="18288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4pPr>
            <a:lvl5pPr indent="-584200" lvl="4" marL="2286000" algn="l">
              <a:lnSpc>
                <a:spcPct val="100000"/>
              </a:lnSpc>
              <a:spcBef>
                <a:spcPts val="1200"/>
              </a:spcBef>
              <a:spcAft>
                <a:spcPts val="0"/>
              </a:spcAft>
              <a:buClr>
                <a:srgbClr val="000000"/>
              </a:buClr>
              <a:buSzPts val="5600"/>
              <a:buFont typeface="Arial"/>
              <a:buChar char="»"/>
              <a:defRPr sz="56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36" name="Google Shape;236;p60"/>
          <p:cNvSpPr txBox="1"/>
          <p:nvPr>
            <p:ph idx="12" type="sldNum"/>
          </p:nvPr>
        </p:nvSpPr>
        <p:spPr>
          <a:xfrm>
            <a:off x="17783810" y="12496800"/>
            <a:ext cx="551181" cy="574174"/>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1">
    <p:spTree>
      <p:nvGrpSpPr>
        <p:cNvPr id="237" name="Shape 237"/>
        <p:cNvGrpSpPr/>
        <p:nvPr/>
      </p:nvGrpSpPr>
      <p:grpSpPr>
        <a:xfrm>
          <a:off x="0" y="0"/>
          <a:ext cx="0" cy="0"/>
          <a:chOff x="0" y="0"/>
          <a:chExt cx="0" cy="0"/>
        </a:xfrm>
      </p:grpSpPr>
      <p:sp>
        <p:nvSpPr>
          <p:cNvPr id="238" name="Google Shape;238;p61"/>
          <p:cNvSpPr txBox="1"/>
          <p:nvPr>
            <p:ph type="title"/>
          </p:nvPr>
        </p:nvSpPr>
        <p:spPr>
          <a:xfrm>
            <a:off x="3962400" y="180976"/>
            <a:ext cx="16459200" cy="3019425"/>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9" name="Google Shape;239;p61"/>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40" name="Google Shape;240;p61"/>
          <p:cNvSpPr txBox="1"/>
          <p:nvPr>
            <p:ph idx="12" type="sldNum"/>
          </p:nvPr>
        </p:nvSpPr>
        <p:spPr>
          <a:xfrm>
            <a:off x="17990856" y="12490450"/>
            <a:ext cx="591116" cy="577647"/>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1pPr>
            <a:lvl2pPr indent="0" lvl="1"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2pPr>
            <a:lvl3pPr indent="0" lvl="2"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3pPr>
            <a:lvl4pPr indent="0" lvl="3"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4pPr>
            <a:lvl5pPr indent="0" lvl="4"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5pPr>
            <a:lvl6pPr indent="0" lvl="5"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6pPr>
            <a:lvl7pPr indent="0" lvl="6"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7pPr>
            <a:lvl8pPr indent="0" lvl="7"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8pPr>
            <a:lvl9pPr indent="0" lvl="8"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b="0" sz="2400">
              <a:latin typeface="Helvetica Neue Light"/>
              <a:ea typeface="Helvetica Neue Light"/>
              <a:cs typeface="Helvetica Neue Light"/>
              <a:sym typeface="Helvetica Neue Light"/>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2">
    <p:spTree>
      <p:nvGrpSpPr>
        <p:cNvPr id="241" name="Shape 241"/>
        <p:cNvGrpSpPr/>
        <p:nvPr/>
      </p:nvGrpSpPr>
      <p:grpSpPr>
        <a:xfrm>
          <a:off x="0" y="0"/>
          <a:ext cx="0" cy="0"/>
          <a:chOff x="0" y="0"/>
          <a:chExt cx="0" cy="0"/>
        </a:xfrm>
      </p:grpSpPr>
      <p:sp>
        <p:nvSpPr>
          <p:cNvPr id="242" name="Google Shape;242;p62"/>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Helvetica Neue"/>
              <a:buNone/>
              <a:defRPr b="1"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43" name="Google Shape;243;p62"/>
          <p:cNvSpPr txBox="1"/>
          <p:nvPr>
            <p:ph idx="1" type="body"/>
          </p:nvPr>
        </p:nvSpPr>
        <p:spPr>
          <a:xfrm>
            <a:off x="1219200" y="3200401"/>
            <a:ext cx="21945600" cy="9051927"/>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1pPr>
            <a:lvl2pPr indent="-635000" lvl="1" marL="9144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2pPr>
            <a:lvl3pPr indent="-635000" lvl="2" marL="13716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3pPr>
            <a:lvl4pPr indent="-635000" lvl="3" marL="18288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4pPr>
            <a:lvl5pPr indent="-635000" lvl="4" marL="2286000" algn="l">
              <a:lnSpc>
                <a:spcPct val="100000"/>
              </a:lnSpc>
              <a:spcBef>
                <a:spcPts val="1500"/>
              </a:spcBef>
              <a:spcAft>
                <a:spcPts val="0"/>
              </a:spcAft>
              <a:buClr>
                <a:srgbClr val="000000"/>
              </a:buClr>
              <a:buSzPts val="6400"/>
              <a:buFont typeface="Arial"/>
              <a:buChar char="»"/>
              <a:defRPr sz="6400">
                <a:latin typeface="Helvetica Neue"/>
                <a:ea typeface="Helvetica Neue"/>
                <a:cs typeface="Helvetica Neue"/>
                <a:sym typeface="Helvetica Neue"/>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44" name="Google Shape;244;p62"/>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888888"/>
              </a:buClr>
              <a:buSzPts val="2400"/>
              <a:buFont typeface="Helvetica Neue"/>
              <a:buNone/>
              <a:defRPr>
                <a:solidFill>
                  <a:srgbClr val="888888"/>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theme" Target="../theme/theme1.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400">
              <a:latin typeface="Arial"/>
              <a:ea typeface="Arial"/>
              <a:cs typeface="Arial"/>
              <a:sym typeface="Arial"/>
            </a:endParaRPr>
          </a:p>
        </p:txBody>
      </p:sp>
      <p:sp>
        <p:nvSpPr>
          <p:cNvPr id="8" name="Google Shape;8;p1"/>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41350" lvl="0" marL="4572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1pPr>
            <a:lvl2pPr indent="-641350" lvl="1" marL="9144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2pPr>
            <a:lvl3pPr indent="-641350" lvl="2" marL="13716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3pPr>
            <a:lvl4pPr indent="-641350" lvl="3" marL="18288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4pPr>
            <a:lvl5pPr indent="-641350" lvl="4" marL="22860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5pPr>
            <a:lvl6pPr indent="-641350" lvl="5" marL="27432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6pPr>
            <a:lvl7pPr indent="-641350" lvl="6" marL="32004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7pPr>
            <a:lvl8pPr indent="-641350" lvl="7" marL="36576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8pPr>
            <a:lvl9pPr indent="-641350" lvl="8" marL="41148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0.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1.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4.png"/><Relationship Id="rId9" Type="http://schemas.openxmlformats.org/officeDocument/2006/relationships/image" Target="../media/image3.png"/><Relationship Id="rId5" Type="http://schemas.openxmlformats.org/officeDocument/2006/relationships/image" Target="../media/image74.png"/><Relationship Id="rId6" Type="http://schemas.openxmlformats.org/officeDocument/2006/relationships/image" Target="../media/image15.png"/><Relationship Id="rId7" Type="http://schemas.openxmlformats.org/officeDocument/2006/relationships/image" Target="../media/image8.png"/><Relationship Id="rId8"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9.png"/><Relationship Id="rId9"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6.png"/><Relationship Id="rId7" Type="http://schemas.openxmlformats.org/officeDocument/2006/relationships/image" Target="../media/image2.jpg"/><Relationship Id="rId8" Type="http://schemas.openxmlformats.org/officeDocument/2006/relationships/image" Target="../media/image9.png"/><Relationship Id="rId11" Type="http://schemas.openxmlformats.org/officeDocument/2006/relationships/image" Target="../media/image36.png"/><Relationship Id="rId10" Type="http://schemas.openxmlformats.org/officeDocument/2006/relationships/image" Target="../media/image13.png"/><Relationship Id="rId13" Type="http://schemas.openxmlformats.org/officeDocument/2006/relationships/image" Target="../media/image11.jpg"/><Relationship Id="rId12" Type="http://schemas.openxmlformats.org/officeDocument/2006/relationships/image" Target="../media/image25.jpg"/><Relationship Id="rId15" Type="http://schemas.openxmlformats.org/officeDocument/2006/relationships/image" Target="../media/image37.png"/><Relationship Id="rId14" Type="http://schemas.openxmlformats.org/officeDocument/2006/relationships/image" Target="../media/image26.png"/><Relationship Id="rId17" Type="http://schemas.openxmlformats.org/officeDocument/2006/relationships/image" Target="../media/image35.jpg"/><Relationship Id="rId16" Type="http://schemas.openxmlformats.org/officeDocument/2006/relationships/image" Target="../media/image39.png"/><Relationship Id="rId18"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9.png"/><Relationship Id="rId9" Type="http://schemas.openxmlformats.org/officeDocument/2006/relationships/image" Target="../media/image34.jpg"/><Relationship Id="rId5" Type="http://schemas.openxmlformats.org/officeDocument/2006/relationships/image" Target="../media/image22.png"/><Relationship Id="rId6" Type="http://schemas.openxmlformats.org/officeDocument/2006/relationships/image" Target="../media/image6.png"/><Relationship Id="rId7" Type="http://schemas.openxmlformats.org/officeDocument/2006/relationships/image" Target="../media/image2.jpg"/><Relationship Id="rId8" Type="http://schemas.openxmlformats.org/officeDocument/2006/relationships/image" Target="../media/image9.png"/><Relationship Id="rId20" Type="http://schemas.openxmlformats.org/officeDocument/2006/relationships/image" Target="../media/image38.png"/><Relationship Id="rId22" Type="http://schemas.openxmlformats.org/officeDocument/2006/relationships/image" Target="../media/image43.jpg"/><Relationship Id="rId21" Type="http://schemas.openxmlformats.org/officeDocument/2006/relationships/image" Target="../media/image47.jpg"/><Relationship Id="rId24" Type="http://schemas.openxmlformats.org/officeDocument/2006/relationships/image" Target="../media/image37.png"/><Relationship Id="rId23" Type="http://schemas.openxmlformats.org/officeDocument/2006/relationships/image" Target="../media/image48.png"/><Relationship Id="rId25" Type="http://schemas.openxmlformats.org/officeDocument/2006/relationships/image" Target="../media/image23.png"/><Relationship Id="rId11" Type="http://schemas.openxmlformats.org/officeDocument/2006/relationships/image" Target="../media/image36.png"/><Relationship Id="rId10" Type="http://schemas.openxmlformats.org/officeDocument/2006/relationships/image" Target="../media/image13.png"/><Relationship Id="rId13" Type="http://schemas.openxmlformats.org/officeDocument/2006/relationships/image" Target="../media/image32.png"/><Relationship Id="rId12" Type="http://schemas.openxmlformats.org/officeDocument/2006/relationships/image" Target="../media/image25.jpg"/><Relationship Id="rId15" Type="http://schemas.openxmlformats.org/officeDocument/2006/relationships/image" Target="../media/image71.jpg"/><Relationship Id="rId14" Type="http://schemas.openxmlformats.org/officeDocument/2006/relationships/image" Target="../media/image26.png"/><Relationship Id="rId17" Type="http://schemas.openxmlformats.org/officeDocument/2006/relationships/image" Target="../media/image42.png"/><Relationship Id="rId16" Type="http://schemas.openxmlformats.org/officeDocument/2006/relationships/image" Target="../media/image39.png"/><Relationship Id="rId19" Type="http://schemas.openxmlformats.org/officeDocument/2006/relationships/image" Target="../media/image5.png"/><Relationship Id="rId18" Type="http://schemas.openxmlformats.org/officeDocument/2006/relationships/image" Target="../media/image7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9.png"/><Relationship Id="rId9"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6.png"/><Relationship Id="rId7" Type="http://schemas.openxmlformats.org/officeDocument/2006/relationships/image" Target="../media/image48.png"/><Relationship Id="rId8" Type="http://schemas.openxmlformats.org/officeDocument/2006/relationships/image" Target="../media/image9.png"/><Relationship Id="rId20" Type="http://schemas.openxmlformats.org/officeDocument/2006/relationships/image" Target="../media/image36.png"/><Relationship Id="rId21" Type="http://schemas.openxmlformats.org/officeDocument/2006/relationships/image" Target="../media/image32.png"/><Relationship Id="rId11" Type="http://schemas.openxmlformats.org/officeDocument/2006/relationships/image" Target="../media/image55.jpg"/><Relationship Id="rId10" Type="http://schemas.openxmlformats.org/officeDocument/2006/relationships/image" Target="../media/image77.jpg"/><Relationship Id="rId13" Type="http://schemas.openxmlformats.org/officeDocument/2006/relationships/image" Target="../media/image11.jpg"/><Relationship Id="rId12" Type="http://schemas.openxmlformats.org/officeDocument/2006/relationships/image" Target="../media/image38.png"/><Relationship Id="rId15" Type="http://schemas.openxmlformats.org/officeDocument/2006/relationships/image" Target="../media/image37.png"/><Relationship Id="rId14" Type="http://schemas.openxmlformats.org/officeDocument/2006/relationships/image" Target="../media/image26.png"/><Relationship Id="rId17" Type="http://schemas.openxmlformats.org/officeDocument/2006/relationships/image" Target="../media/image42.png"/><Relationship Id="rId16" Type="http://schemas.openxmlformats.org/officeDocument/2006/relationships/image" Target="../media/image39.png"/><Relationship Id="rId19" Type="http://schemas.openxmlformats.org/officeDocument/2006/relationships/image" Target="../media/image13.png"/><Relationship Id="rId18"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63.png"/><Relationship Id="rId6" Type="http://schemas.openxmlformats.org/officeDocument/2006/relationships/image" Target="../media/image5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63.png"/><Relationship Id="rId6" Type="http://schemas.openxmlformats.org/officeDocument/2006/relationships/image" Target="../media/image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59.png"/><Relationship Id="rId4" Type="http://schemas.openxmlformats.org/officeDocument/2006/relationships/image" Target="../media/image76.png"/><Relationship Id="rId5" Type="http://schemas.openxmlformats.org/officeDocument/2006/relationships/image" Target="../media/image68.png"/><Relationship Id="rId6" Type="http://schemas.openxmlformats.org/officeDocument/2006/relationships/image" Target="../media/image58.png"/><Relationship Id="rId7" Type="http://schemas.openxmlformats.org/officeDocument/2006/relationships/image" Target="../media/image6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79.png"/><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69.png"/><Relationship Id="rId4" Type="http://schemas.openxmlformats.org/officeDocument/2006/relationships/image" Target="../media/image89.png"/><Relationship Id="rId9" Type="http://schemas.openxmlformats.org/officeDocument/2006/relationships/image" Target="../media/image34.jpg"/><Relationship Id="rId5" Type="http://schemas.openxmlformats.org/officeDocument/2006/relationships/image" Target="../media/image64.png"/><Relationship Id="rId6" Type="http://schemas.openxmlformats.org/officeDocument/2006/relationships/image" Target="../media/image6.png"/><Relationship Id="rId7" Type="http://schemas.openxmlformats.org/officeDocument/2006/relationships/image" Target="../media/image48.png"/><Relationship Id="rId8" Type="http://schemas.openxmlformats.org/officeDocument/2006/relationships/image" Target="../media/image9.png"/><Relationship Id="rId20" Type="http://schemas.openxmlformats.org/officeDocument/2006/relationships/image" Target="../media/image26.png"/><Relationship Id="rId11" Type="http://schemas.openxmlformats.org/officeDocument/2006/relationships/image" Target="../media/image62.png"/><Relationship Id="rId10" Type="http://schemas.openxmlformats.org/officeDocument/2006/relationships/image" Target="../media/image13.png"/><Relationship Id="rId13" Type="http://schemas.openxmlformats.org/officeDocument/2006/relationships/image" Target="../media/image37.png"/><Relationship Id="rId12" Type="http://schemas.openxmlformats.org/officeDocument/2006/relationships/image" Target="../media/image38.png"/><Relationship Id="rId15" Type="http://schemas.openxmlformats.org/officeDocument/2006/relationships/image" Target="../media/image35.jpg"/><Relationship Id="rId14" Type="http://schemas.openxmlformats.org/officeDocument/2006/relationships/image" Target="../media/image70.jpg"/><Relationship Id="rId17" Type="http://schemas.openxmlformats.org/officeDocument/2006/relationships/image" Target="../media/image5.png"/><Relationship Id="rId16" Type="http://schemas.openxmlformats.org/officeDocument/2006/relationships/image" Target="../media/image47.jpg"/><Relationship Id="rId19" Type="http://schemas.openxmlformats.org/officeDocument/2006/relationships/image" Target="../media/image32.png"/><Relationship Id="rId18"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3.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39.png"/><Relationship Id="rId4" Type="http://schemas.openxmlformats.org/officeDocument/2006/relationships/image" Target="../media/image135.png"/><Relationship Id="rId5" Type="http://schemas.openxmlformats.org/officeDocument/2006/relationships/image" Target="../media/image1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97.png"/><Relationship Id="rId4" Type="http://schemas.openxmlformats.org/officeDocument/2006/relationships/image" Target="../media/image72.png"/><Relationship Id="rId5" Type="http://schemas.openxmlformats.org/officeDocument/2006/relationships/hyperlink" Target="https://www.youtube.com/watch?v=FMtvrTGnP04" TargetMode="External"/><Relationship Id="rId6" Type="http://schemas.openxmlformats.org/officeDocument/2006/relationships/hyperlink" Target="https://www.youtube.com/watch?v=KOG7yTz1iTA"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15.gif"/><Relationship Id="rId4" Type="http://schemas.openxmlformats.org/officeDocument/2006/relationships/hyperlink" Target="https://medium.com/scape-technologies/building-the-ar-cloud-part-three-3d-maps-the-digital-scaffolding-of-the-21st-century-465fa55782d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7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91.jpg"/><Relationship Id="rId4" Type="http://schemas.openxmlformats.org/officeDocument/2006/relationships/image" Target="../media/image85.jpg"/><Relationship Id="rId5" Type="http://schemas.openxmlformats.org/officeDocument/2006/relationships/image" Target="../media/image88.jpg"/><Relationship Id="rId6" Type="http://schemas.openxmlformats.org/officeDocument/2006/relationships/image" Target="../media/image78.png"/><Relationship Id="rId7" Type="http://schemas.openxmlformats.org/officeDocument/2006/relationships/image" Target="../media/image80.jpg"/><Relationship Id="rId8" Type="http://schemas.openxmlformats.org/officeDocument/2006/relationships/image" Target="../media/image8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80.jpg"/><Relationship Id="rId4" Type="http://schemas.openxmlformats.org/officeDocument/2006/relationships/image" Target="../media/image91.jpg"/><Relationship Id="rId5" Type="http://schemas.openxmlformats.org/officeDocument/2006/relationships/image" Target="../media/image85.jpg"/><Relationship Id="rId6" Type="http://schemas.openxmlformats.org/officeDocument/2006/relationships/image" Target="../media/image88.jpg"/><Relationship Id="rId7" Type="http://schemas.openxmlformats.org/officeDocument/2006/relationships/image" Target="../media/image78.png"/><Relationship Id="rId8" Type="http://schemas.openxmlformats.org/officeDocument/2006/relationships/image" Target="../media/image8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91.jpg"/><Relationship Id="rId4" Type="http://schemas.openxmlformats.org/officeDocument/2006/relationships/image" Target="../media/image85.jpg"/><Relationship Id="rId9" Type="http://schemas.openxmlformats.org/officeDocument/2006/relationships/image" Target="../media/image87.png"/><Relationship Id="rId5" Type="http://schemas.openxmlformats.org/officeDocument/2006/relationships/image" Target="../media/image88.jpg"/><Relationship Id="rId6" Type="http://schemas.openxmlformats.org/officeDocument/2006/relationships/image" Target="../media/image80.jpg"/><Relationship Id="rId7" Type="http://schemas.openxmlformats.org/officeDocument/2006/relationships/image" Target="../media/image78.png"/><Relationship Id="rId8" Type="http://schemas.openxmlformats.org/officeDocument/2006/relationships/image" Target="../media/image9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91.jpg"/><Relationship Id="rId4" Type="http://schemas.openxmlformats.org/officeDocument/2006/relationships/image" Target="../media/image85.jpg"/><Relationship Id="rId9" Type="http://schemas.openxmlformats.org/officeDocument/2006/relationships/image" Target="../media/image87.png"/><Relationship Id="rId5" Type="http://schemas.openxmlformats.org/officeDocument/2006/relationships/image" Target="../media/image88.jpg"/><Relationship Id="rId6" Type="http://schemas.openxmlformats.org/officeDocument/2006/relationships/image" Target="../media/image80.jpg"/><Relationship Id="rId7" Type="http://schemas.openxmlformats.org/officeDocument/2006/relationships/image" Target="../media/image78.png"/><Relationship Id="rId8" Type="http://schemas.openxmlformats.org/officeDocument/2006/relationships/image" Target="../media/image9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87.png"/><Relationship Id="rId4" Type="http://schemas.openxmlformats.org/officeDocument/2006/relationships/image" Target="../media/image91.jpg"/><Relationship Id="rId9" Type="http://schemas.openxmlformats.org/officeDocument/2006/relationships/image" Target="../media/image92.png"/><Relationship Id="rId5" Type="http://schemas.openxmlformats.org/officeDocument/2006/relationships/image" Target="../media/image85.jpg"/><Relationship Id="rId6" Type="http://schemas.openxmlformats.org/officeDocument/2006/relationships/image" Target="../media/image88.jpg"/><Relationship Id="rId7" Type="http://schemas.openxmlformats.org/officeDocument/2006/relationships/image" Target="../media/image80.jpg"/><Relationship Id="rId8" Type="http://schemas.openxmlformats.org/officeDocument/2006/relationships/image" Target="../media/image7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98.png"/><Relationship Id="rId4" Type="http://schemas.openxmlformats.org/officeDocument/2006/relationships/image" Target="../media/image9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09.png"/><Relationship Id="rId4" Type="http://schemas.openxmlformats.org/officeDocument/2006/relationships/image" Target="../media/image140.png"/><Relationship Id="rId5" Type="http://schemas.openxmlformats.org/officeDocument/2006/relationships/image" Target="../media/image1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1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105.png"/><Relationship Id="rId4" Type="http://schemas.openxmlformats.org/officeDocument/2006/relationships/image" Target="../media/image10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10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104.png"/><Relationship Id="rId4" Type="http://schemas.openxmlformats.org/officeDocument/2006/relationships/image" Target="../media/image111.png"/><Relationship Id="rId5" Type="http://schemas.openxmlformats.org/officeDocument/2006/relationships/image" Target="../media/image10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99.png"/><Relationship Id="rId4" Type="http://schemas.openxmlformats.org/officeDocument/2006/relationships/image" Target="../media/image102.png"/><Relationship Id="rId5" Type="http://schemas.openxmlformats.org/officeDocument/2006/relationships/image" Target="../media/image108.png"/><Relationship Id="rId6" Type="http://schemas.openxmlformats.org/officeDocument/2006/relationships/image" Target="../media/image10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120.png"/><Relationship Id="rId4" Type="http://schemas.openxmlformats.org/officeDocument/2006/relationships/image" Target="../media/image116.png"/><Relationship Id="rId5" Type="http://schemas.openxmlformats.org/officeDocument/2006/relationships/image" Target="../media/image112.png"/><Relationship Id="rId6" Type="http://schemas.openxmlformats.org/officeDocument/2006/relationships/image" Target="../media/image1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121.png"/><Relationship Id="rId4" Type="http://schemas.openxmlformats.org/officeDocument/2006/relationships/image" Target="../media/image118.png"/><Relationship Id="rId5" Type="http://schemas.openxmlformats.org/officeDocument/2006/relationships/image" Target="../media/image1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16.png"/><Relationship Id="rId4" Type="http://schemas.openxmlformats.org/officeDocument/2006/relationships/image" Target="../media/image130.png"/><Relationship Id="rId5" Type="http://schemas.openxmlformats.org/officeDocument/2006/relationships/image" Target="../media/image119.png"/><Relationship Id="rId6" Type="http://schemas.openxmlformats.org/officeDocument/2006/relationships/image" Target="../media/image1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99.png"/><Relationship Id="rId4" Type="http://schemas.openxmlformats.org/officeDocument/2006/relationships/image" Target="../media/image10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32.png"/><Relationship Id="rId4" Type="http://schemas.openxmlformats.org/officeDocument/2006/relationships/image" Target="../media/image122.png"/><Relationship Id="rId5" Type="http://schemas.openxmlformats.org/officeDocument/2006/relationships/image" Target="../media/image131.png"/><Relationship Id="rId6" Type="http://schemas.openxmlformats.org/officeDocument/2006/relationships/image" Target="../media/image10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hyperlink" Target="http://www.cs.cornell.edu/rdz/Papers/BVZ-iccv99.pdf" TargetMode="External"/><Relationship Id="rId4" Type="http://schemas.openxmlformats.org/officeDocument/2006/relationships/image" Target="../media/image129.png"/><Relationship Id="rId5" Type="http://schemas.openxmlformats.org/officeDocument/2006/relationships/image" Target="../media/image123.png"/><Relationship Id="rId6" Type="http://schemas.openxmlformats.org/officeDocument/2006/relationships/image" Target="../media/image1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124.png"/><Relationship Id="rId4" Type="http://schemas.openxmlformats.org/officeDocument/2006/relationships/image" Target="../media/image138.png"/><Relationship Id="rId5" Type="http://schemas.openxmlformats.org/officeDocument/2006/relationships/image" Target="../media/image1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63"/>
          <p:cNvSpPr txBox="1"/>
          <p:nvPr>
            <p:ph idx="12" type="sldNum"/>
          </p:nvPr>
        </p:nvSpPr>
        <p:spPr>
          <a:xfrm>
            <a:off x="12043765" y="13081000"/>
            <a:ext cx="283770"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sp>
        <p:nvSpPr>
          <p:cNvPr id="250" name="Google Shape;250;p63"/>
          <p:cNvSpPr txBox="1"/>
          <p:nvPr>
            <p:ph idx="4294967295" type="ctrTitle"/>
          </p:nvPr>
        </p:nvSpPr>
        <p:spPr>
          <a:xfrm>
            <a:off x="3165802" y="6330026"/>
            <a:ext cx="18052396" cy="1597814"/>
          </a:xfrm>
          <a:prstGeom prst="rect">
            <a:avLst/>
          </a:prstGeom>
          <a:noFill/>
          <a:ln>
            <a:noFill/>
          </a:ln>
        </p:spPr>
        <p:txBody>
          <a:bodyPr anchorCtr="0" anchor="b" bIns="50800" lIns="50800" spcFirstLastPara="1" rIns="50800" wrap="square" tIns="50800">
            <a:normAutofit fontScale="90000"/>
          </a:bodyPr>
          <a:lstStyle/>
          <a:p>
            <a:pPr indent="0" lvl="0" marL="0" marR="0" rtl="0" algn="l">
              <a:lnSpc>
                <a:spcPct val="100000"/>
              </a:lnSpc>
              <a:spcBef>
                <a:spcPts val="0"/>
              </a:spcBef>
              <a:spcAft>
                <a:spcPts val="0"/>
              </a:spcAft>
              <a:buClr>
                <a:srgbClr val="000000"/>
              </a:buClr>
              <a:buSzPct val="100000"/>
              <a:buFont typeface="Helvetica Neue"/>
              <a:buNone/>
            </a:pPr>
            <a:r>
              <a:rPr b="0" i="0" lang="en-US" sz="9828" u="none" cap="none" strike="noStrike">
                <a:solidFill>
                  <a:srgbClr val="000000"/>
                </a:solidFill>
                <a:latin typeface="Helvetica Neue"/>
                <a:ea typeface="Helvetica Neue"/>
                <a:cs typeface="Helvetica Neue"/>
                <a:sym typeface="Helvetica Neue"/>
              </a:rPr>
              <a:t>Lecture </a:t>
            </a:r>
            <a:r>
              <a:rPr lang="en-US" sz="9828"/>
              <a:t>8</a:t>
            </a:r>
            <a:r>
              <a:rPr b="0" i="0" lang="en-US" sz="9828" u="none" cap="none" strike="noStrike">
                <a:solidFill>
                  <a:srgbClr val="000000"/>
                </a:solidFill>
                <a:latin typeface="Helvetica Neue"/>
                <a:ea typeface="Helvetica Neue"/>
                <a:cs typeface="Helvetica Neue"/>
                <a:sym typeface="Helvetica Neue"/>
              </a:rPr>
              <a:t>: </a:t>
            </a:r>
            <a:r>
              <a:rPr b="0" i="0" lang="en-US" sz="9828" u="none" cap="none" strike="noStrike">
                <a:solidFill>
                  <a:srgbClr val="000000"/>
                </a:solidFill>
                <a:latin typeface="Helvetica Neue Light"/>
                <a:ea typeface="Helvetica Neue Light"/>
                <a:cs typeface="Helvetica Neue Light"/>
                <a:sym typeface="Helvetica Neue Light"/>
              </a:rPr>
              <a:t>Estimating geometry</a:t>
            </a:r>
            <a:endParaRPr/>
          </a:p>
        </p:txBody>
      </p:sp>
      <p:sp>
        <p:nvSpPr>
          <p:cNvPr id="251" name="Google Shape;251;p63"/>
          <p:cNvSpPr txBox="1"/>
          <p:nvPr/>
        </p:nvSpPr>
        <p:spPr>
          <a:xfrm>
            <a:off x="18686968" y="13012808"/>
            <a:ext cx="5454892"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Slides mostly from N. Snavely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64"/>
          <p:cNvSpPr txBox="1"/>
          <p:nvPr>
            <p:ph type="title"/>
          </p:nvPr>
        </p:nvSpPr>
        <p:spPr>
          <a:xfrm>
            <a:off x="2378677" y="-158749"/>
            <a:ext cx="19626646"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Recall: triangulation</a:t>
            </a:r>
            <a:endParaRPr/>
          </a:p>
        </p:txBody>
      </p:sp>
      <p:pic>
        <p:nvPicPr>
          <p:cNvPr descr="Picture 2" id="257" name="Google Shape;257;p64"/>
          <p:cNvPicPr preferRelativeResize="0"/>
          <p:nvPr/>
        </p:nvPicPr>
        <p:blipFill rotWithShape="1">
          <a:blip r:embed="rId3">
            <a:alphaModFix/>
          </a:blip>
          <a:srcRect b="0" l="0" r="0" t="0"/>
          <a:stretch/>
        </p:blipFill>
        <p:spPr>
          <a:xfrm>
            <a:off x="3801909" y="4876800"/>
            <a:ext cx="5189691" cy="8382000"/>
          </a:xfrm>
          <a:prstGeom prst="rect">
            <a:avLst/>
          </a:prstGeom>
          <a:noFill/>
          <a:ln>
            <a:noFill/>
          </a:ln>
        </p:spPr>
      </p:pic>
      <p:pic>
        <p:nvPicPr>
          <p:cNvPr descr="Picture 3" id="258" name="Google Shape;258;p64"/>
          <p:cNvPicPr preferRelativeResize="0"/>
          <p:nvPr/>
        </p:nvPicPr>
        <p:blipFill rotWithShape="1">
          <a:blip r:embed="rId4">
            <a:alphaModFix/>
          </a:blip>
          <a:srcRect b="0" l="0" r="0" t="0"/>
          <a:stretch/>
        </p:blipFill>
        <p:spPr>
          <a:xfrm>
            <a:off x="9716937" y="4876800"/>
            <a:ext cx="5189689" cy="8382000"/>
          </a:xfrm>
          <a:prstGeom prst="rect">
            <a:avLst/>
          </a:prstGeom>
          <a:noFill/>
          <a:ln>
            <a:noFill/>
          </a:ln>
        </p:spPr>
      </p:pic>
      <p:pic>
        <p:nvPicPr>
          <p:cNvPr descr="Picture 5" id="259" name="Google Shape;259;p64"/>
          <p:cNvPicPr preferRelativeResize="0"/>
          <p:nvPr/>
        </p:nvPicPr>
        <p:blipFill rotWithShape="1">
          <a:blip r:embed="rId5">
            <a:alphaModFix/>
          </a:blip>
          <a:srcRect b="0" l="0" r="0" t="0"/>
          <a:stretch/>
        </p:blipFill>
        <p:spPr>
          <a:xfrm>
            <a:off x="15526511" y="4876800"/>
            <a:ext cx="5189691" cy="8382000"/>
          </a:xfrm>
          <a:prstGeom prst="rect">
            <a:avLst/>
          </a:prstGeom>
          <a:noFill/>
          <a:ln>
            <a:noFill/>
          </a:ln>
        </p:spPr>
      </p:pic>
      <p:sp>
        <p:nvSpPr>
          <p:cNvPr id="260" name="Google Shape;260;p64"/>
          <p:cNvSpPr/>
          <p:nvPr/>
        </p:nvSpPr>
        <p:spPr>
          <a:xfrm>
            <a:off x="6588016" y="6100336"/>
            <a:ext cx="539973" cy="53997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rial"/>
              <a:ea typeface="Arial"/>
              <a:cs typeface="Arial"/>
              <a:sym typeface="Arial"/>
            </a:endParaRPr>
          </a:p>
        </p:txBody>
      </p:sp>
      <p:sp>
        <p:nvSpPr>
          <p:cNvPr id="261" name="Google Shape;261;p64"/>
          <p:cNvSpPr/>
          <p:nvPr/>
        </p:nvSpPr>
        <p:spPr>
          <a:xfrm>
            <a:off x="12684015" y="6130816"/>
            <a:ext cx="539973" cy="53997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rial"/>
              <a:ea typeface="Arial"/>
              <a:cs typeface="Arial"/>
              <a:sym typeface="Arial"/>
            </a:endParaRPr>
          </a:p>
        </p:txBody>
      </p:sp>
      <p:sp>
        <p:nvSpPr>
          <p:cNvPr id="262" name="Google Shape;262;p64"/>
          <p:cNvSpPr/>
          <p:nvPr/>
        </p:nvSpPr>
        <p:spPr>
          <a:xfrm>
            <a:off x="18627616" y="6130816"/>
            <a:ext cx="539973" cy="53997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rial"/>
              <a:ea typeface="Arial"/>
              <a:cs typeface="Arial"/>
              <a:sym typeface="Arial"/>
            </a:endParaRPr>
          </a:p>
        </p:txBody>
      </p:sp>
      <p:sp>
        <p:nvSpPr>
          <p:cNvPr id="263" name="Google Shape;263;p64"/>
          <p:cNvSpPr txBox="1"/>
          <p:nvPr/>
        </p:nvSpPr>
        <p:spPr>
          <a:xfrm>
            <a:off x="3845758" y="2587586"/>
            <a:ext cx="17167860" cy="194574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Given projection </a:t>
            </a:r>
            <a:r>
              <a:rPr b="1" i="0" lang="en-US" sz="5600" u="none" cap="none" strike="noStrike">
                <a:solidFill>
                  <a:srgbClr val="0070C0"/>
                </a:solidFill>
                <a:latin typeface="Arial"/>
                <a:ea typeface="Arial"/>
                <a:cs typeface="Arial"/>
                <a:sym typeface="Arial"/>
              </a:rPr>
              <a:t>p</a:t>
            </a:r>
            <a:r>
              <a:rPr b="1" baseline="-25000" i="0" lang="en-US" sz="5600" u="none" cap="none" strike="noStrike">
                <a:solidFill>
                  <a:srgbClr val="0070C0"/>
                </a:solidFill>
                <a:latin typeface="Arial"/>
                <a:ea typeface="Arial"/>
                <a:cs typeface="Arial"/>
                <a:sym typeface="Arial"/>
              </a:rPr>
              <a:t>i</a:t>
            </a:r>
            <a:r>
              <a:rPr b="0" i="0" lang="en-US" sz="5600" u="none" cap="none" strike="noStrike">
                <a:solidFill>
                  <a:srgbClr val="000000"/>
                </a:solidFill>
                <a:latin typeface="Arial"/>
                <a:ea typeface="Arial"/>
                <a:cs typeface="Arial"/>
                <a:sym typeface="Arial"/>
              </a:rPr>
              <a:t> of unknown 3D point </a:t>
            </a:r>
            <a:r>
              <a:rPr b="1" i="0" lang="en-US" sz="5600" u="none" cap="none" strike="noStrike">
                <a:solidFill>
                  <a:srgbClr val="FF0000"/>
                </a:solidFill>
                <a:latin typeface="Arial"/>
                <a:ea typeface="Arial"/>
                <a:cs typeface="Arial"/>
                <a:sym typeface="Arial"/>
              </a:rPr>
              <a:t>X</a:t>
            </a:r>
            <a:r>
              <a:rPr b="0" i="0" lang="en-US" sz="5600" u="none" cap="none" strike="noStrike">
                <a:solidFill>
                  <a:srgbClr val="000000"/>
                </a:solidFill>
                <a:latin typeface="Arial"/>
                <a:ea typeface="Arial"/>
                <a:cs typeface="Arial"/>
                <a:sym typeface="Arial"/>
              </a:rPr>
              <a:t> in two or more images (with known cameras </a:t>
            </a:r>
            <a:r>
              <a:rPr b="1" i="0" lang="en-US" sz="5600" u="none" cap="none" strike="noStrike">
                <a:solidFill>
                  <a:srgbClr val="7030A0"/>
                </a:solidFill>
                <a:latin typeface="Arial"/>
                <a:ea typeface="Arial"/>
                <a:cs typeface="Arial"/>
                <a:sym typeface="Arial"/>
              </a:rPr>
              <a:t>P</a:t>
            </a:r>
            <a:r>
              <a:rPr b="0" baseline="-25000" i="0" lang="en-US" sz="5600" u="none" cap="none" strike="noStrike">
                <a:solidFill>
                  <a:srgbClr val="7030A0"/>
                </a:solidFill>
                <a:latin typeface="Arial"/>
                <a:ea typeface="Arial"/>
                <a:cs typeface="Arial"/>
                <a:sym typeface="Arial"/>
              </a:rPr>
              <a:t>i</a:t>
            </a:r>
            <a:r>
              <a:rPr b="0" i="0" lang="en-US" sz="5600" u="none" cap="none" strike="noStrike">
                <a:solidFill>
                  <a:srgbClr val="000000"/>
                </a:solidFill>
                <a:latin typeface="Arial"/>
                <a:ea typeface="Arial"/>
                <a:cs typeface="Arial"/>
                <a:sym typeface="Arial"/>
              </a:rPr>
              <a:t>), find </a:t>
            </a:r>
            <a:r>
              <a:rPr b="1" i="0" lang="en-US" sz="5600" u="none" cap="none" strike="noStrike">
                <a:solidFill>
                  <a:srgbClr val="FF0000"/>
                </a:solidFill>
                <a:latin typeface="Arial"/>
                <a:ea typeface="Arial"/>
                <a:cs typeface="Arial"/>
                <a:sym typeface="Arial"/>
              </a:rPr>
              <a:t>X</a:t>
            </a:r>
            <a:endParaRPr/>
          </a:p>
        </p:txBody>
      </p:sp>
      <p:sp>
        <p:nvSpPr>
          <p:cNvPr id="264" name="Google Shape;264;p64"/>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65"/>
          <p:cNvSpPr txBox="1"/>
          <p:nvPr>
            <p:ph type="title"/>
          </p:nvPr>
        </p:nvSpPr>
        <p:spPr>
          <a:xfrm>
            <a:off x="4305300" y="222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a:t>
            </a:r>
            <a:endParaRPr/>
          </a:p>
        </p:txBody>
      </p:sp>
      <p:grpSp>
        <p:nvGrpSpPr>
          <p:cNvPr id="270" name="Google Shape;270;p65"/>
          <p:cNvGrpSpPr/>
          <p:nvPr/>
        </p:nvGrpSpPr>
        <p:grpSpPr>
          <a:xfrm>
            <a:off x="7151550" y="6494794"/>
            <a:ext cx="9969837" cy="5544838"/>
            <a:chOff x="-1" y="-1"/>
            <a:chExt cx="9969835" cy="5544836"/>
          </a:xfrm>
        </p:grpSpPr>
        <p:sp>
          <p:nvSpPr>
            <p:cNvPr id="271" name="Google Shape;271;p65"/>
            <p:cNvSpPr/>
            <p:nvPr/>
          </p:nvSpPr>
          <p:spPr>
            <a:xfrm rot="5400000">
              <a:off x="266204" y="1486155"/>
              <a:ext cx="3285829" cy="3393984"/>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272" name="Google Shape;272;p65"/>
            <p:cNvSpPr/>
            <p:nvPr/>
          </p:nvSpPr>
          <p:spPr>
            <a:xfrm flipH="1" rot="-5400000">
              <a:off x="6523863" y="138347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273" name="Google Shape;273;p65"/>
            <p:cNvCxnSpPr/>
            <p:nvPr/>
          </p:nvCxnSpPr>
          <p:spPr>
            <a:xfrm>
              <a:off x="3606110" y="102681"/>
              <a:ext cx="2863677" cy="2361690"/>
            </a:xfrm>
            <a:prstGeom prst="straightConnector1">
              <a:avLst/>
            </a:prstGeom>
            <a:noFill/>
            <a:ln cap="flat" cmpd="sng" w="101600">
              <a:solidFill>
                <a:srgbClr val="000000"/>
              </a:solidFill>
              <a:prstDash val="solid"/>
              <a:round/>
              <a:headEnd len="med" w="med" type="triangle"/>
              <a:tailEnd len="sm" w="sm" type="none"/>
            </a:ln>
          </p:spPr>
        </p:cxnSp>
        <p:cxnSp>
          <p:nvCxnSpPr>
            <p:cNvPr id="274" name="Google Shape;274;p65"/>
            <p:cNvCxnSpPr/>
            <p:nvPr/>
          </p:nvCxnSpPr>
          <p:spPr>
            <a:xfrm flipH="1" rot="10800000">
              <a:off x="106061" y="3285827"/>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275" name="Google Shape;275;p65"/>
            <p:cNvCxnSpPr/>
            <p:nvPr/>
          </p:nvCxnSpPr>
          <p:spPr>
            <a:xfrm flipH="1" rot="10800000">
              <a:off x="3245939" y="1026821"/>
              <a:ext cx="1208667" cy="1210795"/>
            </a:xfrm>
            <a:prstGeom prst="straightConnector1">
              <a:avLst/>
            </a:prstGeom>
            <a:noFill/>
            <a:ln cap="flat" cmpd="sng" w="101600">
              <a:solidFill>
                <a:srgbClr val="000000"/>
              </a:solidFill>
              <a:prstDash val="solid"/>
              <a:round/>
              <a:headEnd len="sm" w="sm" type="none"/>
              <a:tailEnd len="sm" w="sm" type="none"/>
            </a:ln>
          </p:spPr>
        </p:cxnSp>
        <p:cxnSp>
          <p:nvCxnSpPr>
            <p:cNvPr id="276" name="Google Shape;276;p65"/>
            <p:cNvCxnSpPr/>
            <p:nvPr/>
          </p:nvCxnSpPr>
          <p:spPr>
            <a:xfrm flipH="1" rot="10800000">
              <a:off x="4666729" y="-1"/>
              <a:ext cx="848497" cy="821459"/>
            </a:xfrm>
            <a:prstGeom prst="straightConnector1">
              <a:avLst/>
            </a:prstGeom>
            <a:noFill/>
            <a:ln cap="flat" cmpd="sng" w="101600">
              <a:solidFill>
                <a:srgbClr val="000000"/>
              </a:solidFill>
              <a:prstDash val="solid"/>
              <a:round/>
              <a:headEnd len="sm" w="sm" type="none"/>
              <a:tailEnd len="med" w="med" type="triangle"/>
            </a:ln>
          </p:spPr>
        </p:cxnSp>
        <p:cxnSp>
          <p:nvCxnSpPr>
            <p:cNvPr id="277" name="Google Shape;277;p65"/>
            <p:cNvCxnSpPr/>
            <p:nvPr/>
          </p:nvCxnSpPr>
          <p:spPr>
            <a:xfrm>
              <a:off x="7636469" y="3491191"/>
              <a:ext cx="2227305" cy="1848280"/>
            </a:xfrm>
            <a:prstGeom prst="straightConnector1">
              <a:avLst/>
            </a:prstGeom>
            <a:noFill/>
            <a:ln cap="flat" cmpd="sng" w="101600">
              <a:solidFill>
                <a:srgbClr val="000000"/>
              </a:solidFill>
              <a:prstDash val="solid"/>
              <a:round/>
              <a:headEnd len="sm" w="sm" type="none"/>
              <a:tailEnd len="sm" w="sm" type="none"/>
            </a:ln>
          </p:spPr>
        </p:cxnSp>
        <p:sp>
          <p:nvSpPr>
            <p:cNvPr id="278" name="Google Shape;278;p65"/>
            <p:cNvSpPr/>
            <p:nvPr/>
          </p:nvSpPr>
          <p:spPr>
            <a:xfrm>
              <a:off x="2121242" y="3183144"/>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279" name="Google Shape;279;p65"/>
            <p:cNvSpPr/>
            <p:nvPr/>
          </p:nvSpPr>
          <p:spPr>
            <a:xfrm>
              <a:off x="-1" y="533947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280" name="Google Shape;280;p65"/>
            <p:cNvSpPr/>
            <p:nvPr/>
          </p:nvSpPr>
          <p:spPr>
            <a:xfrm>
              <a:off x="9757709" y="5236788"/>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281" name="Google Shape;281;p65"/>
            <p:cNvSpPr/>
            <p:nvPr/>
          </p:nvSpPr>
          <p:spPr>
            <a:xfrm>
              <a:off x="7530406" y="338851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282" name="Google Shape;282;p65"/>
            <p:cNvSpPr txBox="1"/>
            <p:nvPr/>
          </p:nvSpPr>
          <p:spPr>
            <a:xfrm>
              <a:off x="1095745" y="2218957"/>
              <a:ext cx="872915"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283" name="Google Shape;283;p65"/>
            <p:cNvSpPr txBox="1"/>
            <p:nvPr/>
          </p:nvSpPr>
          <p:spPr>
            <a:xfrm>
              <a:off x="7935882" y="2350228"/>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284" name="Google Shape;284;p65"/>
            <p:cNvSpPr txBox="1"/>
            <p:nvPr/>
          </p:nvSpPr>
          <p:spPr>
            <a:xfrm>
              <a:off x="5132316" y="219843"/>
              <a:ext cx="1143318"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285" name="Google Shape;285;p65"/>
            <p:cNvSpPr/>
            <p:nvPr/>
          </p:nvSpPr>
          <p:spPr>
            <a:xfrm>
              <a:off x="4169481" y="503802"/>
              <a:ext cx="755705" cy="755704"/>
            </a:xfrm>
            <a:prstGeom prst="ellipse">
              <a:avLst/>
            </a:prstGeom>
            <a:noFill/>
            <a:ln cap="flat" cmpd="sng" w="12700">
              <a:solidFill>
                <a:srgbClr val="FF00F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grpSp>
      <p:sp>
        <p:nvSpPr>
          <p:cNvPr id="286" name="Google Shape;286;p65"/>
          <p:cNvSpPr txBox="1"/>
          <p:nvPr/>
        </p:nvSpPr>
        <p:spPr>
          <a:xfrm>
            <a:off x="3845758" y="2968586"/>
            <a:ext cx="17167860" cy="277124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Given projection </a:t>
            </a:r>
            <a:r>
              <a:rPr b="1" i="0" lang="en-US" sz="5600" u="none" cap="none" strike="noStrike">
                <a:solidFill>
                  <a:srgbClr val="0070C0"/>
                </a:solidFill>
                <a:latin typeface="Arial"/>
                <a:ea typeface="Arial"/>
                <a:cs typeface="Arial"/>
                <a:sym typeface="Arial"/>
              </a:rPr>
              <a:t>p</a:t>
            </a:r>
            <a:r>
              <a:rPr b="1" baseline="-25000" i="0" lang="en-US" sz="5600" u="none" cap="none" strike="noStrike">
                <a:solidFill>
                  <a:srgbClr val="0070C0"/>
                </a:solidFill>
                <a:latin typeface="Arial"/>
                <a:ea typeface="Arial"/>
                <a:cs typeface="Arial"/>
                <a:sym typeface="Arial"/>
              </a:rPr>
              <a:t>i</a:t>
            </a:r>
            <a:r>
              <a:rPr b="0" i="0" lang="en-US" sz="5600" u="none" cap="none" strike="noStrike">
                <a:solidFill>
                  <a:srgbClr val="0070C0"/>
                </a:solidFill>
                <a:latin typeface="Arial"/>
                <a:ea typeface="Arial"/>
                <a:cs typeface="Arial"/>
                <a:sym typeface="Arial"/>
              </a:rPr>
              <a:t> </a:t>
            </a:r>
            <a:r>
              <a:rPr b="0" i="0" lang="en-US" sz="5600" u="none" cap="none" strike="noStrike">
                <a:solidFill>
                  <a:srgbClr val="000000"/>
                </a:solidFill>
                <a:latin typeface="Arial"/>
                <a:ea typeface="Arial"/>
                <a:cs typeface="Arial"/>
                <a:sym typeface="Arial"/>
              </a:rPr>
              <a:t>of unknown 3D point </a:t>
            </a:r>
            <a:r>
              <a:rPr b="1" i="0" lang="en-US" sz="5600" u="none" cap="none" strike="noStrike">
                <a:solidFill>
                  <a:srgbClr val="FF0000"/>
                </a:solidFill>
                <a:latin typeface="Arial"/>
                <a:ea typeface="Arial"/>
                <a:cs typeface="Arial"/>
                <a:sym typeface="Arial"/>
              </a:rPr>
              <a:t>X</a:t>
            </a:r>
            <a:r>
              <a:rPr b="0" i="0" lang="en-US" sz="5600" u="none" cap="none" strike="noStrike">
                <a:solidFill>
                  <a:srgbClr val="000000"/>
                </a:solidFill>
                <a:latin typeface="Arial"/>
                <a:ea typeface="Arial"/>
                <a:cs typeface="Arial"/>
                <a:sym typeface="Arial"/>
              </a:rPr>
              <a:t> in two or more images (with known cameras </a:t>
            </a:r>
            <a:r>
              <a:rPr b="1" i="0" lang="en-US" sz="5600" u="none" cap="none" strike="noStrike">
                <a:solidFill>
                  <a:srgbClr val="7030A0"/>
                </a:solidFill>
                <a:latin typeface="Arial"/>
                <a:ea typeface="Arial"/>
                <a:cs typeface="Arial"/>
                <a:sym typeface="Arial"/>
              </a:rPr>
              <a:t>P</a:t>
            </a:r>
            <a:r>
              <a:rPr b="0" baseline="-25000" i="0" lang="en-US" sz="5600" u="none" cap="none" strike="noStrike">
                <a:solidFill>
                  <a:srgbClr val="7030A0"/>
                </a:solidFill>
                <a:latin typeface="Arial"/>
                <a:ea typeface="Arial"/>
                <a:cs typeface="Arial"/>
                <a:sym typeface="Arial"/>
              </a:rPr>
              <a:t>i</a:t>
            </a:r>
            <a:r>
              <a:rPr b="0" i="0" lang="en-US" sz="5600" u="none" cap="none" strike="noStrike">
                <a:solidFill>
                  <a:srgbClr val="000000"/>
                </a:solidFill>
                <a:latin typeface="Arial"/>
                <a:ea typeface="Arial"/>
                <a:cs typeface="Arial"/>
                <a:sym typeface="Arial"/>
              </a:rPr>
              <a:t>), find </a:t>
            </a:r>
            <a:r>
              <a:rPr b="1" i="0" lang="en-US" sz="5600" u="none" cap="none" strike="noStrike">
                <a:solidFill>
                  <a:srgbClr val="FF0000"/>
                </a:solidFill>
                <a:latin typeface="Arial"/>
                <a:ea typeface="Arial"/>
                <a:cs typeface="Arial"/>
                <a:sym typeface="Arial"/>
              </a:rPr>
              <a:t>X</a:t>
            </a:r>
            <a:endParaRPr b="1" i="0" sz="3000" u="none" cap="none" strike="noStrike">
              <a:solidFill>
                <a:srgbClr val="FF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5600"/>
              <a:buFont typeface="Arial"/>
              <a:buNone/>
            </a:pPr>
            <a:r>
              <a:rPr b="1" i="0" lang="en-US" sz="5600" u="none" cap="none" strike="noStrike">
                <a:solidFill>
                  <a:srgbClr val="000000"/>
                </a:solidFill>
                <a:latin typeface="Arial"/>
                <a:ea typeface="Arial"/>
                <a:cs typeface="Arial"/>
                <a:sym typeface="Arial"/>
              </a:rPr>
              <a:t>Why is the calibration here important?</a:t>
            </a:r>
            <a:endParaRPr/>
          </a:p>
        </p:txBody>
      </p:sp>
      <p:sp>
        <p:nvSpPr>
          <p:cNvPr id="287" name="Google Shape;287;p65"/>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66"/>
          <p:cNvSpPr txBox="1"/>
          <p:nvPr>
            <p:ph type="title"/>
          </p:nvPr>
        </p:nvSpPr>
        <p:spPr>
          <a:xfrm>
            <a:off x="4305300" y="730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a:t>
            </a:r>
            <a:endParaRPr/>
          </a:p>
        </p:txBody>
      </p:sp>
      <p:sp>
        <p:nvSpPr>
          <p:cNvPr id="293" name="Google Shape;293;p66"/>
          <p:cNvSpPr txBox="1"/>
          <p:nvPr/>
        </p:nvSpPr>
        <p:spPr>
          <a:xfrm>
            <a:off x="3845758" y="2968586"/>
            <a:ext cx="17167860" cy="181061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Rays in principle should intersect, but in practice usually don’t exactly due to noise, numerical errors.</a:t>
            </a:r>
            <a:endParaRPr/>
          </a:p>
        </p:txBody>
      </p:sp>
      <p:grpSp>
        <p:nvGrpSpPr>
          <p:cNvPr id="294" name="Google Shape;294;p66"/>
          <p:cNvGrpSpPr/>
          <p:nvPr/>
        </p:nvGrpSpPr>
        <p:grpSpPr>
          <a:xfrm>
            <a:off x="7151550" y="6494794"/>
            <a:ext cx="9969837" cy="5544838"/>
            <a:chOff x="-1" y="-1"/>
            <a:chExt cx="9969835" cy="5544836"/>
          </a:xfrm>
        </p:grpSpPr>
        <p:sp>
          <p:nvSpPr>
            <p:cNvPr id="295" name="Google Shape;295;p66"/>
            <p:cNvSpPr/>
            <p:nvPr/>
          </p:nvSpPr>
          <p:spPr>
            <a:xfrm rot="5400000">
              <a:off x="266204" y="1486155"/>
              <a:ext cx="3285829" cy="3393984"/>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296" name="Google Shape;296;p66"/>
            <p:cNvSpPr/>
            <p:nvPr/>
          </p:nvSpPr>
          <p:spPr>
            <a:xfrm flipH="1" rot="-5400000">
              <a:off x="6523863" y="138347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297" name="Google Shape;297;p66"/>
            <p:cNvCxnSpPr/>
            <p:nvPr/>
          </p:nvCxnSpPr>
          <p:spPr>
            <a:xfrm>
              <a:off x="3606110" y="102681"/>
              <a:ext cx="2863677" cy="2361690"/>
            </a:xfrm>
            <a:prstGeom prst="straightConnector1">
              <a:avLst/>
            </a:prstGeom>
            <a:noFill/>
            <a:ln cap="flat" cmpd="sng" w="101600">
              <a:solidFill>
                <a:srgbClr val="000000"/>
              </a:solidFill>
              <a:prstDash val="solid"/>
              <a:round/>
              <a:headEnd len="med" w="med" type="triangle"/>
              <a:tailEnd len="sm" w="sm" type="none"/>
            </a:ln>
          </p:spPr>
        </p:cxnSp>
        <p:cxnSp>
          <p:nvCxnSpPr>
            <p:cNvPr id="298" name="Google Shape;298;p66"/>
            <p:cNvCxnSpPr/>
            <p:nvPr/>
          </p:nvCxnSpPr>
          <p:spPr>
            <a:xfrm flipH="1" rot="10800000">
              <a:off x="106061" y="3285827"/>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299" name="Google Shape;299;p66"/>
            <p:cNvCxnSpPr/>
            <p:nvPr/>
          </p:nvCxnSpPr>
          <p:spPr>
            <a:xfrm flipH="1" rot="10800000">
              <a:off x="3245939" y="1026821"/>
              <a:ext cx="1208667" cy="1210795"/>
            </a:xfrm>
            <a:prstGeom prst="straightConnector1">
              <a:avLst/>
            </a:prstGeom>
            <a:noFill/>
            <a:ln cap="flat" cmpd="sng" w="101600">
              <a:solidFill>
                <a:srgbClr val="000000"/>
              </a:solidFill>
              <a:prstDash val="solid"/>
              <a:round/>
              <a:headEnd len="sm" w="sm" type="none"/>
              <a:tailEnd len="sm" w="sm" type="none"/>
            </a:ln>
          </p:spPr>
        </p:cxnSp>
        <p:cxnSp>
          <p:nvCxnSpPr>
            <p:cNvPr id="300" name="Google Shape;300;p66"/>
            <p:cNvCxnSpPr/>
            <p:nvPr/>
          </p:nvCxnSpPr>
          <p:spPr>
            <a:xfrm flipH="1" rot="10800000">
              <a:off x="4666729" y="-1"/>
              <a:ext cx="848497" cy="821459"/>
            </a:xfrm>
            <a:prstGeom prst="straightConnector1">
              <a:avLst/>
            </a:prstGeom>
            <a:noFill/>
            <a:ln cap="flat" cmpd="sng" w="101600">
              <a:solidFill>
                <a:srgbClr val="000000"/>
              </a:solidFill>
              <a:prstDash val="solid"/>
              <a:round/>
              <a:headEnd len="sm" w="sm" type="none"/>
              <a:tailEnd len="med" w="med" type="triangle"/>
            </a:ln>
          </p:spPr>
        </p:cxnSp>
        <p:cxnSp>
          <p:nvCxnSpPr>
            <p:cNvPr id="301" name="Google Shape;301;p66"/>
            <p:cNvCxnSpPr/>
            <p:nvPr/>
          </p:nvCxnSpPr>
          <p:spPr>
            <a:xfrm>
              <a:off x="7636469" y="3491191"/>
              <a:ext cx="2227305" cy="1848280"/>
            </a:xfrm>
            <a:prstGeom prst="straightConnector1">
              <a:avLst/>
            </a:prstGeom>
            <a:noFill/>
            <a:ln cap="flat" cmpd="sng" w="101600">
              <a:solidFill>
                <a:srgbClr val="000000"/>
              </a:solidFill>
              <a:prstDash val="solid"/>
              <a:round/>
              <a:headEnd len="sm" w="sm" type="none"/>
              <a:tailEnd len="sm" w="sm" type="none"/>
            </a:ln>
          </p:spPr>
        </p:cxnSp>
        <p:sp>
          <p:nvSpPr>
            <p:cNvPr id="302" name="Google Shape;302;p66"/>
            <p:cNvSpPr/>
            <p:nvPr/>
          </p:nvSpPr>
          <p:spPr>
            <a:xfrm>
              <a:off x="2121242" y="3183144"/>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03" name="Google Shape;303;p66"/>
            <p:cNvSpPr/>
            <p:nvPr/>
          </p:nvSpPr>
          <p:spPr>
            <a:xfrm>
              <a:off x="-1" y="533947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04" name="Google Shape;304;p66"/>
            <p:cNvSpPr/>
            <p:nvPr/>
          </p:nvSpPr>
          <p:spPr>
            <a:xfrm>
              <a:off x="9757709" y="5236788"/>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05" name="Google Shape;305;p66"/>
            <p:cNvSpPr/>
            <p:nvPr/>
          </p:nvSpPr>
          <p:spPr>
            <a:xfrm>
              <a:off x="7530406" y="338851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06" name="Google Shape;306;p66"/>
            <p:cNvSpPr txBox="1"/>
            <p:nvPr/>
          </p:nvSpPr>
          <p:spPr>
            <a:xfrm>
              <a:off x="1095745" y="2218957"/>
              <a:ext cx="872915"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307" name="Google Shape;307;p66"/>
            <p:cNvSpPr txBox="1"/>
            <p:nvPr/>
          </p:nvSpPr>
          <p:spPr>
            <a:xfrm>
              <a:off x="7935882" y="2350228"/>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308" name="Google Shape;308;p66"/>
            <p:cNvSpPr txBox="1"/>
            <p:nvPr/>
          </p:nvSpPr>
          <p:spPr>
            <a:xfrm>
              <a:off x="5132316" y="219843"/>
              <a:ext cx="1143318"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309" name="Google Shape;309;p66"/>
            <p:cNvSpPr/>
            <p:nvPr/>
          </p:nvSpPr>
          <p:spPr>
            <a:xfrm>
              <a:off x="4169481" y="503802"/>
              <a:ext cx="755705" cy="755704"/>
            </a:xfrm>
            <a:prstGeom prst="ellipse">
              <a:avLst/>
            </a:prstGeom>
            <a:noFill/>
            <a:ln cap="flat" cmpd="sng" w="12700">
              <a:solidFill>
                <a:srgbClr val="FF00F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grpSp>
      <p:sp>
        <p:nvSpPr>
          <p:cNvPr id="310" name="Google Shape;310;p66"/>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67"/>
          <p:cNvSpPr txBox="1"/>
          <p:nvPr>
            <p:ph type="title"/>
          </p:nvPr>
        </p:nvSpPr>
        <p:spPr>
          <a:xfrm>
            <a:off x="4305300" y="730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 – Geometry</a:t>
            </a:r>
            <a:endParaRPr/>
          </a:p>
        </p:txBody>
      </p:sp>
      <p:sp>
        <p:nvSpPr>
          <p:cNvPr id="316" name="Google Shape;316;p67"/>
          <p:cNvSpPr/>
          <p:nvPr/>
        </p:nvSpPr>
        <p:spPr>
          <a:xfrm rot="5400000">
            <a:off x="7417756" y="798095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17" name="Google Shape;317;p67"/>
          <p:cNvSpPr/>
          <p:nvPr/>
        </p:nvSpPr>
        <p:spPr>
          <a:xfrm flipH="1" rot="-5400000">
            <a:off x="13675414" y="7878266"/>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318" name="Google Shape;318;p67"/>
          <p:cNvCxnSpPr/>
          <p:nvPr/>
        </p:nvCxnSpPr>
        <p:spPr>
          <a:xfrm>
            <a:off x="10757661" y="6597478"/>
            <a:ext cx="2863677" cy="2361689"/>
          </a:xfrm>
          <a:prstGeom prst="straightConnector1">
            <a:avLst/>
          </a:prstGeom>
          <a:noFill/>
          <a:ln cap="flat" cmpd="sng" w="101600">
            <a:solidFill>
              <a:srgbClr val="000000"/>
            </a:solidFill>
            <a:prstDash val="solid"/>
            <a:round/>
            <a:headEnd len="med" w="med" type="triangle"/>
            <a:tailEnd len="sm" w="sm" type="none"/>
          </a:ln>
        </p:spPr>
      </p:cxnSp>
      <p:cxnSp>
        <p:nvCxnSpPr>
          <p:cNvPr id="319" name="Google Shape;319;p67"/>
          <p:cNvCxnSpPr/>
          <p:nvPr/>
        </p:nvCxnSpPr>
        <p:spPr>
          <a:xfrm flipH="1" rot="10800000">
            <a:off x="7257614" y="9780623"/>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320" name="Google Shape;320;p67"/>
          <p:cNvCxnSpPr/>
          <p:nvPr/>
        </p:nvCxnSpPr>
        <p:spPr>
          <a:xfrm flipH="1" rot="10800000">
            <a:off x="10374784" y="6494794"/>
            <a:ext cx="2291995" cy="2218959"/>
          </a:xfrm>
          <a:prstGeom prst="straightConnector1">
            <a:avLst/>
          </a:prstGeom>
          <a:noFill/>
          <a:ln cap="flat" cmpd="sng" w="101600">
            <a:solidFill>
              <a:srgbClr val="000000"/>
            </a:solidFill>
            <a:prstDash val="solid"/>
            <a:round/>
            <a:headEnd len="sm" w="sm" type="none"/>
            <a:tailEnd len="med" w="med" type="triangle"/>
          </a:ln>
        </p:spPr>
      </p:cxnSp>
      <p:cxnSp>
        <p:nvCxnSpPr>
          <p:cNvPr id="321" name="Google Shape;321;p67"/>
          <p:cNvCxnSpPr/>
          <p:nvPr/>
        </p:nvCxnSpPr>
        <p:spPr>
          <a:xfrm>
            <a:off x="14788022" y="9985987"/>
            <a:ext cx="2227305" cy="1848280"/>
          </a:xfrm>
          <a:prstGeom prst="straightConnector1">
            <a:avLst/>
          </a:prstGeom>
          <a:noFill/>
          <a:ln cap="flat" cmpd="sng" w="101600">
            <a:solidFill>
              <a:srgbClr val="000000"/>
            </a:solidFill>
            <a:prstDash val="solid"/>
            <a:round/>
            <a:headEnd len="sm" w="sm" type="none"/>
            <a:tailEnd len="sm" w="sm" type="none"/>
          </a:ln>
        </p:spPr>
      </p:cxnSp>
      <p:sp>
        <p:nvSpPr>
          <p:cNvPr id="322" name="Google Shape;322;p67"/>
          <p:cNvSpPr/>
          <p:nvPr/>
        </p:nvSpPr>
        <p:spPr>
          <a:xfrm>
            <a:off x="9272793" y="967794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23" name="Google Shape;323;p67"/>
          <p:cNvSpPr/>
          <p:nvPr/>
        </p:nvSpPr>
        <p:spPr>
          <a:xfrm>
            <a:off x="7151551" y="1183426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24" name="Google Shape;324;p67"/>
          <p:cNvSpPr/>
          <p:nvPr/>
        </p:nvSpPr>
        <p:spPr>
          <a:xfrm>
            <a:off x="16909262" y="11731583"/>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25" name="Google Shape;325;p67"/>
          <p:cNvSpPr/>
          <p:nvPr/>
        </p:nvSpPr>
        <p:spPr>
          <a:xfrm>
            <a:off x="14681958" y="988330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26" name="Google Shape;326;p67"/>
          <p:cNvSpPr txBox="1"/>
          <p:nvPr/>
        </p:nvSpPr>
        <p:spPr>
          <a:xfrm>
            <a:off x="8247298" y="8713754"/>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327" name="Google Shape;327;p67"/>
          <p:cNvSpPr txBox="1"/>
          <p:nvPr/>
        </p:nvSpPr>
        <p:spPr>
          <a:xfrm>
            <a:off x="15087434" y="8845023"/>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328" name="Google Shape;328;p67"/>
          <p:cNvSpPr txBox="1"/>
          <p:nvPr/>
        </p:nvSpPr>
        <p:spPr>
          <a:xfrm>
            <a:off x="10050724" y="6846617"/>
            <a:ext cx="782559"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329" name="Google Shape;329;p67"/>
          <p:cNvSpPr txBox="1"/>
          <p:nvPr/>
        </p:nvSpPr>
        <p:spPr>
          <a:xfrm>
            <a:off x="3845758" y="2968586"/>
            <a:ext cx="17167860" cy="181061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Find shortest segment between viewing rays, set </a:t>
            </a:r>
            <a:r>
              <a:rPr b="1" i="0" lang="en-US" sz="5600" u="none" cap="none" strike="noStrike">
                <a:solidFill>
                  <a:srgbClr val="FF0000"/>
                </a:solidFill>
                <a:latin typeface="Arial"/>
                <a:ea typeface="Arial"/>
                <a:cs typeface="Arial"/>
                <a:sym typeface="Arial"/>
              </a:rPr>
              <a:t>X</a:t>
            </a:r>
            <a:r>
              <a:rPr b="0" i="0" lang="en-US" sz="5600" u="none" cap="none" strike="noStrike">
                <a:solidFill>
                  <a:srgbClr val="000000"/>
                </a:solidFill>
                <a:latin typeface="Arial"/>
                <a:ea typeface="Arial"/>
                <a:cs typeface="Arial"/>
                <a:sym typeface="Arial"/>
              </a:rPr>
              <a:t> to be the midpoint of the segment.</a:t>
            </a:r>
            <a:endParaRPr/>
          </a:p>
        </p:txBody>
      </p:sp>
      <p:cxnSp>
        <p:nvCxnSpPr>
          <p:cNvPr id="330" name="Google Shape;330;p67"/>
          <p:cNvCxnSpPr/>
          <p:nvPr/>
        </p:nvCxnSpPr>
        <p:spPr>
          <a:xfrm>
            <a:off x="11185322" y="6996417"/>
            <a:ext cx="1" cy="935927"/>
          </a:xfrm>
          <a:prstGeom prst="straightConnector1">
            <a:avLst/>
          </a:prstGeom>
          <a:noFill/>
          <a:ln cap="rnd" cmpd="sng" w="101600">
            <a:solidFill>
              <a:srgbClr val="C0504D"/>
            </a:solidFill>
            <a:prstDash val="solid"/>
            <a:miter lim="8000"/>
            <a:headEnd len="sm" w="sm" type="none"/>
            <a:tailEnd len="sm" w="sm" type="none"/>
          </a:ln>
        </p:spPr>
      </p:cxnSp>
      <p:sp>
        <p:nvSpPr>
          <p:cNvPr id="331" name="Google Shape;331;p67"/>
          <p:cNvSpPr/>
          <p:nvPr/>
        </p:nvSpPr>
        <p:spPr>
          <a:xfrm>
            <a:off x="11056733" y="7340554"/>
            <a:ext cx="257177" cy="24765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32" name="Google Shape;332;p67"/>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8"/>
          <p:cNvSpPr txBox="1"/>
          <p:nvPr>
            <p:ph type="title"/>
          </p:nvPr>
        </p:nvSpPr>
        <p:spPr>
          <a:xfrm>
            <a:off x="4305300" y="730251"/>
            <a:ext cx="15773400" cy="2651127"/>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0000"/>
              </a:buClr>
              <a:buSzPts val="7600"/>
              <a:buFont typeface="Arial"/>
              <a:buNone/>
            </a:pPr>
            <a:r>
              <a:rPr lang="en-US" sz="7600">
                <a:latin typeface="Arial"/>
                <a:ea typeface="Arial"/>
                <a:cs typeface="Arial"/>
                <a:sym typeface="Arial"/>
              </a:rPr>
              <a:t>Triangulation – Geometry</a:t>
            </a:r>
            <a:endParaRPr/>
          </a:p>
        </p:txBody>
      </p:sp>
      <p:sp>
        <p:nvSpPr>
          <p:cNvPr id="338" name="Google Shape;338;p68"/>
          <p:cNvSpPr/>
          <p:nvPr/>
        </p:nvSpPr>
        <p:spPr>
          <a:xfrm rot="5400000">
            <a:off x="7417756" y="7980950"/>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39" name="Google Shape;339;p68"/>
          <p:cNvSpPr/>
          <p:nvPr/>
        </p:nvSpPr>
        <p:spPr>
          <a:xfrm flipH="1" rot="-5400000">
            <a:off x="13675414" y="7878266"/>
            <a:ext cx="3285829" cy="3393985"/>
          </a:xfrm>
          <a:custGeom>
            <a:rect b="b" l="l" r="r" t="t"/>
            <a:pathLst>
              <a:path extrusionOk="0" h="21600" w="21600">
                <a:moveTo>
                  <a:pt x="0" y="21600"/>
                </a:moveTo>
                <a:lnTo>
                  <a:pt x="5400" y="0"/>
                </a:lnTo>
                <a:lnTo>
                  <a:pt x="21600" y="0"/>
                </a:lnTo>
                <a:lnTo>
                  <a:pt x="16200" y="21600"/>
                </a:lnTo>
                <a:close/>
              </a:path>
            </a:pathLst>
          </a:custGeom>
          <a:solidFill>
            <a:srgbClr val="FFFFFF"/>
          </a:solidFill>
          <a:ln cap="flat" cmpd="sng" w="127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cxnSp>
        <p:nvCxnSpPr>
          <p:cNvPr id="340" name="Google Shape;340;p68"/>
          <p:cNvCxnSpPr/>
          <p:nvPr/>
        </p:nvCxnSpPr>
        <p:spPr>
          <a:xfrm>
            <a:off x="10757661" y="6597478"/>
            <a:ext cx="2863677" cy="2361689"/>
          </a:xfrm>
          <a:prstGeom prst="straightConnector1">
            <a:avLst/>
          </a:prstGeom>
          <a:noFill/>
          <a:ln cap="flat" cmpd="sng" w="101600">
            <a:solidFill>
              <a:srgbClr val="000000"/>
            </a:solidFill>
            <a:prstDash val="solid"/>
            <a:round/>
            <a:headEnd len="med" w="med" type="triangle"/>
            <a:tailEnd len="sm" w="sm" type="none"/>
          </a:ln>
        </p:spPr>
      </p:cxnSp>
      <p:cxnSp>
        <p:nvCxnSpPr>
          <p:cNvPr id="341" name="Google Shape;341;p68"/>
          <p:cNvCxnSpPr/>
          <p:nvPr/>
        </p:nvCxnSpPr>
        <p:spPr>
          <a:xfrm flipH="1" rot="10800000">
            <a:off x="7257614" y="9780623"/>
            <a:ext cx="2121243" cy="2156327"/>
          </a:xfrm>
          <a:prstGeom prst="straightConnector1">
            <a:avLst/>
          </a:prstGeom>
          <a:noFill/>
          <a:ln cap="flat" cmpd="sng" w="101600">
            <a:solidFill>
              <a:srgbClr val="000000"/>
            </a:solidFill>
            <a:prstDash val="solid"/>
            <a:round/>
            <a:headEnd len="sm" w="sm" type="none"/>
            <a:tailEnd len="sm" w="sm" type="none"/>
          </a:ln>
        </p:spPr>
      </p:cxnSp>
      <p:cxnSp>
        <p:nvCxnSpPr>
          <p:cNvPr id="342" name="Google Shape;342;p68"/>
          <p:cNvCxnSpPr/>
          <p:nvPr/>
        </p:nvCxnSpPr>
        <p:spPr>
          <a:xfrm flipH="1" rot="10800000">
            <a:off x="10374784" y="6494794"/>
            <a:ext cx="2291995" cy="2218959"/>
          </a:xfrm>
          <a:prstGeom prst="straightConnector1">
            <a:avLst/>
          </a:prstGeom>
          <a:noFill/>
          <a:ln cap="flat" cmpd="sng" w="101600">
            <a:solidFill>
              <a:srgbClr val="000000"/>
            </a:solidFill>
            <a:prstDash val="solid"/>
            <a:round/>
            <a:headEnd len="sm" w="sm" type="none"/>
            <a:tailEnd len="med" w="med" type="triangle"/>
          </a:ln>
        </p:spPr>
      </p:cxnSp>
      <p:cxnSp>
        <p:nvCxnSpPr>
          <p:cNvPr id="343" name="Google Shape;343;p68"/>
          <p:cNvCxnSpPr/>
          <p:nvPr/>
        </p:nvCxnSpPr>
        <p:spPr>
          <a:xfrm>
            <a:off x="14788022" y="9985987"/>
            <a:ext cx="2227305" cy="1848280"/>
          </a:xfrm>
          <a:prstGeom prst="straightConnector1">
            <a:avLst/>
          </a:prstGeom>
          <a:noFill/>
          <a:ln cap="flat" cmpd="sng" w="101600">
            <a:solidFill>
              <a:srgbClr val="000000"/>
            </a:solidFill>
            <a:prstDash val="solid"/>
            <a:round/>
            <a:headEnd len="sm" w="sm" type="none"/>
            <a:tailEnd len="sm" w="sm" type="none"/>
          </a:ln>
        </p:spPr>
      </p:cxnSp>
      <p:sp>
        <p:nvSpPr>
          <p:cNvPr id="344" name="Google Shape;344;p68"/>
          <p:cNvSpPr/>
          <p:nvPr/>
        </p:nvSpPr>
        <p:spPr>
          <a:xfrm>
            <a:off x="9272793" y="9677940"/>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45" name="Google Shape;345;p68"/>
          <p:cNvSpPr/>
          <p:nvPr/>
        </p:nvSpPr>
        <p:spPr>
          <a:xfrm>
            <a:off x="7151551" y="1183426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46" name="Google Shape;346;p68"/>
          <p:cNvSpPr/>
          <p:nvPr/>
        </p:nvSpPr>
        <p:spPr>
          <a:xfrm>
            <a:off x="16909262" y="11731583"/>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47" name="Google Shape;347;p68"/>
          <p:cNvSpPr/>
          <p:nvPr/>
        </p:nvSpPr>
        <p:spPr>
          <a:xfrm>
            <a:off x="14681958" y="9883306"/>
            <a:ext cx="212125" cy="205365"/>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48" name="Google Shape;348;p68"/>
          <p:cNvSpPr txBox="1"/>
          <p:nvPr/>
        </p:nvSpPr>
        <p:spPr>
          <a:xfrm>
            <a:off x="8247298" y="8713754"/>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1</a:t>
            </a:r>
            <a:endParaRPr/>
          </a:p>
        </p:txBody>
      </p:sp>
      <p:sp>
        <p:nvSpPr>
          <p:cNvPr id="349" name="Google Shape;349;p68"/>
          <p:cNvSpPr txBox="1"/>
          <p:nvPr/>
        </p:nvSpPr>
        <p:spPr>
          <a:xfrm>
            <a:off x="15087434" y="8845023"/>
            <a:ext cx="872914" cy="12379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70C0"/>
              </a:buClr>
              <a:buSzPts val="6400"/>
              <a:buFont typeface="Cambria Math"/>
              <a:buNone/>
            </a:pPr>
            <a:r>
              <a:rPr b="0" i="0" lang="en-US" sz="6400" u="none" cap="none" strike="noStrike">
                <a:solidFill>
                  <a:srgbClr val="0070C0"/>
                </a:solidFill>
                <a:latin typeface="Cambria Math"/>
                <a:ea typeface="Cambria Math"/>
                <a:cs typeface="Cambria Math"/>
                <a:sym typeface="Cambria Math"/>
              </a:rPr>
              <a:t>p</a:t>
            </a:r>
            <a:r>
              <a:rPr b="0" baseline="-25000" i="0" lang="en-US" sz="6400" u="none" cap="none" strike="noStrike">
                <a:solidFill>
                  <a:srgbClr val="0070C0"/>
                </a:solidFill>
                <a:latin typeface="Cambria Math"/>
                <a:ea typeface="Cambria Math"/>
                <a:cs typeface="Cambria Math"/>
                <a:sym typeface="Cambria Math"/>
              </a:rPr>
              <a:t>2</a:t>
            </a:r>
            <a:endParaRPr/>
          </a:p>
        </p:txBody>
      </p:sp>
      <p:sp>
        <p:nvSpPr>
          <p:cNvPr id="350" name="Google Shape;350;p68"/>
          <p:cNvSpPr txBox="1"/>
          <p:nvPr/>
        </p:nvSpPr>
        <p:spPr>
          <a:xfrm>
            <a:off x="10050724" y="6846617"/>
            <a:ext cx="782559"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6400"/>
              <a:buFont typeface="Cambria Math"/>
              <a:buNone/>
            </a:pPr>
            <a:r>
              <a:rPr b="0" i="0" lang="en-US" sz="6400" u="none" cap="none" strike="noStrike">
                <a:solidFill>
                  <a:srgbClr val="FF0000"/>
                </a:solidFill>
                <a:latin typeface="Cambria Math"/>
                <a:ea typeface="Cambria Math"/>
                <a:cs typeface="Cambria Math"/>
                <a:sym typeface="Cambria Math"/>
              </a:rPr>
              <a:t>X</a:t>
            </a:r>
            <a:endParaRPr/>
          </a:p>
        </p:txBody>
      </p:sp>
      <p:sp>
        <p:nvSpPr>
          <p:cNvPr id="351" name="Google Shape;351;p68"/>
          <p:cNvSpPr txBox="1"/>
          <p:nvPr/>
        </p:nvSpPr>
        <p:spPr>
          <a:xfrm>
            <a:off x="3845758" y="2968586"/>
            <a:ext cx="17167860" cy="181061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Find shortest segment between viewing rays, set </a:t>
            </a:r>
            <a:r>
              <a:rPr b="1" i="0" lang="en-US" sz="5600" u="none" cap="none" strike="noStrike">
                <a:solidFill>
                  <a:srgbClr val="FF0000"/>
                </a:solidFill>
                <a:latin typeface="Arial"/>
                <a:ea typeface="Arial"/>
                <a:cs typeface="Arial"/>
                <a:sym typeface="Arial"/>
              </a:rPr>
              <a:t>X</a:t>
            </a:r>
            <a:r>
              <a:rPr b="0" i="0" lang="en-US" sz="5600" u="none" cap="none" strike="noStrike">
                <a:solidFill>
                  <a:srgbClr val="000000"/>
                </a:solidFill>
                <a:latin typeface="Arial"/>
                <a:ea typeface="Arial"/>
                <a:cs typeface="Arial"/>
                <a:sym typeface="Arial"/>
              </a:rPr>
              <a:t> to be the midpoint of the segment.</a:t>
            </a:r>
            <a:endParaRPr/>
          </a:p>
        </p:txBody>
      </p:sp>
      <p:cxnSp>
        <p:nvCxnSpPr>
          <p:cNvPr id="352" name="Google Shape;352;p68"/>
          <p:cNvCxnSpPr/>
          <p:nvPr/>
        </p:nvCxnSpPr>
        <p:spPr>
          <a:xfrm>
            <a:off x="11185322" y="6996417"/>
            <a:ext cx="1" cy="935927"/>
          </a:xfrm>
          <a:prstGeom prst="straightConnector1">
            <a:avLst/>
          </a:prstGeom>
          <a:noFill/>
          <a:ln cap="rnd" cmpd="sng" w="101600">
            <a:solidFill>
              <a:srgbClr val="C0504D"/>
            </a:solidFill>
            <a:prstDash val="solid"/>
            <a:miter lim="8000"/>
            <a:headEnd len="sm" w="sm" type="none"/>
            <a:tailEnd len="sm" w="sm" type="none"/>
          </a:ln>
        </p:spPr>
      </p:cxnSp>
      <p:sp>
        <p:nvSpPr>
          <p:cNvPr id="353" name="Google Shape;353;p68"/>
          <p:cNvSpPr/>
          <p:nvPr/>
        </p:nvSpPr>
        <p:spPr>
          <a:xfrm>
            <a:off x="11056733" y="7340554"/>
            <a:ext cx="257177" cy="247653"/>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354" name="Google Shape;354;p68"/>
          <p:cNvSpPr txBox="1"/>
          <p:nvPr/>
        </p:nvSpPr>
        <p:spPr>
          <a:xfrm>
            <a:off x="21336087" y="13123192"/>
            <a:ext cx="2960523"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D. Fouhey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9"/>
          <p:cNvSpPr txBox="1"/>
          <p:nvPr>
            <p:ph type="title"/>
          </p:nvPr>
        </p:nvSpPr>
        <p:spPr>
          <a:xfrm>
            <a:off x="3282579" y="549276"/>
            <a:ext cx="17818842"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Estimating 3D structure</a:t>
            </a:r>
            <a:endParaRPr/>
          </a:p>
        </p:txBody>
      </p:sp>
      <p:sp>
        <p:nvSpPr>
          <p:cNvPr id="360" name="Google Shape;360;p69"/>
          <p:cNvSpPr txBox="1"/>
          <p:nvPr>
            <p:ph idx="1" type="body"/>
          </p:nvPr>
        </p:nvSpPr>
        <p:spPr>
          <a:xfrm>
            <a:off x="3962400" y="3200400"/>
            <a:ext cx="16459200" cy="10058398"/>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Char char="•"/>
            </a:pPr>
            <a:r>
              <a:rPr lang="en-US">
                <a:latin typeface="Helvetica Neue Light"/>
                <a:ea typeface="Helvetica Neue Light"/>
                <a:cs typeface="Helvetica Neue Light"/>
                <a:sym typeface="Helvetica Neue Light"/>
              </a:rPr>
              <a:t>Given many images, how can we…</a:t>
            </a:r>
            <a:endParaRPr/>
          </a:p>
          <a:p>
            <a:pPr indent="-1037166" lvl="1" marL="1926166" rtl="0" algn="l">
              <a:lnSpc>
                <a:spcPct val="100000"/>
              </a:lnSpc>
              <a:spcBef>
                <a:spcPts val="1300"/>
              </a:spcBef>
              <a:spcAft>
                <a:spcPts val="0"/>
              </a:spcAft>
              <a:buClr>
                <a:srgbClr val="000000"/>
              </a:buClr>
              <a:buSzPts val="5600"/>
              <a:buFont typeface="Helvetica Neue Light"/>
              <a:buAutoNum type="arabicPeriod"/>
            </a:pPr>
            <a:r>
              <a:rPr lang="en-US" sz="5600">
                <a:latin typeface="Helvetica Neue Light"/>
                <a:ea typeface="Helvetica Neue Light"/>
                <a:cs typeface="Helvetica Neue Light"/>
                <a:sym typeface="Helvetica Neue Light"/>
              </a:rPr>
              <a:t>Figure out where they were all taken from?</a:t>
            </a:r>
            <a:endParaRPr/>
          </a:p>
          <a:p>
            <a:pPr indent="-1037166" lvl="1" marL="1926166" rtl="0" algn="l">
              <a:lnSpc>
                <a:spcPct val="100000"/>
              </a:lnSpc>
              <a:spcBef>
                <a:spcPts val="1300"/>
              </a:spcBef>
              <a:spcAft>
                <a:spcPts val="0"/>
              </a:spcAft>
              <a:buClr>
                <a:srgbClr val="000000"/>
              </a:buClr>
              <a:buSzPts val="5600"/>
              <a:buFont typeface="Helvetica Neue Light"/>
              <a:buAutoNum type="arabicPeriod"/>
            </a:pPr>
            <a:r>
              <a:rPr lang="en-US" sz="5600">
                <a:latin typeface="Helvetica Neue Light"/>
                <a:ea typeface="Helvetica Neue Light"/>
                <a:cs typeface="Helvetica Neue Light"/>
                <a:sym typeface="Helvetica Neue Light"/>
              </a:rPr>
              <a:t>Build a 3D model of the scene?</a:t>
            </a:r>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t/>
            </a:r>
            <a:endParaRPr sz="5600">
              <a:latin typeface="Helvetica Neue Light"/>
              <a:ea typeface="Helvetica Neue Light"/>
              <a:cs typeface="Helvetica Neue Light"/>
              <a:sym typeface="Helvetica Neue Light"/>
            </a:endParaRPr>
          </a:p>
          <a:p>
            <a:pPr indent="-114300" lvl="1" marL="571500" rtl="0" algn="l">
              <a:lnSpc>
                <a:spcPct val="100000"/>
              </a:lnSpc>
              <a:spcBef>
                <a:spcPts val="1300"/>
              </a:spcBef>
              <a:spcAft>
                <a:spcPts val="0"/>
              </a:spcAft>
              <a:buClr>
                <a:srgbClr val="000000"/>
              </a:buClr>
              <a:buSzPts val="5600"/>
              <a:buNone/>
            </a:pPr>
            <a:r>
              <a:rPr lang="en-US" sz="5600">
                <a:latin typeface="Helvetica Neue Light"/>
                <a:ea typeface="Helvetica Neue Light"/>
                <a:cs typeface="Helvetica Neue Light"/>
                <a:sym typeface="Helvetica Neue Light"/>
              </a:rPr>
              <a:t>This is the </a:t>
            </a:r>
            <a:r>
              <a:rPr b="1" lang="en-US">
                <a:latin typeface="Helvetica Neue"/>
                <a:ea typeface="Helvetica Neue"/>
                <a:cs typeface="Helvetica Neue"/>
                <a:sym typeface="Helvetica Neue"/>
              </a:rPr>
              <a:t>structure from motion</a:t>
            </a:r>
            <a:r>
              <a:rPr lang="en-US" sz="5600">
                <a:latin typeface="Helvetica Neue Light"/>
                <a:ea typeface="Helvetica Neue Light"/>
                <a:cs typeface="Helvetica Neue Light"/>
                <a:sym typeface="Helvetica Neue Light"/>
              </a:rPr>
              <a:t> problem</a:t>
            </a:r>
            <a:endParaRPr/>
          </a:p>
        </p:txBody>
      </p:sp>
      <p:grpSp>
        <p:nvGrpSpPr>
          <p:cNvPr id="361" name="Google Shape;361;p69"/>
          <p:cNvGrpSpPr/>
          <p:nvPr/>
        </p:nvGrpSpPr>
        <p:grpSpPr>
          <a:xfrm>
            <a:off x="5361227" y="6758275"/>
            <a:ext cx="13536374" cy="4678814"/>
            <a:chOff x="0" y="0"/>
            <a:chExt cx="13536372" cy="4678813"/>
          </a:xfrm>
        </p:grpSpPr>
        <p:pic>
          <p:nvPicPr>
            <p:cNvPr descr="C:\snavely\thesis\Colosseum1.png" id="362" name="Google Shape;362;p69"/>
            <p:cNvPicPr preferRelativeResize="0"/>
            <p:nvPr/>
          </p:nvPicPr>
          <p:blipFill rotWithShape="1">
            <a:blip r:embed="rId3">
              <a:alphaModFix/>
            </a:blip>
            <a:srcRect b="0" l="2834" r="2835" t="0"/>
            <a:stretch/>
          </p:blipFill>
          <p:spPr>
            <a:xfrm>
              <a:off x="7705771" y="109210"/>
              <a:ext cx="5830601" cy="4392452"/>
            </a:xfrm>
            <a:prstGeom prst="rect">
              <a:avLst/>
            </a:prstGeom>
            <a:noFill/>
            <a:ln cap="flat" cmpd="sng" w="38100">
              <a:solidFill>
                <a:srgbClr val="000000"/>
              </a:solidFill>
              <a:prstDash val="solid"/>
              <a:round/>
              <a:headEnd len="sm" w="sm" type="none"/>
              <a:tailEnd len="sm" w="sm" type="none"/>
            </a:ln>
            <a:effectLst>
              <a:outerShdw blurRad="101600" rotWithShape="0" dir="2700000" dist="76200">
                <a:srgbClr val="000000">
                  <a:alpha val="40000"/>
                </a:srgbClr>
              </a:outerShdw>
            </a:effectLst>
          </p:spPr>
        </p:pic>
        <p:pic>
          <p:nvPicPr>
            <p:cNvPr descr="image2.png" id="363" name="Google Shape;363;p69"/>
            <p:cNvPicPr preferRelativeResize="0"/>
            <p:nvPr/>
          </p:nvPicPr>
          <p:blipFill rotWithShape="1">
            <a:blip r:embed="rId4">
              <a:alphaModFix/>
            </a:blip>
            <a:srcRect b="0" l="0" r="0" t="0"/>
            <a:stretch/>
          </p:blipFill>
          <p:spPr>
            <a:xfrm>
              <a:off x="0" y="0"/>
              <a:ext cx="6390845" cy="4678813"/>
            </a:xfrm>
            <a:prstGeom prst="rect">
              <a:avLst/>
            </a:prstGeom>
            <a:noFill/>
            <a:ln>
              <a:noFill/>
            </a:ln>
          </p:spPr>
        </p:pic>
        <p:sp>
          <p:nvSpPr>
            <p:cNvPr id="364" name="Google Shape;364;p69"/>
            <p:cNvSpPr/>
            <p:nvPr/>
          </p:nvSpPr>
          <p:spPr>
            <a:xfrm>
              <a:off x="6442673" y="1879572"/>
              <a:ext cx="1108469" cy="919669"/>
            </a:xfrm>
            <a:prstGeom prst="rightArrow">
              <a:avLst>
                <a:gd fmla="val 50000" name="adj1"/>
                <a:gd fmla="val 79508" name="adj2"/>
              </a:avLst>
            </a:prstGeom>
            <a:solidFill>
              <a:srgbClr val="95B3D7"/>
            </a:solidFill>
            <a:ln>
              <a:noFill/>
            </a:ln>
            <a:effectLst>
              <a:outerShdw blurRad="101600" rotWithShape="0" dir="2700000" dist="762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sp>
        <p:nvSpPr>
          <p:cNvPr id="365" name="Google Shape;365;p69"/>
          <p:cNvSpPr txBox="1"/>
          <p:nvPr>
            <p:ph idx="4294967295" type="sldNum"/>
          </p:nvPr>
        </p:nvSpPr>
        <p:spPr>
          <a:xfrm>
            <a:off x="20071536" y="12835870"/>
            <a:ext cx="350065"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366" name="Google Shape;366;p69"/>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70"/>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Today</a:t>
            </a:r>
            <a:endParaRPr/>
          </a:p>
        </p:txBody>
      </p:sp>
      <p:sp>
        <p:nvSpPr>
          <p:cNvPr id="372" name="Google Shape;372;p70"/>
          <p:cNvSpPr txBox="1"/>
          <p:nvPr>
            <p:ph idx="1" type="body"/>
          </p:nvPr>
        </p:nvSpPr>
        <p:spPr>
          <a:xfrm>
            <a:off x="795866" y="3166533"/>
            <a:ext cx="23063201" cy="9051927"/>
          </a:xfrm>
          <a:prstGeom prst="rect">
            <a:avLst/>
          </a:prstGeom>
          <a:noFill/>
          <a:ln>
            <a:noFill/>
          </a:ln>
        </p:spPr>
        <p:txBody>
          <a:bodyPr anchorCtr="0" anchor="t" bIns="91425" lIns="91425" spcFirstLastPara="1" rIns="91425" wrap="square" tIns="91425">
            <a:normAutofit/>
          </a:bodyPr>
          <a:lstStyle/>
          <a:p>
            <a:pPr indent="-1142999" lvl="0" marL="1142999" rtl="0" algn="l">
              <a:lnSpc>
                <a:spcPct val="100000"/>
              </a:lnSpc>
              <a:spcBef>
                <a:spcPts val="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Structure from motion</a:t>
            </a:r>
            <a:endParaRPr/>
          </a:p>
          <a:p>
            <a:pPr indent="-1142999" lvl="0" marL="1142999" rtl="0" algn="l">
              <a:lnSpc>
                <a:spcPct val="100000"/>
              </a:lnSpc>
              <a:spcBef>
                <a:spcPts val="150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Multi-view stereo</a:t>
            </a:r>
            <a:endParaRPr/>
          </a:p>
          <a:p>
            <a:pPr indent="-1142999" lvl="0" marL="1142999" rtl="0" algn="l">
              <a:lnSpc>
                <a:spcPct val="100000"/>
              </a:lnSpc>
              <a:spcBef>
                <a:spcPts val="150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Visual SLAM</a:t>
            </a:r>
            <a:endParaRPr/>
          </a:p>
        </p:txBody>
      </p:sp>
      <p:sp>
        <p:nvSpPr>
          <p:cNvPr id="373" name="Google Shape;373;p70"/>
          <p:cNvSpPr txBox="1"/>
          <p:nvPr>
            <p:ph idx="12" type="sldNum"/>
          </p:nvPr>
        </p:nvSpPr>
        <p:spPr>
          <a:xfrm>
            <a:off x="20028306" y="12490450"/>
            <a:ext cx="393295" cy="604724"/>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71"/>
          <p:cNvSpPr txBox="1"/>
          <p:nvPr>
            <p:ph type="title"/>
          </p:nvPr>
        </p:nvSpPr>
        <p:spPr>
          <a:xfrm>
            <a:off x="3962400" y="168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Structure from motion</a:t>
            </a:r>
            <a:endParaRPr/>
          </a:p>
        </p:txBody>
      </p:sp>
      <p:sp>
        <p:nvSpPr>
          <p:cNvPr id="379" name="Google Shape;379;p71"/>
          <p:cNvSpPr txBox="1"/>
          <p:nvPr/>
        </p:nvSpPr>
        <p:spPr>
          <a:xfrm>
            <a:off x="2133600" y="7099300"/>
            <a:ext cx="19840972" cy="5967754"/>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72000"/>
              </a:lnSpc>
              <a:spcBef>
                <a:spcPts val="0"/>
              </a:spcBef>
              <a:spcAft>
                <a:spcPts val="0"/>
              </a:spcAft>
              <a:buClr>
                <a:srgbClr val="000000"/>
              </a:buClr>
              <a:buSzPts val="4900"/>
              <a:buFont typeface="Arial"/>
              <a:buChar char="•"/>
            </a:pPr>
            <a:r>
              <a:rPr b="0" i="0" lang="en-US" sz="4900" u="none" cap="none" strike="noStrike">
                <a:solidFill>
                  <a:srgbClr val="000000"/>
                </a:solidFill>
                <a:latin typeface="Helvetica Neue"/>
                <a:ea typeface="Helvetica Neue"/>
                <a:cs typeface="Helvetica Neue"/>
                <a:sym typeface="Helvetica Neue"/>
              </a:rPr>
              <a:t>Input: images with pixels in correspondence       </a:t>
            </a:r>
            <a:r>
              <a:rPr b="0" i="1" lang="en-US" sz="4900" u="none" cap="none" strike="noStrike">
                <a:solidFill>
                  <a:srgbClr val="000000"/>
                </a:solidFill>
                <a:latin typeface="Helvetica Neue"/>
                <a:ea typeface="Helvetica Neue"/>
                <a:cs typeface="Helvetica Neue"/>
                <a:sym typeface="Helvetica Neue"/>
              </a:rPr>
              <a:t>p</a:t>
            </a:r>
            <a:r>
              <a:rPr b="0" baseline="-25000" i="1" lang="en-US" sz="4900" u="none" cap="none" strike="noStrike">
                <a:solidFill>
                  <a:srgbClr val="000000"/>
                </a:solidFill>
                <a:latin typeface="Helvetica Neue"/>
                <a:ea typeface="Helvetica Neue"/>
                <a:cs typeface="Helvetica Neue"/>
                <a:sym typeface="Helvetica Neue"/>
              </a:rPr>
              <a:t>i</a:t>
            </a:r>
            <a:r>
              <a:rPr b="0" baseline="-25000" i="0" lang="en-US" sz="4900" u="none" cap="none" strike="noStrike">
                <a:solidFill>
                  <a:srgbClr val="000000"/>
                </a:solidFill>
                <a:latin typeface="Helvetica Neue"/>
                <a:ea typeface="Helvetica Neue"/>
                <a:cs typeface="Helvetica Neue"/>
                <a:sym typeface="Helvetica Neue"/>
              </a:rPr>
              <a:t>,</a:t>
            </a:r>
            <a:r>
              <a:rPr b="0" baseline="-25000" i="1" lang="en-US" sz="4900" u="none" cap="none" strike="noStrike">
                <a:solidFill>
                  <a:srgbClr val="000000"/>
                </a:solidFill>
                <a:latin typeface="Helvetica Neue"/>
                <a:ea typeface="Helvetica Neue"/>
                <a:cs typeface="Helvetica Neue"/>
                <a:sym typeface="Helvetica Neue"/>
              </a:rPr>
              <a:t>j  </a:t>
            </a:r>
            <a:r>
              <a:rPr b="0" i="0" lang="en-US" sz="4900" u="none" cap="none" strike="noStrike">
                <a:solidFill>
                  <a:srgbClr val="000000"/>
                </a:solidFill>
                <a:latin typeface="Helvetica Neue"/>
                <a:ea typeface="Helvetica Neue"/>
                <a:cs typeface="Helvetica Neue"/>
                <a:sym typeface="Helvetica Neue"/>
              </a:rPr>
              <a:t>= (</a:t>
            </a:r>
            <a:r>
              <a:rPr b="0" i="1" lang="en-US" sz="4900" u="none" cap="none" strike="noStrike">
                <a:solidFill>
                  <a:srgbClr val="000000"/>
                </a:solidFill>
                <a:latin typeface="Helvetica Neue"/>
                <a:ea typeface="Helvetica Neue"/>
                <a:cs typeface="Helvetica Neue"/>
                <a:sym typeface="Helvetica Neue"/>
              </a:rPr>
              <a:t>u</a:t>
            </a:r>
            <a:r>
              <a:rPr b="0" baseline="-25000" i="1" lang="en-US" sz="4900" u="none" cap="none" strike="noStrike">
                <a:solidFill>
                  <a:srgbClr val="000000"/>
                </a:solidFill>
                <a:latin typeface="Helvetica Neue"/>
                <a:ea typeface="Helvetica Neue"/>
                <a:cs typeface="Helvetica Neue"/>
                <a:sym typeface="Helvetica Neue"/>
              </a:rPr>
              <a:t>i</a:t>
            </a:r>
            <a:r>
              <a:rPr b="0" baseline="-25000" i="0" lang="en-US" sz="4900" u="none" cap="none" strike="noStrike">
                <a:solidFill>
                  <a:srgbClr val="000000"/>
                </a:solidFill>
                <a:latin typeface="Helvetica Neue"/>
                <a:ea typeface="Helvetica Neue"/>
                <a:cs typeface="Helvetica Neue"/>
                <a:sym typeface="Helvetica Neue"/>
              </a:rPr>
              <a:t>,</a:t>
            </a:r>
            <a:r>
              <a:rPr b="0" baseline="-25000" i="1" lang="en-US" sz="4900" u="none" cap="none" strike="noStrike">
                <a:solidFill>
                  <a:srgbClr val="000000"/>
                </a:solidFill>
                <a:latin typeface="Helvetica Neue"/>
                <a:ea typeface="Helvetica Neue"/>
                <a:cs typeface="Helvetica Neue"/>
                <a:sym typeface="Helvetica Neue"/>
              </a:rPr>
              <a:t>j</a:t>
            </a:r>
            <a:r>
              <a:rPr b="0" i="0" lang="en-US" sz="4900" u="none" cap="none" strike="noStrike">
                <a:solidFill>
                  <a:srgbClr val="000000"/>
                </a:solidFill>
                <a:latin typeface="Helvetica Neue"/>
                <a:ea typeface="Helvetica Neue"/>
                <a:cs typeface="Helvetica Neue"/>
                <a:sym typeface="Helvetica Neue"/>
              </a:rPr>
              <a:t>,</a:t>
            </a:r>
            <a:r>
              <a:rPr b="0" i="1" lang="en-US" sz="4900" u="none" cap="none" strike="noStrike">
                <a:solidFill>
                  <a:srgbClr val="000000"/>
                </a:solidFill>
                <a:latin typeface="Helvetica Neue"/>
                <a:ea typeface="Helvetica Neue"/>
                <a:cs typeface="Helvetica Neue"/>
                <a:sym typeface="Helvetica Neue"/>
              </a:rPr>
              <a:t>v</a:t>
            </a:r>
            <a:r>
              <a:rPr b="0" baseline="-25000" i="1" lang="en-US" sz="4900" u="none" cap="none" strike="noStrike">
                <a:solidFill>
                  <a:srgbClr val="000000"/>
                </a:solidFill>
                <a:latin typeface="Helvetica Neue"/>
                <a:ea typeface="Helvetica Neue"/>
                <a:cs typeface="Helvetica Neue"/>
                <a:sym typeface="Helvetica Neue"/>
              </a:rPr>
              <a:t>i</a:t>
            </a:r>
            <a:r>
              <a:rPr b="0" baseline="-25000" i="0" lang="en-US" sz="4900" u="none" cap="none" strike="noStrike">
                <a:solidFill>
                  <a:srgbClr val="000000"/>
                </a:solidFill>
                <a:latin typeface="Helvetica Neue"/>
                <a:ea typeface="Helvetica Neue"/>
                <a:cs typeface="Helvetica Neue"/>
                <a:sym typeface="Helvetica Neue"/>
              </a:rPr>
              <a:t>,</a:t>
            </a:r>
            <a:r>
              <a:rPr b="0" baseline="-25000" i="1" lang="en-US" sz="4900" u="none" cap="none" strike="noStrike">
                <a:solidFill>
                  <a:srgbClr val="000000"/>
                </a:solidFill>
                <a:latin typeface="Helvetica Neue"/>
                <a:ea typeface="Helvetica Neue"/>
                <a:cs typeface="Helvetica Neue"/>
                <a:sym typeface="Helvetica Neue"/>
              </a:rPr>
              <a:t>j</a:t>
            </a:r>
            <a:r>
              <a:rPr b="0" i="0" lang="en-US" sz="4900" u="none" cap="none" strike="noStrike">
                <a:solidFill>
                  <a:srgbClr val="000000"/>
                </a:solidFill>
                <a:latin typeface="Helvetica Neue"/>
                <a:ea typeface="Helvetica Neue"/>
                <a:cs typeface="Helvetica Neue"/>
                <a:sym typeface="Helvetica Neue"/>
              </a:rPr>
              <a:t>)</a:t>
            </a:r>
            <a:endParaRPr/>
          </a:p>
          <a:p>
            <a:pPr indent="-374650" lvl="0" marL="685800" marR="0" rtl="0" algn="l">
              <a:lnSpc>
                <a:spcPct val="72000"/>
              </a:lnSpc>
              <a:spcBef>
                <a:spcPts val="700"/>
              </a:spcBef>
              <a:spcAft>
                <a:spcPts val="0"/>
              </a:spcAft>
              <a:buClr>
                <a:srgbClr val="000000"/>
              </a:buClr>
              <a:buSzPts val="4900"/>
              <a:buFont typeface="Arial"/>
              <a:buNone/>
            </a:pPr>
            <a:r>
              <a:t/>
            </a:r>
            <a:endParaRPr b="0" i="0" sz="4900" u="none" cap="none" strike="noStrike">
              <a:solidFill>
                <a:srgbClr val="000000"/>
              </a:solidFill>
              <a:latin typeface="Helvetica Neue"/>
              <a:ea typeface="Helvetica Neue"/>
              <a:cs typeface="Helvetica Neue"/>
              <a:sym typeface="Helvetica Neue"/>
            </a:endParaRPr>
          </a:p>
          <a:p>
            <a:pPr indent="-685800" lvl="0" marL="685800" marR="0" rtl="0" algn="l">
              <a:lnSpc>
                <a:spcPct val="72000"/>
              </a:lnSpc>
              <a:spcBef>
                <a:spcPts val="1300"/>
              </a:spcBef>
              <a:spcAft>
                <a:spcPts val="0"/>
              </a:spcAft>
              <a:buClr>
                <a:srgbClr val="000000"/>
              </a:buClr>
              <a:buSzPts val="4900"/>
              <a:buFont typeface="Arial"/>
              <a:buChar char="•"/>
            </a:pPr>
            <a:r>
              <a:rPr b="0" i="0" lang="en-US" sz="4900" u="none" cap="none" strike="noStrike">
                <a:solidFill>
                  <a:srgbClr val="000000"/>
                </a:solidFill>
                <a:latin typeface="Helvetica Neue"/>
                <a:ea typeface="Helvetica Neue"/>
                <a:cs typeface="Helvetica Neue"/>
                <a:sym typeface="Helvetica Neue"/>
              </a:rPr>
              <a:t>Output</a:t>
            </a:r>
            <a:endParaRPr/>
          </a:p>
          <a:p>
            <a:pPr indent="-685800" lvl="1" marL="1143000" marR="0" rtl="0" algn="l">
              <a:lnSpc>
                <a:spcPct val="72000"/>
              </a:lnSpc>
              <a:spcBef>
                <a:spcPts val="1300"/>
              </a:spcBef>
              <a:spcAft>
                <a:spcPts val="0"/>
              </a:spcAft>
              <a:buClr>
                <a:srgbClr val="000000"/>
              </a:buClr>
              <a:buSzPts val="4900"/>
              <a:buFont typeface="Arial"/>
              <a:buChar char="•"/>
            </a:pPr>
            <a:r>
              <a:rPr b="1" i="0" lang="en-US" sz="4900" u="none" cap="none" strike="noStrike">
                <a:solidFill>
                  <a:srgbClr val="000000"/>
                </a:solidFill>
                <a:latin typeface="Helvetica Neue"/>
                <a:ea typeface="Helvetica Neue"/>
                <a:cs typeface="Helvetica Neue"/>
                <a:sym typeface="Helvetica Neue"/>
              </a:rPr>
              <a:t>Structure: </a:t>
            </a:r>
            <a:r>
              <a:rPr b="0" i="0" lang="en-US" sz="4900" u="none" cap="none" strike="noStrike">
                <a:solidFill>
                  <a:srgbClr val="000000"/>
                </a:solidFill>
                <a:latin typeface="Helvetica Neue"/>
                <a:ea typeface="Helvetica Neue"/>
                <a:cs typeface="Helvetica Neue"/>
                <a:sym typeface="Helvetica Neue"/>
              </a:rPr>
              <a:t>3D location </a:t>
            </a:r>
            <a:r>
              <a:rPr b="1" i="0" lang="en-US" sz="4900" u="none" cap="none" strike="noStrike">
                <a:solidFill>
                  <a:srgbClr val="000000"/>
                </a:solidFill>
                <a:latin typeface="Helvetica Neue"/>
                <a:ea typeface="Helvetica Neue"/>
                <a:cs typeface="Helvetica Neue"/>
                <a:sym typeface="Helvetica Neue"/>
              </a:rPr>
              <a:t>x</a:t>
            </a:r>
            <a:r>
              <a:rPr b="0" baseline="-25000" i="1" lang="en-US" sz="4900" u="none" cap="none" strike="noStrike">
                <a:solidFill>
                  <a:srgbClr val="000000"/>
                </a:solidFill>
                <a:latin typeface="Helvetica Neue"/>
                <a:ea typeface="Helvetica Neue"/>
                <a:cs typeface="Helvetica Neue"/>
                <a:sym typeface="Helvetica Neue"/>
              </a:rPr>
              <a:t>i</a:t>
            </a:r>
            <a:r>
              <a:rPr b="0" i="0" lang="en-US" sz="4900" u="none" cap="none" strike="noStrike">
                <a:solidFill>
                  <a:srgbClr val="000000"/>
                </a:solidFill>
                <a:latin typeface="Helvetica Neue"/>
                <a:ea typeface="Helvetica Neue"/>
                <a:cs typeface="Helvetica Neue"/>
                <a:sym typeface="Helvetica Neue"/>
              </a:rPr>
              <a:t> for each point </a:t>
            </a:r>
            <a:r>
              <a:rPr b="0" i="1" lang="en-US" sz="4900" u="none" cap="none" strike="noStrike">
                <a:solidFill>
                  <a:srgbClr val="000000"/>
                </a:solidFill>
                <a:latin typeface="Helvetica Neue"/>
                <a:ea typeface="Helvetica Neue"/>
                <a:cs typeface="Helvetica Neue"/>
                <a:sym typeface="Helvetica Neue"/>
              </a:rPr>
              <a:t>p</a:t>
            </a:r>
            <a:r>
              <a:rPr b="0" baseline="-25000" i="1" lang="en-US" sz="4900" u="none" cap="none" strike="noStrike">
                <a:solidFill>
                  <a:srgbClr val="000000"/>
                </a:solidFill>
                <a:latin typeface="Helvetica Neue"/>
                <a:ea typeface="Helvetica Neue"/>
                <a:cs typeface="Helvetica Neue"/>
                <a:sym typeface="Helvetica Neue"/>
              </a:rPr>
              <a:t>i</a:t>
            </a:r>
            <a:endParaRPr/>
          </a:p>
          <a:p>
            <a:pPr indent="-685800" lvl="1" marL="1143000" marR="0" rtl="0" algn="l">
              <a:lnSpc>
                <a:spcPct val="72000"/>
              </a:lnSpc>
              <a:spcBef>
                <a:spcPts val="1300"/>
              </a:spcBef>
              <a:spcAft>
                <a:spcPts val="0"/>
              </a:spcAft>
              <a:buClr>
                <a:srgbClr val="000000"/>
              </a:buClr>
              <a:buSzPts val="4900"/>
              <a:buFont typeface="Arial"/>
              <a:buChar char="•"/>
            </a:pPr>
            <a:r>
              <a:rPr b="1" i="0" lang="en-US" sz="4900" u="none" cap="none" strike="noStrike">
                <a:solidFill>
                  <a:srgbClr val="000000"/>
                </a:solidFill>
                <a:latin typeface="Helvetica Neue"/>
                <a:ea typeface="Helvetica Neue"/>
                <a:cs typeface="Helvetica Neue"/>
                <a:sym typeface="Helvetica Neue"/>
              </a:rPr>
              <a:t>Motion:</a:t>
            </a:r>
            <a:r>
              <a:rPr b="0" i="0" lang="en-US" sz="4900" u="none" cap="none" strike="noStrike">
                <a:solidFill>
                  <a:srgbClr val="000000"/>
                </a:solidFill>
                <a:latin typeface="Helvetica Neue"/>
                <a:ea typeface="Helvetica Neue"/>
                <a:cs typeface="Helvetica Neue"/>
                <a:sym typeface="Helvetica Neue"/>
              </a:rPr>
              <a:t> camera parameters</a:t>
            </a:r>
            <a:r>
              <a:rPr b="1" i="0" lang="en-US" sz="4900" u="none" cap="none" strike="noStrike">
                <a:solidFill>
                  <a:srgbClr val="000000"/>
                </a:solidFill>
                <a:latin typeface="Helvetica Neue"/>
                <a:ea typeface="Helvetica Neue"/>
                <a:cs typeface="Helvetica Neue"/>
                <a:sym typeface="Helvetica Neue"/>
              </a:rPr>
              <a:t> R</a:t>
            </a:r>
            <a:r>
              <a:rPr b="0" baseline="-25000" i="1" lang="en-US" sz="4900" u="none" cap="none" strike="noStrike">
                <a:solidFill>
                  <a:srgbClr val="000000"/>
                </a:solidFill>
                <a:latin typeface="Helvetica Neue"/>
                <a:ea typeface="Helvetica Neue"/>
                <a:cs typeface="Helvetica Neue"/>
                <a:sym typeface="Helvetica Neue"/>
              </a:rPr>
              <a:t>j </a:t>
            </a:r>
            <a:r>
              <a:rPr b="0" i="0" lang="en-US" sz="4900" u="none" cap="none" strike="noStrike">
                <a:solidFill>
                  <a:srgbClr val="000000"/>
                </a:solidFill>
                <a:latin typeface="Helvetica Neue"/>
                <a:ea typeface="Helvetica Neue"/>
                <a:cs typeface="Helvetica Neue"/>
                <a:sym typeface="Helvetica Neue"/>
              </a:rPr>
              <a:t>,</a:t>
            </a:r>
            <a:r>
              <a:rPr b="0" i="1" lang="en-US" sz="4900" u="none" cap="none" strike="noStrike">
                <a:solidFill>
                  <a:srgbClr val="000000"/>
                </a:solidFill>
                <a:latin typeface="Helvetica Neue"/>
                <a:ea typeface="Helvetica Neue"/>
                <a:cs typeface="Helvetica Neue"/>
                <a:sym typeface="Helvetica Neue"/>
              </a:rPr>
              <a:t> </a:t>
            </a:r>
            <a:r>
              <a:rPr b="1" i="0" lang="en-US" sz="4900" u="none" cap="none" strike="noStrike">
                <a:solidFill>
                  <a:srgbClr val="000000"/>
                </a:solidFill>
                <a:latin typeface="Helvetica Neue"/>
                <a:ea typeface="Helvetica Neue"/>
                <a:cs typeface="Helvetica Neue"/>
                <a:sym typeface="Helvetica Neue"/>
              </a:rPr>
              <a:t>t</a:t>
            </a:r>
            <a:r>
              <a:rPr b="0" baseline="-25000" i="1" lang="en-US" sz="4900" u="none" cap="none" strike="noStrike">
                <a:solidFill>
                  <a:srgbClr val="000000"/>
                </a:solidFill>
                <a:latin typeface="Helvetica Neue"/>
                <a:ea typeface="Helvetica Neue"/>
                <a:cs typeface="Helvetica Neue"/>
                <a:sym typeface="Helvetica Neue"/>
              </a:rPr>
              <a:t>j</a:t>
            </a:r>
            <a:r>
              <a:rPr b="0" i="0" lang="en-US" sz="4900" u="none" cap="none" strike="noStrike">
                <a:solidFill>
                  <a:srgbClr val="000000"/>
                </a:solidFill>
                <a:latin typeface="Helvetica Neue"/>
                <a:ea typeface="Helvetica Neue"/>
                <a:cs typeface="Helvetica Neue"/>
                <a:sym typeface="Helvetica Neue"/>
              </a:rPr>
              <a:t> possibly </a:t>
            </a:r>
            <a:r>
              <a:rPr b="1" i="0" lang="en-US" sz="4900" u="none" cap="none" strike="noStrike">
                <a:solidFill>
                  <a:srgbClr val="000000"/>
                </a:solidFill>
                <a:latin typeface="Helvetica Neue"/>
                <a:ea typeface="Helvetica Neue"/>
                <a:cs typeface="Helvetica Neue"/>
                <a:sym typeface="Helvetica Neue"/>
              </a:rPr>
              <a:t>K</a:t>
            </a:r>
            <a:r>
              <a:rPr b="0" baseline="-25000" i="1" lang="en-US" sz="4900" u="none" cap="none" strike="noStrike">
                <a:solidFill>
                  <a:srgbClr val="000000"/>
                </a:solidFill>
                <a:latin typeface="Helvetica Neue"/>
                <a:ea typeface="Helvetica Neue"/>
                <a:cs typeface="Helvetica Neue"/>
                <a:sym typeface="Helvetica Neue"/>
              </a:rPr>
              <a:t>j</a:t>
            </a:r>
            <a:endParaRPr b="1" baseline="-25000" i="1" sz="3000" u="none" cap="none" strike="noStrike">
              <a:solidFill>
                <a:srgbClr val="000000"/>
              </a:solidFill>
              <a:latin typeface="Helvetica Neue"/>
              <a:ea typeface="Helvetica Neue"/>
              <a:cs typeface="Helvetica Neue"/>
              <a:sym typeface="Helvetica Neue"/>
            </a:endParaRPr>
          </a:p>
          <a:p>
            <a:pPr indent="-495300" lvl="1" marL="1143000" marR="0" rtl="0" algn="l">
              <a:lnSpc>
                <a:spcPct val="72000"/>
              </a:lnSpc>
              <a:spcBef>
                <a:spcPts val="700"/>
              </a:spcBef>
              <a:spcAft>
                <a:spcPts val="0"/>
              </a:spcAft>
              <a:buClr>
                <a:srgbClr val="000000"/>
              </a:buClr>
              <a:buSzPts val="3000"/>
              <a:buFont typeface="Arial"/>
              <a:buNone/>
            </a:pPr>
            <a:r>
              <a:t/>
            </a:r>
            <a:endParaRPr b="1" baseline="-25000" i="1" sz="3000" u="none" cap="none" strike="noStrike">
              <a:solidFill>
                <a:srgbClr val="000000"/>
              </a:solidFill>
              <a:latin typeface="Helvetica Neue"/>
              <a:ea typeface="Helvetica Neue"/>
              <a:cs typeface="Helvetica Neue"/>
              <a:sym typeface="Helvetica Neue"/>
            </a:endParaRPr>
          </a:p>
          <a:p>
            <a:pPr indent="-685800" lvl="0" marL="685800" marR="0" rtl="0" algn="l">
              <a:lnSpc>
                <a:spcPct val="72000"/>
              </a:lnSpc>
              <a:spcBef>
                <a:spcPts val="1300"/>
              </a:spcBef>
              <a:spcAft>
                <a:spcPts val="0"/>
              </a:spcAft>
              <a:buClr>
                <a:srgbClr val="000000"/>
              </a:buClr>
              <a:buSzPts val="4900"/>
              <a:buFont typeface="Arial"/>
              <a:buChar char="•"/>
            </a:pPr>
            <a:r>
              <a:rPr b="0" i="0" lang="en-US" sz="4900" u="none" cap="none" strike="noStrike">
                <a:solidFill>
                  <a:srgbClr val="000000"/>
                </a:solidFill>
                <a:latin typeface="Helvetica Neue"/>
                <a:ea typeface="Helvetica Neue"/>
                <a:cs typeface="Helvetica Neue"/>
                <a:sym typeface="Helvetica Neue"/>
              </a:rPr>
              <a:t>Objective function: minimize reprojection error</a:t>
            </a:r>
            <a:endParaRPr/>
          </a:p>
        </p:txBody>
      </p:sp>
      <p:pic>
        <p:nvPicPr>
          <p:cNvPr descr="C:\snavely\demos\PhotoTourism\data\Temple\Temple1.png" id="380" name="Google Shape;380;p71"/>
          <p:cNvPicPr preferRelativeResize="0"/>
          <p:nvPr/>
        </p:nvPicPr>
        <p:blipFill rotWithShape="1">
          <a:blip r:embed="rId3">
            <a:alphaModFix/>
          </a:blip>
          <a:srcRect b="24906" l="7080" r="7079" t="0"/>
          <a:stretch/>
        </p:blipFill>
        <p:spPr>
          <a:xfrm>
            <a:off x="9906000" y="2803525"/>
            <a:ext cx="5543551" cy="3444875"/>
          </a:xfrm>
          <a:prstGeom prst="rect">
            <a:avLst/>
          </a:prstGeom>
          <a:noFill/>
          <a:ln>
            <a:noFill/>
          </a:ln>
        </p:spPr>
      </p:pic>
      <p:pic>
        <p:nvPicPr>
          <p:cNvPr descr="C:\snavely\demos\PhotoTourism\data\Temple\Temple2.png" id="381" name="Google Shape;381;p71"/>
          <p:cNvPicPr preferRelativeResize="0"/>
          <p:nvPr/>
        </p:nvPicPr>
        <p:blipFill rotWithShape="1">
          <a:blip r:embed="rId4">
            <a:alphaModFix/>
          </a:blip>
          <a:srcRect b="0" l="10625" r="10625" t="0"/>
          <a:stretch/>
        </p:blipFill>
        <p:spPr>
          <a:xfrm>
            <a:off x="15979776" y="2133600"/>
            <a:ext cx="4899024" cy="4419600"/>
          </a:xfrm>
          <a:prstGeom prst="rect">
            <a:avLst/>
          </a:prstGeom>
          <a:noFill/>
          <a:ln>
            <a:noFill/>
          </a:ln>
        </p:spPr>
      </p:pic>
      <p:sp>
        <p:nvSpPr>
          <p:cNvPr id="382" name="Google Shape;382;p71"/>
          <p:cNvSpPr txBox="1"/>
          <p:nvPr/>
        </p:nvSpPr>
        <p:spPr>
          <a:xfrm>
            <a:off x="10515600" y="6096000"/>
            <a:ext cx="4125313"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Reconstruction (side)</a:t>
            </a:r>
            <a:endParaRPr/>
          </a:p>
        </p:txBody>
      </p:sp>
      <p:sp>
        <p:nvSpPr>
          <p:cNvPr id="383" name="Google Shape;383;p71"/>
          <p:cNvSpPr txBox="1"/>
          <p:nvPr/>
        </p:nvSpPr>
        <p:spPr>
          <a:xfrm>
            <a:off x="17900650" y="6350000"/>
            <a:ext cx="1102837"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(top)</a:t>
            </a:r>
            <a:endParaRPr/>
          </a:p>
        </p:txBody>
      </p:sp>
      <p:grpSp>
        <p:nvGrpSpPr>
          <p:cNvPr id="384" name="Google Shape;384;p71"/>
          <p:cNvGrpSpPr/>
          <p:nvPr/>
        </p:nvGrpSpPr>
        <p:grpSpPr>
          <a:xfrm>
            <a:off x="5638798" y="2895598"/>
            <a:ext cx="3191222" cy="3631828"/>
            <a:chOff x="-1" y="-1"/>
            <a:chExt cx="3191221" cy="3631827"/>
          </a:xfrm>
        </p:grpSpPr>
        <p:pic>
          <p:nvPicPr>
            <p:cNvPr descr="C:\snavely\work\teaching\09Fa-CS6610\lectures\lec11\templeSparseRing\templeSR0001.png" id="385" name="Google Shape;385;p71"/>
            <p:cNvPicPr preferRelativeResize="0"/>
            <p:nvPr/>
          </p:nvPicPr>
          <p:blipFill rotWithShape="1">
            <a:blip r:embed="rId5">
              <a:alphaModFix/>
            </a:blip>
            <a:srcRect b="0" l="0" r="0" t="0"/>
            <a:stretch/>
          </p:blipFill>
          <p:spPr>
            <a:xfrm>
              <a:off x="-1" y="-1"/>
              <a:ext cx="1320442" cy="1761047"/>
            </a:xfrm>
            <a:prstGeom prst="rect">
              <a:avLst/>
            </a:prstGeom>
            <a:noFill/>
            <a:ln>
              <a:noFill/>
            </a:ln>
            <a:effectLst>
              <a:outerShdw blurRad="203200" rotWithShape="0" dir="8100000" dist="152400">
                <a:srgbClr val="000000">
                  <a:alpha val="40000"/>
                </a:srgbClr>
              </a:outerShdw>
            </a:effectLst>
          </p:spPr>
        </p:pic>
        <p:pic>
          <p:nvPicPr>
            <p:cNvPr descr="C:\snavely\work\teaching\09Fa-CS6610\lectures\lec11\templeSparseRing\templeSR0002.png" id="386" name="Google Shape;386;p71"/>
            <p:cNvPicPr preferRelativeResize="0"/>
            <p:nvPr/>
          </p:nvPicPr>
          <p:blipFill rotWithShape="1">
            <a:blip r:embed="rId6">
              <a:alphaModFix/>
            </a:blip>
            <a:srcRect b="0" l="0" r="0" t="0"/>
            <a:stretch/>
          </p:blipFill>
          <p:spPr>
            <a:xfrm>
              <a:off x="467694" y="467695"/>
              <a:ext cx="1320442" cy="1761046"/>
            </a:xfrm>
            <a:prstGeom prst="rect">
              <a:avLst/>
            </a:prstGeom>
            <a:noFill/>
            <a:ln>
              <a:noFill/>
            </a:ln>
            <a:effectLst>
              <a:outerShdw blurRad="203200" rotWithShape="0" dir="8100000" dist="152400">
                <a:srgbClr val="000000">
                  <a:alpha val="40000"/>
                </a:srgbClr>
              </a:outerShdw>
            </a:effectLst>
          </p:spPr>
        </p:pic>
        <p:pic>
          <p:nvPicPr>
            <p:cNvPr descr="C:\snavely\work\teaching\09Fa-CS6610\lectures\lec11\templeSparseRing\templeSR0003.png" id="387" name="Google Shape;387;p71"/>
            <p:cNvPicPr preferRelativeResize="0"/>
            <p:nvPr/>
          </p:nvPicPr>
          <p:blipFill rotWithShape="1">
            <a:blip r:embed="rId7">
              <a:alphaModFix/>
            </a:blip>
            <a:srcRect b="0" l="0" r="0" t="0"/>
            <a:stretch/>
          </p:blipFill>
          <p:spPr>
            <a:xfrm>
              <a:off x="935389" y="935390"/>
              <a:ext cx="1320442" cy="1761046"/>
            </a:xfrm>
            <a:prstGeom prst="rect">
              <a:avLst/>
            </a:prstGeom>
            <a:noFill/>
            <a:ln>
              <a:noFill/>
            </a:ln>
            <a:effectLst>
              <a:outerShdw blurRad="203200" rotWithShape="0" dir="8100000" dist="152400">
                <a:srgbClr val="000000">
                  <a:alpha val="40000"/>
                </a:srgbClr>
              </a:outerShdw>
            </a:effectLst>
          </p:spPr>
        </p:pic>
        <p:pic>
          <p:nvPicPr>
            <p:cNvPr descr="C:\snavely\work\teaching\09Fa-CS6610\lectures\lec11\templeSparseRing\templeSR0004.png" id="388" name="Google Shape;388;p71"/>
            <p:cNvPicPr preferRelativeResize="0"/>
            <p:nvPr/>
          </p:nvPicPr>
          <p:blipFill rotWithShape="1">
            <a:blip r:embed="rId8">
              <a:alphaModFix/>
            </a:blip>
            <a:srcRect b="0" l="0" r="0" t="0"/>
            <a:stretch/>
          </p:blipFill>
          <p:spPr>
            <a:xfrm>
              <a:off x="1403084" y="1403085"/>
              <a:ext cx="1320442" cy="1761046"/>
            </a:xfrm>
            <a:prstGeom prst="rect">
              <a:avLst/>
            </a:prstGeom>
            <a:noFill/>
            <a:ln>
              <a:noFill/>
            </a:ln>
            <a:effectLst>
              <a:outerShdw blurRad="203200" rotWithShape="0" dir="8100000" dist="152400">
                <a:srgbClr val="000000">
                  <a:alpha val="40000"/>
                </a:srgbClr>
              </a:outerShdw>
            </a:effectLst>
          </p:spPr>
        </p:pic>
        <p:pic>
          <p:nvPicPr>
            <p:cNvPr descr="C:\snavely\work\teaching\09Fa-CS6610\lectures\lec11\templeSparseRing\templeSR0005.png" id="389" name="Google Shape;389;p71"/>
            <p:cNvPicPr preferRelativeResize="0"/>
            <p:nvPr/>
          </p:nvPicPr>
          <p:blipFill rotWithShape="1">
            <a:blip r:embed="rId9">
              <a:alphaModFix/>
            </a:blip>
            <a:srcRect b="0" l="0" r="0" t="0"/>
            <a:stretch/>
          </p:blipFill>
          <p:spPr>
            <a:xfrm>
              <a:off x="1870779" y="1870780"/>
              <a:ext cx="1320441" cy="1761046"/>
            </a:xfrm>
            <a:prstGeom prst="rect">
              <a:avLst/>
            </a:prstGeom>
            <a:noFill/>
            <a:ln>
              <a:noFill/>
            </a:ln>
            <a:effectLst>
              <a:outerShdw blurRad="203200" rotWithShape="0" dir="8100000" dist="152400">
                <a:srgbClr val="000000">
                  <a:alpha val="40000"/>
                </a:srgbClr>
              </a:outerShdw>
            </a:effectLst>
          </p:spPr>
        </p:pic>
      </p:grpSp>
      <p:sp>
        <p:nvSpPr>
          <p:cNvPr id="390" name="Google Shape;390;p71"/>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391" name="Google Shape;391;p71"/>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72"/>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448"/>
              <a:buFont typeface="Helvetica Neue"/>
              <a:buNone/>
            </a:pPr>
            <a:r>
              <a:rPr lang="en-US" sz="8448">
                <a:latin typeface="Helvetica Neue"/>
                <a:ea typeface="Helvetica Neue"/>
                <a:cs typeface="Helvetica Neue"/>
                <a:sym typeface="Helvetica Neue"/>
              </a:rPr>
              <a:t>Camera calibration &amp; triangulation</a:t>
            </a:r>
            <a:endParaRPr/>
          </a:p>
        </p:txBody>
      </p:sp>
      <p:sp>
        <p:nvSpPr>
          <p:cNvPr id="397" name="Google Shape;397;p72"/>
          <p:cNvSpPr txBox="1"/>
          <p:nvPr>
            <p:ph idx="1" type="body"/>
          </p:nvPr>
        </p:nvSpPr>
        <p:spPr>
          <a:xfrm>
            <a:off x="449659" y="3378200"/>
            <a:ext cx="17083022" cy="9051926"/>
          </a:xfrm>
          <a:prstGeom prst="rect">
            <a:avLst/>
          </a:prstGeom>
          <a:noFill/>
          <a:ln>
            <a:noFill/>
          </a:ln>
        </p:spPr>
        <p:txBody>
          <a:bodyPr anchorCtr="0" anchor="t" bIns="91425" lIns="91425" spcFirstLastPara="1" rIns="91425" wrap="square" tIns="91425">
            <a:normAutofit/>
          </a:bodyPr>
          <a:lstStyle/>
          <a:p>
            <a:pPr indent="-576071" lvl="0" marL="576071" rtl="0" algn="l">
              <a:lnSpc>
                <a:spcPct val="90000"/>
              </a:lnSpc>
              <a:spcBef>
                <a:spcPts val="0"/>
              </a:spcBef>
              <a:spcAft>
                <a:spcPts val="0"/>
              </a:spcAft>
              <a:buClr>
                <a:srgbClr val="000000"/>
              </a:buClr>
              <a:buSzPts val="5376"/>
              <a:buChar char="•"/>
            </a:pPr>
            <a:r>
              <a:rPr lang="en-US" sz="5376">
                <a:latin typeface="Helvetica Neue"/>
                <a:ea typeface="Helvetica Neue"/>
                <a:cs typeface="Helvetica Neue"/>
                <a:sym typeface="Helvetica Neue"/>
              </a:rPr>
              <a:t>Suppose we know 3D points</a:t>
            </a:r>
            <a:endParaRPr/>
          </a:p>
          <a:p>
            <a:pPr indent="-480059" lvl="1" marL="864108" rtl="0" algn="l">
              <a:lnSpc>
                <a:spcPct val="90000"/>
              </a:lnSpc>
              <a:spcBef>
                <a:spcPts val="1100"/>
              </a:spcBef>
              <a:spcAft>
                <a:spcPts val="0"/>
              </a:spcAft>
              <a:buClr>
                <a:srgbClr val="000000"/>
              </a:buClr>
              <a:buSzPts val="4703"/>
              <a:buChar char="–"/>
            </a:pPr>
            <a:r>
              <a:rPr lang="en-US" sz="4703">
                <a:latin typeface="Helvetica Neue Light"/>
                <a:ea typeface="Helvetica Neue Light"/>
                <a:cs typeface="Helvetica Neue Light"/>
                <a:sym typeface="Helvetica Neue Light"/>
              </a:rPr>
              <a:t>And have matches between these points and an image</a:t>
            </a:r>
            <a:endParaRPr/>
          </a:p>
          <a:p>
            <a:pPr indent="-480059" lvl="1" marL="864108" rtl="0" algn="l">
              <a:lnSpc>
                <a:spcPct val="90000"/>
              </a:lnSpc>
              <a:spcBef>
                <a:spcPts val="1100"/>
              </a:spcBef>
              <a:spcAft>
                <a:spcPts val="0"/>
              </a:spcAft>
              <a:buClr>
                <a:srgbClr val="000000"/>
              </a:buClr>
              <a:buSzPts val="4703"/>
              <a:buChar char="–"/>
            </a:pPr>
            <a:r>
              <a:rPr lang="en-US" sz="4703">
                <a:latin typeface="Helvetica Neue Light"/>
                <a:ea typeface="Helvetica Neue Light"/>
                <a:cs typeface="Helvetica Neue Light"/>
                <a:sym typeface="Helvetica Neue Light"/>
              </a:rPr>
              <a:t>Computing camera parameters similar to homography estimation</a:t>
            </a:r>
            <a:endParaRPr/>
          </a:p>
          <a:p>
            <a:pPr indent="-181419" lvl="1" marL="864108" rtl="0" algn="l">
              <a:lnSpc>
                <a:spcPct val="90000"/>
              </a:lnSpc>
              <a:spcBef>
                <a:spcPts val="1100"/>
              </a:spcBef>
              <a:spcAft>
                <a:spcPts val="0"/>
              </a:spcAft>
              <a:buClr>
                <a:srgbClr val="000000"/>
              </a:buClr>
              <a:buSzPts val="4703"/>
              <a:buNone/>
            </a:pPr>
            <a:r>
              <a:t/>
            </a:r>
            <a:endParaRPr sz="4703">
              <a:latin typeface="Helvetica Neue Light"/>
              <a:ea typeface="Helvetica Neue Light"/>
              <a:cs typeface="Helvetica Neue Light"/>
              <a:sym typeface="Helvetica Neue Light"/>
            </a:endParaRPr>
          </a:p>
          <a:p>
            <a:pPr indent="-576071" lvl="0" marL="576071" rtl="0" algn="l">
              <a:lnSpc>
                <a:spcPct val="90000"/>
              </a:lnSpc>
              <a:spcBef>
                <a:spcPts val="1200"/>
              </a:spcBef>
              <a:spcAft>
                <a:spcPts val="0"/>
              </a:spcAft>
              <a:buClr>
                <a:srgbClr val="000000"/>
              </a:buClr>
              <a:buSzPts val="5376"/>
              <a:buChar char="•"/>
            </a:pPr>
            <a:r>
              <a:rPr lang="en-US" sz="5376">
                <a:latin typeface="Helvetica Neue"/>
                <a:ea typeface="Helvetica Neue"/>
                <a:cs typeface="Helvetica Neue"/>
                <a:sym typeface="Helvetica Neue"/>
              </a:rPr>
              <a:t>Suppose we have know camera parameters, each of which observes a point</a:t>
            </a:r>
            <a:endParaRPr/>
          </a:p>
          <a:p>
            <a:pPr indent="-480059" lvl="1" marL="864108" rtl="0" algn="l">
              <a:lnSpc>
                <a:spcPct val="90000"/>
              </a:lnSpc>
              <a:spcBef>
                <a:spcPts val="1100"/>
              </a:spcBef>
              <a:spcAft>
                <a:spcPts val="0"/>
              </a:spcAft>
              <a:buClr>
                <a:srgbClr val="000000"/>
              </a:buClr>
              <a:buSzPts val="4703"/>
              <a:buChar char="–"/>
            </a:pPr>
            <a:r>
              <a:rPr lang="en-US" sz="4703">
                <a:latin typeface="Helvetica Neue Light"/>
                <a:ea typeface="Helvetica Neue Light"/>
                <a:cs typeface="Helvetica Neue Light"/>
                <a:sym typeface="Helvetica Neue Light"/>
              </a:rPr>
              <a:t>We can solve for the 3D location</a:t>
            </a:r>
            <a:endParaRPr/>
          </a:p>
          <a:p>
            <a:pPr indent="-181419" lvl="1" marL="864108" rtl="0" algn="l">
              <a:lnSpc>
                <a:spcPct val="90000"/>
              </a:lnSpc>
              <a:spcBef>
                <a:spcPts val="1100"/>
              </a:spcBef>
              <a:spcAft>
                <a:spcPts val="0"/>
              </a:spcAft>
              <a:buClr>
                <a:srgbClr val="000000"/>
              </a:buClr>
              <a:buSzPts val="4703"/>
              <a:buNone/>
            </a:pPr>
            <a:r>
              <a:t/>
            </a:r>
            <a:endParaRPr sz="4703">
              <a:latin typeface="Helvetica Neue Light"/>
              <a:ea typeface="Helvetica Neue Light"/>
              <a:cs typeface="Helvetica Neue Light"/>
              <a:sym typeface="Helvetica Neue Light"/>
            </a:endParaRPr>
          </a:p>
          <a:p>
            <a:pPr indent="-480059" lvl="0" marL="480059" rtl="0" algn="l">
              <a:lnSpc>
                <a:spcPct val="90000"/>
              </a:lnSpc>
              <a:spcBef>
                <a:spcPts val="1100"/>
              </a:spcBef>
              <a:spcAft>
                <a:spcPts val="0"/>
              </a:spcAft>
              <a:buClr>
                <a:srgbClr val="000000"/>
              </a:buClr>
              <a:buSzPts val="5376"/>
              <a:buChar char="•"/>
            </a:pPr>
            <a:r>
              <a:rPr lang="en-US" sz="5376">
                <a:latin typeface="Helvetica Neue Light"/>
                <a:ea typeface="Helvetica Neue Light"/>
                <a:cs typeface="Helvetica Neue Light"/>
                <a:sym typeface="Helvetica Neue Light"/>
              </a:rPr>
              <a:t>Seems like a chicken-and-egg problem, but in SfM we can solve both at once</a:t>
            </a:r>
            <a:endParaRPr/>
          </a:p>
        </p:txBody>
      </p:sp>
      <p:sp>
        <p:nvSpPr>
          <p:cNvPr id="398" name="Google Shape;398;p72"/>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399" name="Google Shape;399;p72"/>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73"/>
          <p:cNvSpPr txBox="1"/>
          <p:nvPr>
            <p:ph type="title"/>
          </p:nvPr>
        </p:nvSpPr>
        <p:spPr>
          <a:xfrm>
            <a:off x="3962400" y="168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Feature detection</a:t>
            </a:r>
            <a:endParaRPr/>
          </a:p>
        </p:txBody>
      </p:sp>
      <p:grpSp>
        <p:nvGrpSpPr>
          <p:cNvPr id="405" name="Google Shape;405;p73"/>
          <p:cNvGrpSpPr/>
          <p:nvPr/>
        </p:nvGrpSpPr>
        <p:grpSpPr>
          <a:xfrm>
            <a:off x="7873999" y="4784725"/>
            <a:ext cx="8464553" cy="7423152"/>
            <a:chOff x="-1" y="-1"/>
            <a:chExt cx="8464552" cy="7423151"/>
          </a:xfrm>
        </p:grpSpPr>
        <p:pic>
          <p:nvPicPr>
            <p:cNvPr descr="vgasull_23497540" id="406" name="Google Shape;406;p73"/>
            <p:cNvPicPr preferRelativeResize="0"/>
            <p:nvPr/>
          </p:nvPicPr>
          <p:blipFill rotWithShape="1">
            <a:blip r:embed="rId3">
              <a:alphaModFix/>
            </a:blip>
            <a:srcRect b="0" l="0" r="0" t="0"/>
            <a:stretch/>
          </p:blipFill>
          <p:spPr>
            <a:xfrm>
              <a:off x="1953993" y="6305553"/>
              <a:ext cx="1491315" cy="1117597"/>
            </a:xfrm>
            <a:prstGeom prst="rect">
              <a:avLst/>
            </a:prstGeom>
            <a:noFill/>
            <a:ln>
              <a:noFill/>
            </a:ln>
          </p:spPr>
        </p:pic>
        <p:pic>
          <p:nvPicPr>
            <p:cNvPr descr="vgasull_25138094" id="407" name="Google Shape;407;p73"/>
            <p:cNvPicPr preferRelativeResize="0"/>
            <p:nvPr/>
          </p:nvPicPr>
          <p:blipFill rotWithShape="1">
            <a:blip r:embed="rId4">
              <a:alphaModFix/>
            </a:blip>
            <a:srcRect b="0" l="0" r="0" t="0"/>
            <a:stretch/>
          </p:blipFill>
          <p:spPr>
            <a:xfrm>
              <a:off x="6779076" y="804174"/>
              <a:ext cx="1491315" cy="1117598"/>
            </a:xfrm>
            <a:prstGeom prst="rect">
              <a:avLst/>
            </a:prstGeom>
            <a:noFill/>
            <a:ln>
              <a:noFill/>
            </a:ln>
          </p:spPr>
        </p:pic>
        <p:pic>
          <p:nvPicPr>
            <p:cNvPr descr="12537899@N00_61998638" id="408" name="Google Shape;408;p73"/>
            <p:cNvPicPr preferRelativeResize="0"/>
            <p:nvPr/>
          </p:nvPicPr>
          <p:blipFill rotWithShape="1">
            <a:blip r:embed="rId5">
              <a:alphaModFix/>
            </a:blip>
            <a:srcRect b="0" l="0" r="0" t="0"/>
            <a:stretch/>
          </p:blipFill>
          <p:spPr>
            <a:xfrm>
              <a:off x="-1" y="5505503"/>
              <a:ext cx="1491315" cy="1117597"/>
            </a:xfrm>
            <a:prstGeom prst="rect">
              <a:avLst/>
            </a:prstGeom>
            <a:noFill/>
            <a:ln>
              <a:noFill/>
            </a:ln>
          </p:spPr>
        </p:pic>
        <p:pic>
          <p:nvPicPr>
            <p:cNvPr descr="amos_33004438" id="409" name="Google Shape;409;p73"/>
            <p:cNvPicPr preferRelativeResize="0"/>
            <p:nvPr/>
          </p:nvPicPr>
          <p:blipFill rotWithShape="1">
            <a:blip r:embed="rId6">
              <a:alphaModFix/>
            </a:blip>
            <a:srcRect b="0" l="0" r="0" t="0"/>
            <a:stretch/>
          </p:blipFill>
          <p:spPr>
            <a:xfrm>
              <a:off x="1838323" y="-1"/>
              <a:ext cx="1491315" cy="1117598"/>
            </a:xfrm>
            <a:prstGeom prst="rect">
              <a:avLst/>
            </a:prstGeom>
            <a:noFill/>
            <a:ln>
              <a:noFill/>
            </a:ln>
          </p:spPr>
        </p:pic>
        <p:pic>
          <p:nvPicPr>
            <p:cNvPr descr="antmoose_35893232" id="410" name="Google Shape;410;p73"/>
            <p:cNvPicPr preferRelativeResize="0"/>
            <p:nvPr/>
          </p:nvPicPr>
          <p:blipFill rotWithShape="1">
            <a:blip r:embed="rId7">
              <a:alphaModFix/>
            </a:blip>
            <a:srcRect b="0" l="0" r="0" t="0"/>
            <a:stretch/>
          </p:blipFill>
          <p:spPr>
            <a:xfrm>
              <a:off x="227208" y="1604225"/>
              <a:ext cx="1495446" cy="1117597"/>
            </a:xfrm>
            <a:prstGeom prst="rect">
              <a:avLst/>
            </a:prstGeom>
            <a:noFill/>
            <a:ln>
              <a:noFill/>
            </a:ln>
          </p:spPr>
        </p:pic>
        <p:pic>
          <p:nvPicPr>
            <p:cNvPr descr="brodo_1608728" id="411" name="Google Shape;411;p73"/>
            <p:cNvPicPr preferRelativeResize="0"/>
            <p:nvPr/>
          </p:nvPicPr>
          <p:blipFill rotWithShape="1">
            <a:blip r:embed="rId8">
              <a:alphaModFix/>
            </a:blip>
            <a:srcRect b="0" l="0" r="0" t="0"/>
            <a:stretch/>
          </p:blipFill>
          <p:spPr>
            <a:xfrm>
              <a:off x="3903855" y="5963263"/>
              <a:ext cx="1495446" cy="1117598"/>
            </a:xfrm>
            <a:prstGeom prst="rect">
              <a:avLst/>
            </a:prstGeom>
            <a:noFill/>
            <a:ln>
              <a:noFill/>
            </a:ln>
          </p:spPr>
        </p:pic>
        <p:pic>
          <p:nvPicPr>
            <p:cNvPr descr="daryoush_66536317" id="412" name="Google Shape;412;p73"/>
            <p:cNvPicPr preferRelativeResize="0"/>
            <p:nvPr/>
          </p:nvPicPr>
          <p:blipFill rotWithShape="1">
            <a:blip r:embed="rId9">
              <a:alphaModFix/>
            </a:blip>
            <a:srcRect b="0" l="0" r="0" t="0"/>
            <a:stretch/>
          </p:blipFill>
          <p:spPr>
            <a:xfrm>
              <a:off x="6890615" y="2292928"/>
              <a:ext cx="1495446" cy="1117597"/>
            </a:xfrm>
            <a:prstGeom prst="rect">
              <a:avLst/>
            </a:prstGeom>
            <a:noFill/>
            <a:ln>
              <a:noFill/>
            </a:ln>
          </p:spPr>
        </p:pic>
        <p:pic>
          <p:nvPicPr>
            <p:cNvPr descr="ekenzie_18947135" id="413" name="Google Shape;413;p73"/>
            <p:cNvPicPr preferRelativeResize="0"/>
            <p:nvPr/>
          </p:nvPicPr>
          <p:blipFill rotWithShape="1">
            <a:blip r:embed="rId10">
              <a:alphaModFix/>
            </a:blip>
            <a:srcRect b="0" l="0" r="0" t="0"/>
            <a:stretch/>
          </p:blipFill>
          <p:spPr>
            <a:xfrm>
              <a:off x="5973518" y="5847792"/>
              <a:ext cx="1003849" cy="1492879"/>
            </a:xfrm>
            <a:prstGeom prst="rect">
              <a:avLst/>
            </a:prstGeom>
            <a:noFill/>
            <a:ln>
              <a:noFill/>
            </a:ln>
          </p:spPr>
        </p:pic>
        <p:pic>
          <p:nvPicPr>
            <p:cNvPr descr="ewanmcdowall_60821586" id="414" name="Google Shape;414;p73"/>
            <p:cNvPicPr preferRelativeResize="0"/>
            <p:nvPr/>
          </p:nvPicPr>
          <p:blipFill rotWithShape="1">
            <a:blip r:embed="rId11">
              <a:alphaModFix/>
            </a:blip>
            <a:srcRect b="0" l="0" r="0" t="0"/>
            <a:stretch/>
          </p:blipFill>
          <p:spPr>
            <a:xfrm>
              <a:off x="2412541" y="3897153"/>
              <a:ext cx="1491315" cy="1117598"/>
            </a:xfrm>
            <a:prstGeom prst="rect">
              <a:avLst/>
            </a:prstGeom>
            <a:noFill/>
            <a:ln>
              <a:noFill/>
            </a:ln>
          </p:spPr>
        </p:pic>
        <p:pic>
          <p:nvPicPr>
            <p:cNvPr descr="gauiscaecilius_668314" id="415" name="Google Shape;415;p73"/>
            <p:cNvPicPr preferRelativeResize="0"/>
            <p:nvPr/>
          </p:nvPicPr>
          <p:blipFill rotWithShape="1">
            <a:blip r:embed="rId12">
              <a:alphaModFix/>
            </a:blip>
            <a:srcRect b="0" l="0" r="0" t="0"/>
            <a:stretch/>
          </p:blipFill>
          <p:spPr>
            <a:xfrm>
              <a:off x="4593743" y="1950638"/>
              <a:ext cx="1495446" cy="1117598"/>
            </a:xfrm>
            <a:prstGeom prst="rect">
              <a:avLst/>
            </a:prstGeom>
            <a:noFill/>
            <a:ln>
              <a:noFill/>
            </a:ln>
          </p:spPr>
        </p:pic>
        <p:pic>
          <p:nvPicPr>
            <p:cNvPr descr="kurtnaks_31263284" id="416" name="Google Shape;416;p73"/>
            <p:cNvPicPr preferRelativeResize="0"/>
            <p:nvPr/>
          </p:nvPicPr>
          <p:blipFill rotWithShape="1">
            <a:blip r:embed="rId13">
              <a:alphaModFix/>
            </a:blip>
            <a:srcRect b="0" l="0" r="0" t="0"/>
            <a:stretch/>
          </p:blipFill>
          <p:spPr>
            <a:xfrm>
              <a:off x="574217" y="3323921"/>
              <a:ext cx="995588" cy="1492879"/>
            </a:xfrm>
            <a:prstGeom prst="rect">
              <a:avLst/>
            </a:prstGeom>
            <a:noFill/>
            <a:ln>
              <a:noFill/>
            </a:ln>
          </p:spPr>
        </p:pic>
        <p:pic>
          <p:nvPicPr>
            <p:cNvPr descr="kurtnaks_31264738" id="417" name="Google Shape;417;p73"/>
            <p:cNvPicPr preferRelativeResize="0"/>
            <p:nvPr/>
          </p:nvPicPr>
          <p:blipFill rotWithShape="1">
            <a:blip r:embed="rId14">
              <a:alphaModFix/>
            </a:blip>
            <a:srcRect b="0" l="0" r="0" t="0"/>
            <a:stretch/>
          </p:blipFill>
          <p:spPr>
            <a:xfrm>
              <a:off x="7464832" y="5847792"/>
              <a:ext cx="999719" cy="1492879"/>
            </a:xfrm>
            <a:prstGeom prst="rect">
              <a:avLst/>
            </a:prstGeom>
            <a:noFill/>
            <a:ln>
              <a:noFill/>
            </a:ln>
          </p:spPr>
        </p:pic>
        <p:pic>
          <p:nvPicPr>
            <p:cNvPr descr="kurtnaks_31268253" id="418" name="Google Shape;418;p73"/>
            <p:cNvPicPr preferRelativeResize="0"/>
            <p:nvPr/>
          </p:nvPicPr>
          <p:blipFill rotWithShape="1">
            <a:blip r:embed="rId15">
              <a:alphaModFix/>
            </a:blip>
            <a:srcRect b="0" l="0" r="0" t="0"/>
            <a:stretch/>
          </p:blipFill>
          <p:spPr>
            <a:xfrm>
              <a:off x="4593743" y="573232"/>
              <a:ext cx="1495446" cy="998002"/>
            </a:xfrm>
            <a:prstGeom prst="rect">
              <a:avLst/>
            </a:prstGeom>
            <a:noFill/>
            <a:ln>
              <a:noFill/>
            </a:ln>
          </p:spPr>
        </p:pic>
        <p:pic>
          <p:nvPicPr>
            <p:cNvPr descr="mrjennings_23299087" id="419" name="Google Shape;419;p73"/>
            <p:cNvPicPr preferRelativeResize="0"/>
            <p:nvPr/>
          </p:nvPicPr>
          <p:blipFill rotWithShape="1">
            <a:blip r:embed="rId16">
              <a:alphaModFix/>
            </a:blip>
            <a:srcRect b="0" l="0" r="0" t="0"/>
            <a:stretch/>
          </p:blipFill>
          <p:spPr>
            <a:xfrm>
              <a:off x="4825082" y="3785806"/>
              <a:ext cx="1119520" cy="1488755"/>
            </a:xfrm>
            <a:prstGeom prst="rect">
              <a:avLst/>
            </a:prstGeom>
            <a:noFill/>
            <a:ln>
              <a:noFill/>
            </a:ln>
          </p:spPr>
        </p:pic>
        <p:pic>
          <p:nvPicPr>
            <p:cNvPr descr="mrjennings_62624466" id="420" name="Google Shape;420;p73"/>
            <p:cNvPicPr preferRelativeResize="0"/>
            <p:nvPr/>
          </p:nvPicPr>
          <p:blipFill rotWithShape="1">
            <a:blip r:embed="rId17">
              <a:alphaModFix/>
            </a:blip>
            <a:srcRect b="0" l="0" r="0" t="0"/>
            <a:stretch/>
          </p:blipFill>
          <p:spPr>
            <a:xfrm>
              <a:off x="6663406" y="4012624"/>
              <a:ext cx="1491315" cy="1117598"/>
            </a:xfrm>
            <a:prstGeom prst="rect">
              <a:avLst/>
            </a:prstGeom>
            <a:noFill/>
            <a:ln>
              <a:noFill/>
            </a:ln>
          </p:spPr>
        </p:pic>
        <p:pic>
          <p:nvPicPr>
            <p:cNvPr descr="mscolly_8512764" id="421" name="Google Shape;421;p73"/>
            <p:cNvPicPr preferRelativeResize="0"/>
            <p:nvPr/>
          </p:nvPicPr>
          <p:blipFill rotWithShape="1">
            <a:blip r:embed="rId18">
              <a:alphaModFix/>
            </a:blip>
            <a:srcRect b="0" l="0" r="0" t="0"/>
            <a:stretch/>
          </p:blipFill>
          <p:spPr>
            <a:xfrm>
              <a:off x="2528210" y="1604225"/>
              <a:ext cx="1119520" cy="1492879"/>
            </a:xfrm>
            <a:prstGeom prst="rect">
              <a:avLst/>
            </a:prstGeom>
            <a:noFill/>
            <a:ln>
              <a:noFill/>
            </a:ln>
          </p:spPr>
        </p:pic>
      </p:grpSp>
      <p:sp>
        <p:nvSpPr>
          <p:cNvPr id="422" name="Google Shape;422;p73"/>
          <p:cNvSpPr txBox="1"/>
          <p:nvPr/>
        </p:nvSpPr>
        <p:spPr>
          <a:xfrm>
            <a:off x="5816600" y="2330450"/>
            <a:ext cx="15238288" cy="1836695"/>
          </a:xfrm>
          <a:prstGeom prst="rect">
            <a:avLst/>
          </a:prstGeom>
          <a:noFill/>
          <a:ln>
            <a:noFill/>
          </a:ln>
        </p:spPr>
        <p:txBody>
          <a:bodyPr anchorCtr="0" anchor="t" bIns="91425" lIns="91425" spcFirstLastPara="1" rIns="91425" wrap="square" tIns="91425">
            <a:spAutoFit/>
          </a:bodyPr>
          <a:lstStyle/>
          <a:p>
            <a:pPr indent="-635000" lvl="0" marL="635000" marR="0" rtl="0" algn="l">
              <a:lnSpc>
                <a:spcPct val="110000"/>
              </a:lnSpc>
              <a:spcBef>
                <a:spcPts val="0"/>
              </a:spcBef>
              <a:spcAft>
                <a:spcPts val="0"/>
              </a:spcAft>
              <a:buClr>
                <a:srgbClr val="000000"/>
              </a:buClr>
              <a:buSzPts val="6000"/>
              <a:buFont typeface="Helvetica Neue"/>
              <a:buChar char="•"/>
            </a:pPr>
            <a:r>
              <a:rPr b="0" i="0" lang="en-US" sz="4800" u="none" cap="none" strike="noStrike">
                <a:solidFill>
                  <a:srgbClr val="000000"/>
                </a:solidFill>
                <a:latin typeface="Helvetica Neue"/>
                <a:ea typeface="Helvetica Neue"/>
                <a:cs typeface="Helvetica Neue"/>
                <a:sym typeface="Helvetica Neue"/>
              </a:rPr>
              <a:t>Same process as with homography estimation</a:t>
            </a:r>
            <a:endParaRPr/>
          </a:p>
          <a:p>
            <a:pPr indent="-635000" lvl="0" marL="635000" marR="0" rtl="0" algn="l">
              <a:lnSpc>
                <a:spcPct val="110000"/>
              </a:lnSpc>
              <a:spcBef>
                <a:spcPts val="1200"/>
              </a:spcBef>
              <a:spcAft>
                <a:spcPts val="0"/>
              </a:spcAft>
              <a:buClr>
                <a:srgbClr val="000000"/>
              </a:buClr>
              <a:buSzPts val="6000"/>
              <a:buFont typeface="Helvetica Neue"/>
              <a:buChar char="•"/>
            </a:pPr>
            <a:r>
              <a:rPr b="0" i="0" lang="en-US" sz="4800" u="none" cap="none" strike="noStrike">
                <a:solidFill>
                  <a:srgbClr val="000000"/>
                </a:solidFill>
                <a:latin typeface="Helvetica Neue"/>
                <a:ea typeface="Helvetica Neue"/>
                <a:cs typeface="Helvetica Neue"/>
                <a:sym typeface="Helvetica Neue"/>
              </a:rPr>
              <a:t>Detect features using SIFT</a:t>
            </a:r>
            <a:endParaRPr/>
          </a:p>
        </p:txBody>
      </p:sp>
      <p:sp>
        <p:nvSpPr>
          <p:cNvPr id="423" name="Google Shape;423;p73"/>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424" name="Google Shape;424;p73"/>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cxnSp>
        <p:nvCxnSpPr>
          <p:cNvPr id="429" name="Google Shape;429;p74"/>
          <p:cNvCxnSpPr/>
          <p:nvPr/>
        </p:nvCxnSpPr>
        <p:spPr>
          <a:xfrm rot="10800000">
            <a:off x="9118599" y="8931276"/>
            <a:ext cx="6664327" cy="2590800"/>
          </a:xfrm>
          <a:prstGeom prst="straightConnector1">
            <a:avLst/>
          </a:prstGeom>
          <a:noFill/>
          <a:ln cap="flat" cmpd="sng" w="63500">
            <a:solidFill>
              <a:srgbClr val="000000"/>
            </a:solidFill>
            <a:prstDash val="solid"/>
            <a:round/>
            <a:headEnd len="sm" w="sm" type="none"/>
            <a:tailEnd len="sm" w="sm" type="none"/>
          </a:ln>
        </p:spPr>
      </p:cxnSp>
      <p:sp>
        <p:nvSpPr>
          <p:cNvPr id="430" name="Google Shape;430;p74"/>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Feature matching</a:t>
            </a:r>
            <a:endParaRPr/>
          </a:p>
        </p:txBody>
      </p:sp>
      <p:sp>
        <p:nvSpPr>
          <p:cNvPr id="431" name="Google Shape;431;p74"/>
          <p:cNvSpPr txBox="1"/>
          <p:nvPr>
            <p:ph idx="1" type="body"/>
          </p:nvPr>
        </p:nvSpPr>
        <p:spPr>
          <a:xfrm>
            <a:off x="5894387" y="2711450"/>
            <a:ext cx="12595226" cy="1177927"/>
          </a:xfrm>
          <a:prstGeom prst="rect">
            <a:avLst/>
          </a:prstGeom>
          <a:noFill/>
          <a:ln>
            <a:noFill/>
          </a:ln>
        </p:spPr>
        <p:txBody>
          <a:bodyPr anchorCtr="0" anchor="t" bIns="91425" lIns="91425" spcFirstLastPara="1" rIns="91425" wrap="square" tIns="91425">
            <a:normAutofit/>
          </a:bodyPr>
          <a:lstStyle/>
          <a:p>
            <a:pPr indent="-685800" lvl="0" marL="685800" marR="0" rtl="0" algn="ctr">
              <a:lnSpc>
                <a:spcPct val="100000"/>
              </a:lnSpc>
              <a:spcBef>
                <a:spcPts val="0"/>
              </a:spcBef>
              <a:spcAft>
                <a:spcPts val="0"/>
              </a:spcAft>
              <a:buClr>
                <a:srgbClr val="000000"/>
              </a:buClr>
              <a:buSzPts val="4800"/>
              <a:buFont typeface="Arial"/>
              <a:buNone/>
            </a:pPr>
            <a:r>
              <a:rPr lang="en-US" sz="4800"/>
              <a:t>Match features between each pair of images</a:t>
            </a:r>
            <a:endParaRPr/>
          </a:p>
        </p:txBody>
      </p:sp>
      <p:grpSp>
        <p:nvGrpSpPr>
          <p:cNvPr id="432" name="Google Shape;432;p74"/>
          <p:cNvGrpSpPr/>
          <p:nvPr/>
        </p:nvGrpSpPr>
        <p:grpSpPr>
          <a:xfrm>
            <a:off x="7873999" y="4791075"/>
            <a:ext cx="8464553" cy="7423152"/>
            <a:chOff x="-1" y="-1"/>
            <a:chExt cx="8464552" cy="7423151"/>
          </a:xfrm>
        </p:grpSpPr>
        <p:cxnSp>
          <p:nvCxnSpPr>
            <p:cNvPr id="433" name="Google Shape;433;p74"/>
            <p:cNvCxnSpPr/>
            <p:nvPr/>
          </p:nvCxnSpPr>
          <p:spPr>
            <a:xfrm flipH="1">
              <a:off x="7427654" y="2820796"/>
              <a:ext cx="99145" cy="1793927"/>
            </a:xfrm>
            <a:prstGeom prst="straightConnector1">
              <a:avLst/>
            </a:prstGeom>
            <a:noFill/>
            <a:ln cap="flat" cmpd="sng" w="63500">
              <a:solidFill>
                <a:srgbClr val="000000"/>
              </a:solidFill>
              <a:prstDash val="solid"/>
              <a:round/>
              <a:headEnd len="sm" w="sm" type="none"/>
              <a:tailEnd len="sm" w="sm" type="none"/>
            </a:ln>
          </p:spPr>
        </p:cxnSp>
        <p:cxnSp>
          <p:nvCxnSpPr>
            <p:cNvPr id="434" name="Google Shape;434;p74"/>
            <p:cNvCxnSpPr/>
            <p:nvPr/>
          </p:nvCxnSpPr>
          <p:spPr>
            <a:xfrm>
              <a:off x="7328507" y="4713700"/>
              <a:ext cx="495727" cy="1798051"/>
            </a:xfrm>
            <a:prstGeom prst="straightConnector1">
              <a:avLst/>
            </a:prstGeom>
            <a:noFill/>
            <a:ln cap="flat" cmpd="sng" w="63500">
              <a:solidFill>
                <a:srgbClr val="000000"/>
              </a:solidFill>
              <a:prstDash val="solid"/>
              <a:round/>
              <a:headEnd len="sm" w="sm" type="none"/>
              <a:tailEnd len="sm" w="sm" type="none"/>
            </a:ln>
          </p:spPr>
        </p:cxnSp>
        <p:cxnSp>
          <p:nvCxnSpPr>
            <p:cNvPr id="435" name="Google Shape;435;p74"/>
            <p:cNvCxnSpPr/>
            <p:nvPr/>
          </p:nvCxnSpPr>
          <p:spPr>
            <a:xfrm flipH="1" rot="10800000">
              <a:off x="3127215" y="2486756"/>
              <a:ext cx="2396017" cy="1930019"/>
            </a:xfrm>
            <a:prstGeom prst="straightConnector1">
              <a:avLst/>
            </a:prstGeom>
            <a:noFill/>
            <a:ln cap="flat" cmpd="sng" w="63500">
              <a:solidFill>
                <a:srgbClr val="000000"/>
              </a:solidFill>
              <a:prstDash val="solid"/>
              <a:round/>
              <a:headEnd len="sm" w="sm" type="none"/>
              <a:tailEnd len="sm" w="sm" type="none"/>
            </a:ln>
          </p:spPr>
        </p:cxnSp>
        <p:cxnSp>
          <p:nvCxnSpPr>
            <p:cNvPr id="436" name="Google Shape;436;p74"/>
            <p:cNvCxnSpPr/>
            <p:nvPr/>
          </p:nvCxnSpPr>
          <p:spPr>
            <a:xfrm>
              <a:off x="5527363" y="2519747"/>
              <a:ext cx="1995305" cy="164959"/>
            </a:xfrm>
            <a:prstGeom prst="straightConnector1">
              <a:avLst/>
            </a:prstGeom>
            <a:noFill/>
            <a:ln cap="flat" cmpd="sng" w="63500">
              <a:solidFill>
                <a:srgbClr val="000000"/>
              </a:solidFill>
              <a:prstDash val="solid"/>
              <a:round/>
              <a:headEnd len="sm" w="sm" type="none"/>
              <a:tailEnd len="sm" w="sm" type="none"/>
            </a:ln>
          </p:spPr>
        </p:cxnSp>
        <p:cxnSp>
          <p:nvCxnSpPr>
            <p:cNvPr id="437" name="Google Shape;437;p74"/>
            <p:cNvCxnSpPr/>
            <p:nvPr/>
          </p:nvCxnSpPr>
          <p:spPr>
            <a:xfrm>
              <a:off x="2528211" y="573231"/>
              <a:ext cx="685756" cy="1950640"/>
            </a:xfrm>
            <a:prstGeom prst="straightConnector1">
              <a:avLst/>
            </a:prstGeom>
            <a:noFill/>
            <a:ln cap="flat" cmpd="sng" w="63500">
              <a:solidFill>
                <a:srgbClr val="000000"/>
              </a:solidFill>
              <a:prstDash val="solid"/>
              <a:round/>
              <a:headEnd len="sm" w="sm" type="none"/>
              <a:tailEnd len="sm" w="sm" type="none"/>
            </a:ln>
          </p:spPr>
        </p:cxnSp>
        <p:cxnSp>
          <p:nvCxnSpPr>
            <p:cNvPr id="438" name="Google Shape;438;p74"/>
            <p:cNvCxnSpPr/>
            <p:nvPr/>
          </p:nvCxnSpPr>
          <p:spPr>
            <a:xfrm>
              <a:off x="2528211" y="573231"/>
              <a:ext cx="574216" cy="4012626"/>
            </a:xfrm>
            <a:prstGeom prst="straightConnector1">
              <a:avLst/>
            </a:prstGeom>
            <a:noFill/>
            <a:ln cap="flat" cmpd="sng" w="63500">
              <a:solidFill>
                <a:srgbClr val="000000"/>
              </a:solidFill>
              <a:prstDash val="solid"/>
              <a:round/>
              <a:headEnd len="sm" w="sm" type="none"/>
              <a:tailEnd len="sm" w="sm" type="none"/>
            </a:ln>
          </p:spPr>
        </p:cxnSp>
        <p:cxnSp>
          <p:nvCxnSpPr>
            <p:cNvPr id="439" name="Google Shape;439;p74"/>
            <p:cNvCxnSpPr/>
            <p:nvPr/>
          </p:nvCxnSpPr>
          <p:spPr>
            <a:xfrm flipH="1">
              <a:off x="3102429" y="2523871"/>
              <a:ext cx="111539" cy="2061987"/>
            </a:xfrm>
            <a:prstGeom prst="straightConnector1">
              <a:avLst/>
            </a:prstGeom>
            <a:noFill/>
            <a:ln cap="flat" cmpd="sng" w="63500">
              <a:solidFill>
                <a:srgbClr val="000000"/>
              </a:solidFill>
              <a:prstDash val="solid"/>
              <a:round/>
              <a:headEnd len="sm" w="sm" type="none"/>
              <a:tailEnd len="sm" w="sm" type="none"/>
            </a:ln>
          </p:spPr>
        </p:cxnSp>
        <p:cxnSp>
          <p:nvCxnSpPr>
            <p:cNvPr id="440" name="Google Shape;440;p74"/>
            <p:cNvCxnSpPr/>
            <p:nvPr/>
          </p:nvCxnSpPr>
          <p:spPr>
            <a:xfrm>
              <a:off x="917096" y="3897153"/>
              <a:ext cx="2185332" cy="688703"/>
            </a:xfrm>
            <a:prstGeom prst="straightConnector1">
              <a:avLst/>
            </a:prstGeom>
            <a:noFill/>
            <a:ln cap="flat" cmpd="sng" w="63500">
              <a:solidFill>
                <a:srgbClr val="000000"/>
              </a:solidFill>
              <a:prstDash val="solid"/>
              <a:round/>
              <a:headEnd len="sm" w="sm" type="none"/>
              <a:tailEnd len="sm" w="sm" type="none"/>
            </a:ln>
          </p:spPr>
        </p:cxnSp>
        <p:cxnSp>
          <p:nvCxnSpPr>
            <p:cNvPr id="441" name="Google Shape;441;p74"/>
            <p:cNvCxnSpPr/>
            <p:nvPr/>
          </p:nvCxnSpPr>
          <p:spPr>
            <a:xfrm>
              <a:off x="917096" y="6078734"/>
              <a:ext cx="1953992" cy="800052"/>
            </a:xfrm>
            <a:prstGeom prst="straightConnector1">
              <a:avLst/>
            </a:prstGeom>
            <a:noFill/>
            <a:ln cap="flat" cmpd="sng" w="63500">
              <a:solidFill>
                <a:srgbClr val="000000"/>
              </a:solidFill>
              <a:prstDash val="solid"/>
              <a:round/>
              <a:headEnd len="sm" w="sm" type="none"/>
              <a:tailEnd len="sm" w="sm" type="none"/>
            </a:ln>
          </p:spPr>
        </p:cxnSp>
        <p:cxnSp>
          <p:nvCxnSpPr>
            <p:cNvPr id="442" name="Google Shape;442;p74"/>
            <p:cNvCxnSpPr/>
            <p:nvPr/>
          </p:nvCxnSpPr>
          <p:spPr>
            <a:xfrm flipH="1">
              <a:off x="1264106" y="915521"/>
              <a:ext cx="4250865" cy="3097103"/>
            </a:xfrm>
            <a:prstGeom prst="straightConnector1">
              <a:avLst/>
            </a:prstGeom>
            <a:noFill/>
            <a:ln cap="flat" cmpd="sng" w="63500">
              <a:solidFill>
                <a:srgbClr val="000000"/>
              </a:solidFill>
              <a:prstDash val="solid"/>
              <a:round/>
              <a:headEnd len="sm" w="sm" type="none"/>
              <a:tailEnd len="sm" w="sm" type="none"/>
            </a:ln>
          </p:spPr>
        </p:cxnSp>
        <p:cxnSp>
          <p:nvCxnSpPr>
            <p:cNvPr id="443" name="Google Shape;443;p74"/>
            <p:cNvCxnSpPr/>
            <p:nvPr/>
          </p:nvCxnSpPr>
          <p:spPr>
            <a:xfrm>
              <a:off x="4709413" y="6421024"/>
              <a:ext cx="1953992" cy="230943"/>
            </a:xfrm>
            <a:prstGeom prst="straightConnector1">
              <a:avLst/>
            </a:prstGeom>
            <a:noFill/>
            <a:ln cap="flat" cmpd="sng" w="63500">
              <a:solidFill>
                <a:srgbClr val="000000"/>
              </a:solidFill>
              <a:prstDash val="solid"/>
              <a:round/>
              <a:headEnd len="sm" w="sm" type="none"/>
              <a:tailEnd len="sm" w="sm" type="none"/>
            </a:ln>
          </p:spPr>
        </p:cxnSp>
        <p:cxnSp>
          <p:nvCxnSpPr>
            <p:cNvPr id="444" name="Google Shape;444;p74"/>
            <p:cNvCxnSpPr/>
            <p:nvPr/>
          </p:nvCxnSpPr>
          <p:spPr>
            <a:xfrm>
              <a:off x="1032765" y="4243567"/>
              <a:ext cx="5630642" cy="2408401"/>
            </a:xfrm>
            <a:prstGeom prst="straightConnector1">
              <a:avLst/>
            </a:prstGeom>
            <a:noFill/>
            <a:ln cap="flat" cmpd="sng" w="63500">
              <a:solidFill>
                <a:srgbClr val="000000"/>
              </a:solidFill>
              <a:prstDash val="solid"/>
              <a:round/>
              <a:headEnd len="sm" w="sm" type="none"/>
              <a:tailEnd len="sm" w="sm" type="none"/>
            </a:ln>
          </p:spPr>
        </p:cxnSp>
        <p:cxnSp>
          <p:nvCxnSpPr>
            <p:cNvPr id="445" name="Google Shape;445;p74"/>
            <p:cNvCxnSpPr/>
            <p:nvPr/>
          </p:nvCxnSpPr>
          <p:spPr>
            <a:xfrm flipH="1" rot="10800000">
              <a:off x="689887" y="4585858"/>
              <a:ext cx="2296871" cy="1261935"/>
            </a:xfrm>
            <a:prstGeom prst="straightConnector1">
              <a:avLst/>
            </a:prstGeom>
            <a:noFill/>
            <a:ln cap="flat" cmpd="sng" w="63500">
              <a:solidFill>
                <a:srgbClr val="000000"/>
              </a:solidFill>
              <a:prstDash val="solid"/>
              <a:round/>
              <a:headEnd len="sm" w="sm" type="none"/>
              <a:tailEnd len="sm" w="sm" type="none"/>
            </a:ln>
          </p:spPr>
        </p:cxnSp>
        <p:cxnSp>
          <p:nvCxnSpPr>
            <p:cNvPr id="446" name="Google Shape;446;p74"/>
            <p:cNvCxnSpPr/>
            <p:nvPr/>
          </p:nvCxnSpPr>
          <p:spPr>
            <a:xfrm flipH="1" rot="10800000">
              <a:off x="4709412" y="4585859"/>
              <a:ext cx="2643881" cy="1835166"/>
            </a:xfrm>
            <a:prstGeom prst="straightConnector1">
              <a:avLst/>
            </a:prstGeom>
            <a:noFill/>
            <a:ln cap="flat" cmpd="sng" w="63500">
              <a:solidFill>
                <a:srgbClr val="000000"/>
              </a:solidFill>
              <a:prstDash val="solid"/>
              <a:round/>
              <a:headEnd len="sm" w="sm" type="none"/>
              <a:tailEnd len="sm" w="sm" type="none"/>
            </a:ln>
          </p:spPr>
        </p:cxnSp>
        <p:cxnSp>
          <p:nvCxnSpPr>
            <p:cNvPr id="447" name="Google Shape;447;p74"/>
            <p:cNvCxnSpPr/>
            <p:nvPr/>
          </p:nvCxnSpPr>
          <p:spPr>
            <a:xfrm flipH="1" rot="10800000">
              <a:off x="5283630" y="1377407"/>
              <a:ext cx="1838323" cy="1030993"/>
            </a:xfrm>
            <a:prstGeom prst="straightConnector1">
              <a:avLst/>
            </a:prstGeom>
            <a:noFill/>
            <a:ln cap="flat" cmpd="sng" w="63500">
              <a:solidFill>
                <a:srgbClr val="000000"/>
              </a:solidFill>
              <a:prstDash val="solid"/>
              <a:round/>
              <a:headEnd len="sm" w="sm" type="none"/>
              <a:tailEnd len="sm" w="sm" type="none"/>
            </a:ln>
          </p:spPr>
        </p:cxnSp>
        <p:cxnSp>
          <p:nvCxnSpPr>
            <p:cNvPr id="448" name="Google Shape;448;p74"/>
            <p:cNvCxnSpPr/>
            <p:nvPr/>
          </p:nvCxnSpPr>
          <p:spPr>
            <a:xfrm rot="10800000">
              <a:off x="3213968" y="4359040"/>
              <a:ext cx="2185333" cy="111346"/>
            </a:xfrm>
            <a:prstGeom prst="straightConnector1">
              <a:avLst/>
            </a:prstGeom>
            <a:noFill/>
            <a:ln cap="flat" cmpd="sng" w="63500">
              <a:solidFill>
                <a:srgbClr val="000000"/>
              </a:solidFill>
              <a:prstDash val="solid"/>
              <a:round/>
              <a:headEnd len="sm" w="sm" type="none"/>
              <a:tailEnd len="sm" w="sm" type="none"/>
            </a:ln>
          </p:spPr>
        </p:cxnSp>
        <p:cxnSp>
          <p:nvCxnSpPr>
            <p:cNvPr id="449" name="Google Shape;449;p74"/>
            <p:cNvCxnSpPr/>
            <p:nvPr/>
          </p:nvCxnSpPr>
          <p:spPr>
            <a:xfrm flipH="1">
              <a:off x="2755420" y="2866160"/>
              <a:ext cx="4709413" cy="4012626"/>
            </a:xfrm>
            <a:prstGeom prst="straightConnector1">
              <a:avLst/>
            </a:prstGeom>
            <a:noFill/>
            <a:ln cap="flat" cmpd="sng" w="63500">
              <a:solidFill>
                <a:srgbClr val="000000"/>
              </a:solidFill>
              <a:prstDash val="solid"/>
              <a:round/>
              <a:headEnd len="sm" w="sm" type="none"/>
              <a:tailEnd len="sm" w="sm" type="none"/>
            </a:ln>
          </p:spPr>
        </p:cxnSp>
        <p:pic>
          <p:nvPicPr>
            <p:cNvPr descr="vgasull_23497540" id="450" name="Google Shape;450;p74"/>
            <p:cNvPicPr preferRelativeResize="0"/>
            <p:nvPr/>
          </p:nvPicPr>
          <p:blipFill rotWithShape="1">
            <a:blip r:embed="rId3">
              <a:alphaModFix/>
            </a:blip>
            <a:srcRect b="0" l="0" r="0" t="0"/>
            <a:stretch/>
          </p:blipFill>
          <p:spPr>
            <a:xfrm>
              <a:off x="1953993" y="6305553"/>
              <a:ext cx="1491315" cy="1117597"/>
            </a:xfrm>
            <a:prstGeom prst="rect">
              <a:avLst/>
            </a:prstGeom>
            <a:noFill/>
            <a:ln>
              <a:noFill/>
            </a:ln>
          </p:spPr>
        </p:pic>
        <p:pic>
          <p:nvPicPr>
            <p:cNvPr descr="vgasull_25138094" id="451" name="Google Shape;451;p74"/>
            <p:cNvPicPr preferRelativeResize="0"/>
            <p:nvPr/>
          </p:nvPicPr>
          <p:blipFill rotWithShape="1">
            <a:blip r:embed="rId4">
              <a:alphaModFix/>
            </a:blip>
            <a:srcRect b="0" l="0" r="0" t="0"/>
            <a:stretch/>
          </p:blipFill>
          <p:spPr>
            <a:xfrm>
              <a:off x="6779076" y="804174"/>
              <a:ext cx="1491315" cy="1117598"/>
            </a:xfrm>
            <a:prstGeom prst="rect">
              <a:avLst/>
            </a:prstGeom>
            <a:noFill/>
            <a:ln>
              <a:noFill/>
            </a:ln>
          </p:spPr>
        </p:pic>
        <p:pic>
          <p:nvPicPr>
            <p:cNvPr descr="12537899@N00_61998638" id="452" name="Google Shape;452;p74"/>
            <p:cNvPicPr preferRelativeResize="0"/>
            <p:nvPr/>
          </p:nvPicPr>
          <p:blipFill rotWithShape="1">
            <a:blip r:embed="rId5">
              <a:alphaModFix/>
            </a:blip>
            <a:srcRect b="0" l="0" r="0" t="0"/>
            <a:stretch/>
          </p:blipFill>
          <p:spPr>
            <a:xfrm>
              <a:off x="-1" y="5505503"/>
              <a:ext cx="1491315" cy="1117597"/>
            </a:xfrm>
            <a:prstGeom prst="rect">
              <a:avLst/>
            </a:prstGeom>
            <a:noFill/>
            <a:ln>
              <a:noFill/>
            </a:ln>
          </p:spPr>
        </p:pic>
        <p:pic>
          <p:nvPicPr>
            <p:cNvPr descr="amos_33004438" id="453" name="Google Shape;453;p74"/>
            <p:cNvPicPr preferRelativeResize="0"/>
            <p:nvPr/>
          </p:nvPicPr>
          <p:blipFill rotWithShape="1">
            <a:blip r:embed="rId6">
              <a:alphaModFix/>
            </a:blip>
            <a:srcRect b="0" l="0" r="0" t="0"/>
            <a:stretch/>
          </p:blipFill>
          <p:spPr>
            <a:xfrm>
              <a:off x="1838323" y="-1"/>
              <a:ext cx="1491315" cy="1117598"/>
            </a:xfrm>
            <a:prstGeom prst="rect">
              <a:avLst/>
            </a:prstGeom>
            <a:noFill/>
            <a:ln>
              <a:noFill/>
            </a:ln>
          </p:spPr>
        </p:pic>
        <p:pic>
          <p:nvPicPr>
            <p:cNvPr descr="antmoose_35893232" id="454" name="Google Shape;454;p74"/>
            <p:cNvPicPr preferRelativeResize="0"/>
            <p:nvPr/>
          </p:nvPicPr>
          <p:blipFill rotWithShape="1">
            <a:blip r:embed="rId7">
              <a:alphaModFix/>
            </a:blip>
            <a:srcRect b="0" l="0" r="0" t="0"/>
            <a:stretch/>
          </p:blipFill>
          <p:spPr>
            <a:xfrm>
              <a:off x="227208" y="1604225"/>
              <a:ext cx="1495446" cy="1117597"/>
            </a:xfrm>
            <a:prstGeom prst="rect">
              <a:avLst/>
            </a:prstGeom>
            <a:noFill/>
            <a:ln>
              <a:noFill/>
            </a:ln>
          </p:spPr>
        </p:pic>
        <p:pic>
          <p:nvPicPr>
            <p:cNvPr descr="brodo_1608728" id="455" name="Google Shape;455;p74"/>
            <p:cNvPicPr preferRelativeResize="0"/>
            <p:nvPr/>
          </p:nvPicPr>
          <p:blipFill rotWithShape="1">
            <a:blip r:embed="rId8">
              <a:alphaModFix/>
            </a:blip>
            <a:srcRect b="0" l="0" r="0" t="0"/>
            <a:stretch/>
          </p:blipFill>
          <p:spPr>
            <a:xfrm>
              <a:off x="3903855" y="5963263"/>
              <a:ext cx="1495446" cy="1117598"/>
            </a:xfrm>
            <a:prstGeom prst="rect">
              <a:avLst/>
            </a:prstGeom>
            <a:noFill/>
            <a:ln>
              <a:noFill/>
            </a:ln>
          </p:spPr>
        </p:pic>
        <p:pic>
          <p:nvPicPr>
            <p:cNvPr descr="daryoush_66536317" id="456" name="Google Shape;456;p74"/>
            <p:cNvPicPr preferRelativeResize="0"/>
            <p:nvPr/>
          </p:nvPicPr>
          <p:blipFill rotWithShape="1">
            <a:blip r:embed="rId9">
              <a:alphaModFix/>
            </a:blip>
            <a:srcRect b="0" l="0" r="0" t="0"/>
            <a:stretch/>
          </p:blipFill>
          <p:spPr>
            <a:xfrm>
              <a:off x="6890615" y="2292928"/>
              <a:ext cx="1495446" cy="1117597"/>
            </a:xfrm>
            <a:prstGeom prst="rect">
              <a:avLst/>
            </a:prstGeom>
            <a:noFill/>
            <a:ln>
              <a:noFill/>
            </a:ln>
          </p:spPr>
        </p:pic>
        <p:pic>
          <p:nvPicPr>
            <p:cNvPr descr="ekenzie_18947135" id="457" name="Google Shape;457;p74"/>
            <p:cNvPicPr preferRelativeResize="0"/>
            <p:nvPr/>
          </p:nvPicPr>
          <p:blipFill rotWithShape="1">
            <a:blip r:embed="rId10">
              <a:alphaModFix/>
            </a:blip>
            <a:srcRect b="0" l="0" r="0" t="0"/>
            <a:stretch/>
          </p:blipFill>
          <p:spPr>
            <a:xfrm>
              <a:off x="5973518" y="5847792"/>
              <a:ext cx="1003849" cy="1492879"/>
            </a:xfrm>
            <a:prstGeom prst="rect">
              <a:avLst/>
            </a:prstGeom>
            <a:noFill/>
            <a:ln>
              <a:noFill/>
            </a:ln>
          </p:spPr>
        </p:pic>
        <p:pic>
          <p:nvPicPr>
            <p:cNvPr descr="ewanmcdowall_60821586" id="458" name="Google Shape;458;p74"/>
            <p:cNvPicPr preferRelativeResize="0"/>
            <p:nvPr/>
          </p:nvPicPr>
          <p:blipFill rotWithShape="1">
            <a:blip r:embed="rId11">
              <a:alphaModFix/>
            </a:blip>
            <a:srcRect b="0" l="0" r="0" t="0"/>
            <a:stretch/>
          </p:blipFill>
          <p:spPr>
            <a:xfrm>
              <a:off x="2412541" y="3897153"/>
              <a:ext cx="1491315" cy="1117598"/>
            </a:xfrm>
            <a:prstGeom prst="rect">
              <a:avLst/>
            </a:prstGeom>
            <a:noFill/>
            <a:ln>
              <a:noFill/>
            </a:ln>
          </p:spPr>
        </p:pic>
        <p:pic>
          <p:nvPicPr>
            <p:cNvPr descr="gauiscaecilius_668314" id="459" name="Google Shape;459;p74"/>
            <p:cNvPicPr preferRelativeResize="0"/>
            <p:nvPr/>
          </p:nvPicPr>
          <p:blipFill rotWithShape="1">
            <a:blip r:embed="rId12">
              <a:alphaModFix/>
            </a:blip>
            <a:srcRect b="0" l="0" r="0" t="0"/>
            <a:stretch/>
          </p:blipFill>
          <p:spPr>
            <a:xfrm>
              <a:off x="4593743" y="1950638"/>
              <a:ext cx="1495446" cy="1117598"/>
            </a:xfrm>
            <a:prstGeom prst="rect">
              <a:avLst/>
            </a:prstGeom>
            <a:noFill/>
            <a:ln>
              <a:noFill/>
            </a:ln>
          </p:spPr>
        </p:pic>
        <p:pic>
          <p:nvPicPr>
            <p:cNvPr descr="kurtnaks_31263284" id="460" name="Google Shape;460;p74"/>
            <p:cNvPicPr preferRelativeResize="0"/>
            <p:nvPr/>
          </p:nvPicPr>
          <p:blipFill rotWithShape="1">
            <a:blip r:embed="rId13">
              <a:alphaModFix/>
            </a:blip>
            <a:srcRect b="0" l="0" r="0" t="0"/>
            <a:stretch/>
          </p:blipFill>
          <p:spPr>
            <a:xfrm>
              <a:off x="574217" y="3323921"/>
              <a:ext cx="995588" cy="1492879"/>
            </a:xfrm>
            <a:prstGeom prst="rect">
              <a:avLst/>
            </a:prstGeom>
            <a:noFill/>
            <a:ln>
              <a:noFill/>
            </a:ln>
          </p:spPr>
        </p:pic>
        <p:pic>
          <p:nvPicPr>
            <p:cNvPr descr="kurtnaks_31264738" id="461" name="Google Shape;461;p74"/>
            <p:cNvPicPr preferRelativeResize="0"/>
            <p:nvPr/>
          </p:nvPicPr>
          <p:blipFill rotWithShape="1">
            <a:blip r:embed="rId14">
              <a:alphaModFix/>
            </a:blip>
            <a:srcRect b="0" l="0" r="0" t="0"/>
            <a:stretch/>
          </p:blipFill>
          <p:spPr>
            <a:xfrm>
              <a:off x="7464832" y="5847792"/>
              <a:ext cx="999719" cy="1492879"/>
            </a:xfrm>
            <a:prstGeom prst="rect">
              <a:avLst/>
            </a:prstGeom>
            <a:noFill/>
            <a:ln>
              <a:noFill/>
            </a:ln>
          </p:spPr>
        </p:pic>
        <p:pic>
          <p:nvPicPr>
            <p:cNvPr descr="kurtnaks_31268253" id="462" name="Google Shape;462;p74"/>
            <p:cNvPicPr preferRelativeResize="0"/>
            <p:nvPr/>
          </p:nvPicPr>
          <p:blipFill rotWithShape="1">
            <a:blip r:embed="rId15">
              <a:alphaModFix/>
            </a:blip>
            <a:srcRect b="0" l="0" r="0" t="0"/>
            <a:stretch/>
          </p:blipFill>
          <p:spPr>
            <a:xfrm>
              <a:off x="4593743" y="573232"/>
              <a:ext cx="1495446" cy="998002"/>
            </a:xfrm>
            <a:prstGeom prst="rect">
              <a:avLst/>
            </a:prstGeom>
            <a:noFill/>
            <a:ln>
              <a:noFill/>
            </a:ln>
          </p:spPr>
        </p:pic>
        <p:pic>
          <p:nvPicPr>
            <p:cNvPr descr="mrjennings_23299087" id="463" name="Google Shape;463;p74"/>
            <p:cNvPicPr preferRelativeResize="0"/>
            <p:nvPr/>
          </p:nvPicPr>
          <p:blipFill rotWithShape="1">
            <a:blip r:embed="rId16">
              <a:alphaModFix/>
            </a:blip>
            <a:srcRect b="0" l="0" r="0" t="0"/>
            <a:stretch/>
          </p:blipFill>
          <p:spPr>
            <a:xfrm>
              <a:off x="4825082" y="3785806"/>
              <a:ext cx="1119520" cy="1488755"/>
            </a:xfrm>
            <a:prstGeom prst="rect">
              <a:avLst/>
            </a:prstGeom>
            <a:noFill/>
            <a:ln>
              <a:noFill/>
            </a:ln>
          </p:spPr>
        </p:pic>
        <p:pic>
          <p:nvPicPr>
            <p:cNvPr descr="mrjennings_62624466" id="464" name="Google Shape;464;p74"/>
            <p:cNvPicPr preferRelativeResize="0"/>
            <p:nvPr/>
          </p:nvPicPr>
          <p:blipFill rotWithShape="1">
            <a:blip r:embed="rId17">
              <a:alphaModFix/>
            </a:blip>
            <a:srcRect b="0" l="0" r="0" t="0"/>
            <a:stretch/>
          </p:blipFill>
          <p:spPr>
            <a:xfrm>
              <a:off x="6663406" y="4012624"/>
              <a:ext cx="1491315" cy="1117598"/>
            </a:xfrm>
            <a:prstGeom prst="rect">
              <a:avLst/>
            </a:prstGeom>
            <a:noFill/>
            <a:ln>
              <a:noFill/>
            </a:ln>
          </p:spPr>
        </p:pic>
        <p:pic>
          <p:nvPicPr>
            <p:cNvPr descr="mscolly_8512764" id="465" name="Google Shape;465;p74"/>
            <p:cNvPicPr preferRelativeResize="0"/>
            <p:nvPr/>
          </p:nvPicPr>
          <p:blipFill rotWithShape="1">
            <a:blip r:embed="rId18">
              <a:alphaModFix/>
            </a:blip>
            <a:srcRect b="0" l="0" r="0" t="0"/>
            <a:stretch/>
          </p:blipFill>
          <p:spPr>
            <a:xfrm>
              <a:off x="2528210" y="1604225"/>
              <a:ext cx="1119520" cy="1492879"/>
            </a:xfrm>
            <a:prstGeom prst="rect">
              <a:avLst/>
            </a:prstGeom>
            <a:noFill/>
            <a:ln>
              <a:noFill/>
            </a:ln>
          </p:spPr>
        </p:pic>
        <p:pic>
          <p:nvPicPr>
            <p:cNvPr descr="daryoush_66536317" id="466" name="Google Shape;466;p74"/>
            <p:cNvPicPr preferRelativeResize="0"/>
            <p:nvPr/>
          </p:nvPicPr>
          <p:blipFill rotWithShape="1">
            <a:blip r:embed="rId19">
              <a:alphaModFix/>
            </a:blip>
            <a:srcRect b="0" l="0" r="0" t="0"/>
            <a:stretch/>
          </p:blipFill>
          <p:spPr>
            <a:xfrm>
              <a:off x="6890615" y="2292928"/>
              <a:ext cx="1495446" cy="1117597"/>
            </a:xfrm>
            <a:prstGeom prst="rect">
              <a:avLst/>
            </a:prstGeom>
            <a:noFill/>
            <a:ln>
              <a:noFill/>
            </a:ln>
          </p:spPr>
        </p:pic>
        <p:pic>
          <p:nvPicPr>
            <p:cNvPr descr="gauiscaecilius_668314" id="467" name="Google Shape;467;p74"/>
            <p:cNvPicPr preferRelativeResize="0"/>
            <p:nvPr/>
          </p:nvPicPr>
          <p:blipFill rotWithShape="1">
            <a:blip r:embed="rId20">
              <a:alphaModFix/>
            </a:blip>
            <a:srcRect b="0" l="0" r="0" t="0"/>
            <a:stretch/>
          </p:blipFill>
          <p:spPr>
            <a:xfrm>
              <a:off x="4593743" y="1950638"/>
              <a:ext cx="1495446" cy="1117598"/>
            </a:xfrm>
            <a:prstGeom prst="rect">
              <a:avLst/>
            </a:prstGeom>
            <a:noFill/>
            <a:ln>
              <a:noFill/>
            </a:ln>
          </p:spPr>
        </p:pic>
        <p:pic>
          <p:nvPicPr>
            <p:cNvPr descr="mscolly_8512764" id="468" name="Google Shape;468;p74"/>
            <p:cNvPicPr preferRelativeResize="0"/>
            <p:nvPr/>
          </p:nvPicPr>
          <p:blipFill rotWithShape="1">
            <a:blip r:embed="rId21">
              <a:alphaModFix/>
            </a:blip>
            <a:srcRect b="0" l="0" r="0" t="0"/>
            <a:stretch/>
          </p:blipFill>
          <p:spPr>
            <a:xfrm>
              <a:off x="2528210" y="1604225"/>
              <a:ext cx="1119520" cy="1492879"/>
            </a:xfrm>
            <a:prstGeom prst="rect">
              <a:avLst/>
            </a:prstGeom>
            <a:noFill/>
            <a:ln>
              <a:noFill/>
            </a:ln>
          </p:spPr>
        </p:pic>
        <p:sp>
          <p:nvSpPr>
            <p:cNvPr id="469" name="Google Shape;469;p74"/>
            <p:cNvSpPr/>
            <p:nvPr/>
          </p:nvSpPr>
          <p:spPr>
            <a:xfrm flipH="1">
              <a:off x="2181201" y="457760"/>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0" name="Google Shape;470;p74"/>
            <p:cNvSpPr/>
            <p:nvPr/>
          </p:nvSpPr>
          <p:spPr>
            <a:xfrm flipH="1">
              <a:off x="2619095" y="688703"/>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1" name="Google Shape;471;p74"/>
            <p:cNvSpPr/>
            <p:nvPr/>
          </p:nvSpPr>
          <p:spPr>
            <a:xfrm flipH="1">
              <a:off x="3077643" y="230942"/>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2" name="Google Shape;472;p74"/>
            <p:cNvSpPr/>
            <p:nvPr/>
          </p:nvSpPr>
          <p:spPr>
            <a:xfrm flipH="1">
              <a:off x="2755419" y="1810423"/>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3" name="Google Shape;473;p74"/>
            <p:cNvSpPr/>
            <p:nvPr/>
          </p:nvSpPr>
          <p:spPr>
            <a:xfrm flipH="1">
              <a:off x="3213967" y="21774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4" name="Google Shape;474;p74"/>
            <p:cNvSpPr/>
            <p:nvPr/>
          </p:nvSpPr>
          <p:spPr>
            <a:xfrm flipH="1">
              <a:off x="1953994" y="804174"/>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5" name="Google Shape;475;p74"/>
            <p:cNvSpPr/>
            <p:nvPr/>
          </p:nvSpPr>
          <p:spPr>
            <a:xfrm flipH="1">
              <a:off x="4825083" y="804174"/>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6" name="Google Shape;476;p74"/>
            <p:cNvSpPr/>
            <p:nvPr/>
          </p:nvSpPr>
          <p:spPr>
            <a:xfrm flipH="1">
              <a:off x="2755419" y="2523870"/>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7" name="Google Shape;477;p74"/>
            <p:cNvSpPr/>
            <p:nvPr/>
          </p:nvSpPr>
          <p:spPr>
            <a:xfrm flipH="1">
              <a:off x="5857849" y="915521"/>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8" name="Google Shape;478;p74"/>
            <p:cNvSpPr/>
            <p:nvPr/>
          </p:nvSpPr>
          <p:spPr>
            <a:xfrm flipH="1">
              <a:off x="5167961" y="137740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79" name="Google Shape;479;p74"/>
            <p:cNvSpPr/>
            <p:nvPr/>
          </p:nvSpPr>
          <p:spPr>
            <a:xfrm flipH="1">
              <a:off x="4709412" y="21774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0" name="Google Shape;480;p74"/>
            <p:cNvSpPr/>
            <p:nvPr/>
          </p:nvSpPr>
          <p:spPr>
            <a:xfrm flipH="1">
              <a:off x="5857849" y="2750689"/>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1" name="Google Shape;481;p74"/>
            <p:cNvSpPr/>
            <p:nvPr/>
          </p:nvSpPr>
          <p:spPr>
            <a:xfrm flipH="1">
              <a:off x="5167961" y="4243567"/>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2" name="Google Shape;482;p74"/>
            <p:cNvSpPr/>
            <p:nvPr/>
          </p:nvSpPr>
          <p:spPr>
            <a:xfrm flipH="1">
              <a:off x="5626509"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3" name="Google Shape;483;p74"/>
            <p:cNvSpPr/>
            <p:nvPr/>
          </p:nvSpPr>
          <p:spPr>
            <a:xfrm flipH="1">
              <a:off x="3676648" y="4012624"/>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4" name="Google Shape;484;p74"/>
            <p:cNvSpPr/>
            <p:nvPr/>
          </p:nvSpPr>
          <p:spPr>
            <a:xfrm flipH="1">
              <a:off x="4940753" y="4932270"/>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5" name="Google Shape;485;p74"/>
            <p:cNvSpPr/>
            <p:nvPr/>
          </p:nvSpPr>
          <p:spPr>
            <a:xfrm flipH="1">
              <a:off x="3213967"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6" name="Google Shape;486;p74"/>
            <p:cNvSpPr/>
            <p:nvPr/>
          </p:nvSpPr>
          <p:spPr>
            <a:xfrm flipH="1">
              <a:off x="1032766" y="3554864"/>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7" name="Google Shape;487;p74"/>
            <p:cNvSpPr/>
            <p:nvPr/>
          </p:nvSpPr>
          <p:spPr>
            <a:xfrm flipH="1">
              <a:off x="801426" y="412809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8" name="Google Shape;488;p74"/>
            <p:cNvSpPr/>
            <p:nvPr/>
          </p:nvSpPr>
          <p:spPr>
            <a:xfrm flipH="1">
              <a:off x="574218" y="1950638"/>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89" name="Google Shape;489;p74"/>
            <p:cNvSpPr/>
            <p:nvPr/>
          </p:nvSpPr>
          <p:spPr>
            <a:xfrm flipH="1">
              <a:off x="1264106" y="2061986"/>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0" name="Google Shape;490;p74"/>
            <p:cNvSpPr/>
            <p:nvPr/>
          </p:nvSpPr>
          <p:spPr>
            <a:xfrm flipH="1">
              <a:off x="1264106" y="5963263"/>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1" name="Google Shape;491;p74"/>
            <p:cNvSpPr/>
            <p:nvPr/>
          </p:nvSpPr>
          <p:spPr>
            <a:xfrm flipH="1">
              <a:off x="1032766" y="6305553"/>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2" name="Google Shape;492;p74"/>
            <p:cNvSpPr/>
            <p:nvPr/>
          </p:nvSpPr>
          <p:spPr>
            <a:xfrm flipH="1">
              <a:off x="7811843" y="6190082"/>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3" name="Google Shape;493;p74"/>
            <p:cNvSpPr/>
            <p:nvPr/>
          </p:nvSpPr>
          <p:spPr>
            <a:xfrm flipH="1">
              <a:off x="2755419" y="653649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4" name="Google Shape;494;p74"/>
            <p:cNvSpPr/>
            <p:nvPr/>
          </p:nvSpPr>
          <p:spPr>
            <a:xfrm flipH="1">
              <a:off x="3213967"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5" name="Google Shape;495;p74"/>
            <p:cNvSpPr/>
            <p:nvPr/>
          </p:nvSpPr>
          <p:spPr>
            <a:xfrm flipH="1">
              <a:off x="2181201" y="687878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6" name="Google Shape;496;p74"/>
            <p:cNvSpPr/>
            <p:nvPr/>
          </p:nvSpPr>
          <p:spPr>
            <a:xfrm flipH="1">
              <a:off x="2639749" y="4816799"/>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7" name="Google Shape;497;p74"/>
            <p:cNvSpPr/>
            <p:nvPr/>
          </p:nvSpPr>
          <p:spPr>
            <a:xfrm flipH="1">
              <a:off x="2528212" y="6878785"/>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8" name="Google Shape;498;p74"/>
            <p:cNvSpPr/>
            <p:nvPr/>
          </p:nvSpPr>
          <p:spPr>
            <a:xfrm flipH="1">
              <a:off x="3102430" y="4816799"/>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499" name="Google Shape;499;p74"/>
            <p:cNvSpPr/>
            <p:nvPr/>
          </p:nvSpPr>
          <p:spPr>
            <a:xfrm flipH="1">
              <a:off x="4250865" y="6190082"/>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0" name="Google Shape;500;p74"/>
            <p:cNvSpPr/>
            <p:nvPr/>
          </p:nvSpPr>
          <p:spPr>
            <a:xfrm flipH="1">
              <a:off x="8270390" y="653649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1" name="Google Shape;501;p74"/>
            <p:cNvSpPr/>
            <p:nvPr/>
          </p:nvSpPr>
          <p:spPr>
            <a:xfrm flipH="1">
              <a:off x="6204859" y="6305553"/>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2" name="Google Shape;502;p74"/>
            <p:cNvSpPr/>
            <p:nvPr/>
          </p:nvSpPr>
          <p:spPr>
            <a:xfrm flipH="1">
              <a:off x="7580502" y="45858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3" name="Google Shape;503;p74"/>
            <p:cNvSpPr/>
            <p:nvPr/>
          </p:nvSpPr>
          <p:spPr>
            <a:xfrm flipH="1">
              <a:off x="6547736" y="687878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4" name="Google Shape;504;p74"/>
            <p:cNvSpPr/>
            <p:nvPr/>
          </p:nvSpPr>
          <p:spPr>
            <a:xfrm flipH="1">
              <a:off x="7006284" y="4816799"/>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5" name="Google Shape;505;p74"/>
            <p:cNvSpPr/>
            <p:nvPr/>
          </p:nvSpPr>
          <p:spPr>
            <a:xfrm flipH="1">
              <a:off x="6890615" y="1030992"/>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6" name="Google Shape;506;p74"/>
            <p:cNvSpPr/>
            <p:nvPr/>
          </p:nvSpPr>
          <p:spPr>
            <a:xfrm flipH="1">
              <a:off x="7580502" y="160422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7" name="Google Shape;507;p74"/>
            <p:cNvSpPr/>
            <p:nvPr/>
          </p:nvSpPr>
          <p:spPr>
            <a:xfrm flipH="1">
              <a:off x="7927513" y="2750689"/>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8" name="Google Shape;508;p74"/>
            <p:cNvSpPr/>
            <p:nvPr/>
          </p:nvSpPr>
          <p:spPr>
            <a:xfrm flipH="1">
              <a:off x="7927513" y="2408399"/>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09" name="Google Shape;509;p74"/>
            <p:cNvSpPr/>
            <p:nvPr/>
          </p:nvSpPr>
          <p:spPr>
            <a:xfrm flipH="1">
              <a:off x="115670" y="5616850"/>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0" name="Google Shape;510;p74"/>
            <p:cNvSpPr/>
            <p:nvPr/>
          </p:nvSpPr>
          <p:spPr>
            <a:xfrm flipH="1">
              <a:off x="2528212" y="342289"/>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1" name="Google Shape;511;p74"/>
            <p:cNvSpPr/>
            <p:nvPr/>
          </p:nvSpPr>
          <p:spPr>
            <a:xfrm flipH="1">
              <a:off x="2986760" y="573232"/>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2" name="Google Shape;512;p74"/>
            <p:cNvSpPr/>
            <p:nvPr/>
          </p:nvSpPr>
          <p:spPr>
            <a:xfrm flipH="1">
              <a:off x="4940753" y="114646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3" name="Google Shape;513;p74"/>
            <p:cNvSpPr/>
            <p:nvPr/>
          </p:nvSpPr>
          <p:spPr>
            <a:xfrm flipH="1">
              <a:off x="5514971" y="9155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4" name="Google Shape;514;p74"/>
            <p:cNvSpPr/>
            <p:nvPr/>
          </p:nvSpPr>
          <p:spPr>
            <a:xfrm flipH="1">
              <a:off x="5626509" y="688703"/>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5" name="Google Shape;515;p74"/>
            <p:cNvSpPr/>
            <p:nvPr/>
          </p:nvSpPr>
          <p:spPr>
            <a:xfrm flipH="1">
              <a:off x="7811843" y="114646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6" name="Google Shape;516;p74"/>
            <p:cNvSpPr/>
            <p:nvPr/>
          </p:nvSpPr>
          <p:spPr>
            <a:xfrm flipH="1">
              <a:off x="7353295" y="9155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7" name="Google Shape;517;p74"/>
            <p:cNvSpPr/>
            <p:nvPr/>
          </p:nvSpPr>
          <p:spPr>
            <a:xfrm flipH="1">
              <a:off x="7006284" y="1377406"/>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8" name="Google Shape;518;p74"/>
            <p:cNvSpPr/>
            <p:nvPr/>
          </p:nvSpPr>
          <p:spPr>
            <a:xfrm flipH="1">
              <a:off x="574218" y="2292928"/>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19" name="Google Shape;519;p74"/>
            <p:cNvSpPr/>
            <p:nvPr/>
          </p:nvSpPr>
          <p:spPr>
            <a:xfrm flipH="1">
              <a:off x="1379776" y="171969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0" name="Google Shape;520;p74"/>
            <p:cNvSpPr/>
            <p:nvPr/>
          </p:nvSpPr>
          <p:spPr>
            <a:xfrm flipH="1">
              <a:off x="5052291" y="2177457"/>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1" name="Google Shape;521;p74"/>
            <p:cNvSpPr/>
            <p:nvPr/>
          </p:nvSpPr>
          <p:spPr>
            <a:xfrm flipH="1">
              <a:off x="4825083" y="2866160"/>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2" name="Google Shape;522;p74"/>
            <p:cNvSpPr/>
            <p:nvPr/>
          </p:nvSpPr>
          <p:spPr>
            <a:xfrm flipH="1">
              <a:off x="5514971" y="2523870"/>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3" name="Google Shape;523;p74"/>
            <p:cNvSpPr/>
            <p:nvPr/>
          </p:nvSpPr>
          <p:spPr>
            <a:xfrm flipH="1">
              <a:off x="3213967" y="2523870"/>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4" name="Google Shape;524;p74"/>
            <p:cNvSpPr/>
            <p:nvPr/>
          </p:nvSpPr>
          <p:spPr>
            <a:xfrm flipH="1">
              <a:off x="3329637" y="1719696"/>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5" name="Google Shape;525;p74"/>
            <p:cNvSpPr/>
            <p:nvPr/>
          </p:nvSpPr>
          <p:spPr>
            <a:xfrm flipH="1">
              <a:off x="2755419" y="4128096"/>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6" name="Google Shape;526;p74"/>
            <p:cNvSpPr/>
            <p:nvPr/>
          </p:nvSpPr>
          <p:spPr>
            <a:xfrm flipH="1">
              <a:off x="5514971" y="4816799"/>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7" name="Google Shape;527;p74"/>
            <p:cNvSpPr/>
            <p:nvPr/>
          </p:nvSpPr>
          <p:spPr>
            <a:xfrm flipH="1">
              <a:off x="5626509" y="40126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8" name="Google Shape;528;p74"/>
            <p:cNvSpPr/>
            <p:nvPr/>
          </p:nvSpPr>
          <p:spPr>
            <a:xfrm flipH="1">
              <a:off x="7237624" y="4585857"/>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29" name="Google Shape;529;p74"/>
            <p:cNvSpPr/>
            <p:nvPr/>
          </p:nvSpPr>
          <p:spPr>
            <a:xfrm flipH="1">
              <a:off x="7353295" y="412809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0" name="Google Shape;530;p74"/>
            <p:cNvSpPr/>
            <p:nvPr/>
          </p:nvSpPr>
          <p:spPr>
            <a:xfrm flipH="1">
              <a:off x="6779076" y="4585857"/>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1" name="Google Shape;531;p74"/>
            <p:cNvSpPr/>
            <p:nvPr/>
          </p:nvSpPr>
          <p:spPr>
            <a:xfrm flipH="1">
              <a:off x="7927513" y="6536496"/>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2" name="Google Shape;532;p74"/>
            <p:cNvSpPr/>
            <p:nvPr/>
          </p:nvSpPr>
          <p:spPr>
            <a:xfrm flipH="1">
              <a:off x="7580502" y="676331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3" name="Google Shape;533;p74"/>
            <p:cNvSpPr/>
            <p:nvPr/>
          </p:nvSpPr>
          <p:spPr>
            <a:xfrm flipH="1">
              <a:off x="6547736" y="64210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4" name="Google Shape;534;p74"/>
            <p:cNvSpPr/>
            <p:nvPr/>
          </p:nvSpPr>
          <p:spPr>
            <a:xfrm flipH="1">
              <a:off x="6663407" y="6078735"/>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5" name="Google Shape;535;p74"/>
            <p:cNvSpPr/>
            <p:nvPr/>
          </p:nvSpPr>
          <p:spPr>
            <a:xfrm flipH="1">
              <a:off x="4825083" y="642102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6" name="Google Shape;536;p74"/>
            <p:cNvSpPr/>
            <p:nvPr/>
          </p:nvSpPr>
          <p:spPr>
            <a:xfrm flipH="1">
              <a:off x="4019525" y="6536496"/>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7" name="Google Shape;537;p74"/>
            <p:cNvSpPr/>
            <p:nvPr/>
          </p:nvSpPr>
          <p:spPr>
            <a:xfrm flipH="1">
              <a:off x="5167961" y="676331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8" name="Google Shape;538;p74"/>
            <p:cNvSpPr/>
            <p:nvPr/>
          </p:nvSpPr>
          <p:spPr>
            <a:xfrm flipH="1">
              <a:off x="3102430" y="699425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39" name="Google Shape;539;p74"/>
            <p:cNvSpPr/>
            <p:nvPr/>
          </p:nvSpPr>
          <p:spPr>
            <a:xfrm flipH="1">
              <a:off x="2181201" y="64210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0" name="Google Shape;540;p74"/>
            <p:cNvSpPr/>
            <p:nvPr/>
          </p:nvSpPr>
          <p:spPr>
            <a:xfrm flipH="1">
              <a:off x="2412542" y="7109728"/>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1" name="Google Shape;541;p74"/>
            <p:cNvSpPr/>
            <p:nvPr/>
          </p:nvSpPr>
          <p:spPr>
            <a:xfrm flipH="1">
              <a:off x="115670" y="6305553"/>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2" name="Google Shape;542;p74"/>
            <p:cNvSpPr/>
            <p:nvPr/>
          </p:nvSpPr>
          <p:spPr>
            <a:xfrm flipH="1">
              <a:off x="574218" y="57323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3" name="Google Shape;543;p74"/>
            <p:cNvSpPr/>
            <p:nvPr/>
          </p:nvSpPr>
          <p:spPr>
            <a:xfrm flipH="1">
              <a:off x="1148435" y="4243567"/>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4" name="Google Shape;544;p74"/>
            <p:cNvSpPr/>
            <p:nvPr/>
          </p:nvSpPr>
          <p:spPr>
            <a:xfrm flipH="1">
              <a:off x="1264106" y="3897153"/>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5" name="Google Shape;545;p74"/>
            <p:cNvSpPr/>
            <p:nvPr/>
          </p:nvSpPr>
          <p:spPr>
            <a:xfrm flipH="1">
              <a:off x="689888" y="447038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6" name="Google Shape;546;p74"/>
            <p:cNvSpPr/>
            <p:nvPr/>
          </p:nvSpPr>
          <p:spPr>
            <a:xfrm flipH="1">
              <a:off x="1953994" y="230942"/>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7" name="Google Shape;547;p74"/>
            <p:cNvSpPr/>
            <p:nvPr/>
          </p:nvSpPr>
          <p:spPr>
            <a:xfrm flipH="1">
              <a:off x="2296871" y="804174"/>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8" name="Google Shape;548;p74"/>
            <p:cNvSpPr/>
            <p:nvPr/>
          </p:nvSpPr>
          <p:spPr>
            <a:xfrm flipH="1">
              <a:off x="5514971" y="1261935"/>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49" name="Google Shape;549;p74"/>
            <p:cNvSpPr/>
            <p:nvPr/>
          </p:nvSpPr>
          <p:spPr>
            <a:xfrm flipH="1">
              <a:off x="5167961" y="688703"/>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0" name="Google Shape;550;p74"/>
            <p:cNvSpPr/>
            <p:nvPr/>
          </p:nvSpPr>
          <p:spPr>
            <a:xfrm flipH="1">
              <a:off x="7353295" y="1146464"/>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1" name="Google Shape;551;p74"/>
            <p:cNvSpPr/>
            <p:nvPr/>
          </p:nvSpPr>
          <p:spPr>
            <a:xfrm flipH="1">
              <a:off x="8043182" y="171969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2" name="Google Shape;552;p74"/>
            <p:cNvSpPr/>
            <p:nvPr/>
          </p:nvSpPr>
          <p:spPr>
            <a:xfrm flipH="1">
              <a:off x="6779076" y="699425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3" name="Google Shape;553;p74"/>
            <p:cNvSpPr/>
            <p:nvPr/>
          </p:nvSpPr>
          <p:spPr>
            <a:xfrm flipH="1">
              <a:off x="6204859" y="6878785"/>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4" name="Google Shape;554;p74"/>
            <p:cNvSpPr/>
            <p:nvPr/>
          </p:nvSpPr>
          <p:spPr>
            <a:xfrm flipH="1">
              <a:off x="6089189" y="5963263"/>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5" name="Google Shape;555;p74"/>
            <p:cNvSpPr/>
            <p:nvPr/>
          </p:nvSpPr>
          <p:spPr>
            <a:xfrm flipH="1">
              <a:off x="4593743" y="6078735"/>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6" name="Google Shape;556;p74"/>
            <p:cNvSpPr/>
            <p:nvPr/>
          </p:nvSpPr>
          <p:spPr>
            <a:xfrm flipH="1">
              <a:off x="5052291" y="6190082"/>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7" name="Google Shape;557;p74"/>
            <p:cNvSpPr/>
            <p:nvPr/>
          </p:nvSpPr>
          <p:spPr>
            <a:xfrm flipH="1">
              <a:off x="4366535" y="6536496"/>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8" name="Google Shape;558;p74"/>
            <p:cNvSpPr/>
            <p:nvPr/>
          </p:nvSpPr>
          <p:spPr>
            <a:xfrm flipH="1">
              <a:off x="3102430" y="6651967"/>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59" name="Google Shape;559;p74"/>
            <p:cNvSpPr/>
            <p:nvPr/>
          </p:nvSpPr>
          <p:spPr>
            <a:xfrm flipH="1">
              <a:off x="2755419" y="7109728"/>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0" name="Google Shape;560;p74"/>
            <p:cNvSpPr/>
            <p:nvPr/>
          </p:nvSpPr>
          <p:spPr>
            <a:xfrm flipH="1">
              <a:off x="574218" y="6305553"/>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1" name="Google Shape;561;p74"/>
            <p:cNvSpPr/>
            <p:nvPr/>
          </p:nvSpPr>
          <p:spPr>
            <a:xfrm flipH="1">
              <a:off x="917096" y="5732321"/>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2" name="Google Shape;562;p74"/>
            <p:cNvSpPr/>
            <p:nvPr/>
          </p:nvSpPr>
          <p:spPr>
            <a:xfrm flipH="1">
              <a:off x="115670" y="5963263"/>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3" name="Google Shape;563;p74"/>
            <p:cNvSpPr/>
            <p:nvPr/>
          </p:nvSpPr>
          <p:spPr>
            <a:xfrm flipH="1">
              <a:off x="1032766" y="4585857"/>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4" name="Google Shape;564;p74"/>
            <p:cNvSpPr/>
            <p:nvPr/>
          </p:nvSpPr>
          <p:spPr>
            <a:xfrm flipH="1">
              <a:off x="1379776" y="447038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5" name="Google Shape;565;p74"/>
            <p:cNvSpPr/>
            <p:nvPr/>
          </p:nvSpPr>
          <p:spPr>
            <a:xfrm flipH="1">
              <a:off x="3102430" y="4012624"/>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6" name="Google Shape;566;p74"/>
            <p:cNvSpPr/>
            <p:nvPr/>
          </p:nvSpPr>
          <p:spPr>
            <a:xfrm flipH="1">
              <a:off x="3560977" y="4359038"/>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7" name="Google Shape;567;p74"/>
            <p:cNvSpPr/>
            <p:nvPr/>
          </p:nvSpPr>
          <p:spPr>
            <a:xfrm flipH="1">
              <a:off x="3329637" y="2866160"/>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8" name="Google Shape;568;p74"/>
            <p:cNvSpPr/>
            <p:nvPr/>
          </p:nvSpPr>
          <p:spPr>
            <a:xfrm flipH="1">
              <a:off x="2639749" y="2061986"/>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69" name="Google Shape;569;p74"/>
            <p:cNvSpPr/>
            <p:nvPr/>
          </p:nvSpPr>
          <p:spPr>
            <a:xfrm flipH="1">
              <a:off x="4940753" y="2639342"/>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70" name="Google Shape;570;p74"/>
            <p:cNvSpPr/>
            <p:nvPr/>
          </p:nvSpPr>
          <p:spPr>
            <a:xfrm flipH="1">
              <a:off x="5742178" y="2061986"/>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71" name="Google Shape;571;p74"/>
            <p:cNvSpPr/>
            <p:nvPr/>
          </p:nvSpPr>
          <p:spPr>
            <a:xfrm flipH="1">
              <a:off x="7580502" y="2750689"/>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72" name="Google Shape;572;p74"/>
            <p:cNvSpPr/>
            <p:nvPr/>
          </p:nvSpPr>
          <p:spPr>
            <a:xfrm flipH="1">
              <a:off x="7237624" y="2408399"/>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73" name="Google Shape;573;p74"/>
            <p:cNvSpPr/>
            <p:nvPr/>
          </p:nvSpPr>
          <p:spPr>
            <a:xfrm flipH="1">
              <a:off x="8154720" y="3097103"/>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74" name="Google Shape;574;p74"/>
            <p:cNvSpPr/>
            <p:nvPr/>
          </p:nvSpPr>
          <p:spPr>
            <a:xfrm flipH="1">
              <a:off x="5399301" y="412809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75" name="Google Shape;575;p74"/>
            <p:cNvSpPr/>
            <p:nvPr/>
          </p:nvSpPr>
          <p:spPr>
            <a:xfrm flipH="1">
              <a:off x="4940753" y="3897153"/>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76" name="Google Shape;576;p74"/>
            <p:cNvSpPr/>
            <p:nvPr/>
          </p:nvSpPr>
          <p:spPr>
            <a:xfrm flipH="1">
              <a:off x="5167961" y="5043618"/>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77" name="Google Shape;577;p74"/>
            <p:cNvSpPr/>
            <p:nvPr/>
          </p:nvSpPr>
          <p:spPr>
            <a:xfrm flipH="1">
              <a:off x="7811843" y="4359038"/>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578" name="Google Shape;578;p74"/>
          <p:cNvGrpSpPr/>
          <p:nvPr/>
        </p:nvGrpSpPr>
        <p:grpSpPr>
          <a:xfrm>
            <a:off x="7873999" y="4784725"/>
            <a:ext cx="8464553" cy="7423152"/>
            <a:chOff x="-1" y="-1"/>
            <a:chExt cx="8464552" cy="7423151"/>
          </a:xfrm>
        </p:grpSpPr>
        <p:pic>
          <p:nvPicPr>
            <p:cNvPr descr="vgasull_23497540" id="579" name="Google Shape;579;p74"/>
            <p:cNvPicPr preferRelativeResize="0"/>
            <p:nvPr/>
          </p:nvPicPr>
          <p:blipFill rotWithShape="1">
            <a:blip r:embed="rId22">
              <a:alphaModFix/>
            </a:blip>
            <a:srcRect b="0" l="0" r="0" t="0"/>
            <a:stretch/>
          </p:blipFill>
          <p:spPr>
            <a:xfrm>
              <a:off x="1953993" y="6305553"/>
              <a:ext cx="1491315" cy="1117597"/>
            </a:xfrm>
            <a:prstGeom prst="rect">
              <a:avLst/>
            </a:prstGeom>
            <a:noFill/>
            <a:ln>
              <a:noFill/>
            </a:ln>
          </p:spPr>
        </p:pic>
        <p:pic>
          <p:nvPicPr>
            <p:cNvPr descr="vgasull_25138094" id="580" name="Google Shape;580;p74"/>
            <p:cNvPicPr preferRelativeResize="0"/>
            <p:nvPr/>
          </p:nvPicPr>
          <p:blipFill rotWithShape="1">
            <a:blip r:embed="rId4">
              <a:alphaModFix/>
            </a:blip>
            <a:srcRect b="0" l="0" r="0" t="0"/>
            <a:stretch/>
          </p:blipFill>
          <p:spPr>
            <a:xfrm>
              <a:off x="6779076" y="804174"/>
              <a:ext cx="1491315" cy="1117598"/>
            </a:xfrm>
            <a:prstGeom prst="rect">
              <a:avLst/>
            </a:prstGeom>
            <a:noFill/>
            <a:ln>
              <a:noFill/>
            </a:ln>
          </p:spPr>
        </p:pic>
        <p:pic>
          <p:nvPicPr>
            <p:cNvPr descr="12537899@N00_61998638" id="581" name="Google Shape;581;p74"/>
            <p:cNvPicPr preferRelativeResize="0"/>
            <p:nvPr/>
          </p:nvPicPr>
          <p:blipFill rotWithShape="1">
            <a:blip r:embed="rId5">
              <a:alphaModFix/>
            </a:blip>
            <a:srcRect b="0" l="0" r="0" t="0"/>
            <a:stretch/>
          </p:blipFill>
          <p:spPr>
            <a:xfrm>
              <a:off x="-1" y="5505503"/>
              <a:ext cx="1491315" cy="1117597"/>
            </a:xfrm>
            <a:prstGeom prst="rect">
              <a:avLst/>
            </a:prstGeom>
            <a:noFill/>
            <a:ln>
              <a:noFill/>
            </a:ln>
          </p:spPr>
        </p:pic>
        <p:pic>
          <p:nvPicPr>
            <p:cNvPr descr="amos_33004438" id="582" name="Google Shape;582;p74"/>
            <p:cNvPicPr preferRelativeResize="0"/>
            <p:nvPr/>
          </p:nvPicPr>
          <p:blipFill rotWithShape="1">
            <a:blip r:embed="rId6">
              <a:alphaModFix/>
            </a:blip>
            <a:srcRect b="0" l="0" r="0" t="0"/>
            <a:stretch/>
          </p:blipFill>
          <p:spPr>
            <a:xfrm>
              <a:off x="1838323" y="-1"/>
              <a:ext cx="1491315" cy="1117598"/>
            </a:xfrm>
            <a:prstGeom prst="rect">
              <a:avLst/>
            </a:prstGeom>
            <a:noFill/>
            <a:ln>
              <a:noFill/>
            </a:ln>
          </p:spPr>
        </p:pic>
        <p:pic>
          <p:nvPicPr>
            <p:cNvPr descr="antmoose_35893232" id="583" name="Google Shape;583;p74"/>
            <p:cNvPicPr preferRelativeResize="0"/>
            <p:nvPr/>
          </p:nvPicPr>
          <p:blipFill rotWithShape="1">
            <a:blip r:embed="rId23">
              <a:alphaModFix/>
            </a:blip>
            <a:srcRect b="0" l="0" r="0" t="0"/>
            <a:stretch/>
          </p:blipFill>
          <p:spPr>
            <a:xfrm>
              <a:off x="227208" y="1604225"/>
              <a:ext cx="1495446" cy="1117597"/>
            </a:xfrm>
            <a:prstGeom prst="rect">
              <a:avLst/>
            </a:prstGeom>
            <a:noFill/>
            <a:ln>
              <a:noFill/>
            </a:ln>
          </p:spPr>
        </p:pic>
        <p:pic>
          <p:nvPicPr>
            <p:cNvPr descr="brodo_1608728" id="584" name="Google Shape;584;p74"/>
            <p:cNvPicPr preferRelativeResize="0"/>
            <p:nvPr/>
          </p:nvPicPr>
          <p:blipFill rotWithShape="1">
            <a:blip r:embed="rId8">
              <a:alphaModFix/>
            </a:blip>
            <a:srcRect b="0" l="0" r="0" t="0"/>
            <a:stretch/>
          </p:blipFill>
          <p:spPr>
            <a:xfrm>
              <a:off x="3903855" y="5963263"/>
              <a:ext cx="1495446" cy="1117598"/>
            </a:xfrm>
            <a:prstGeom prst="rect">
              <a:avLst/>
            </a:prstGeom>
            <a:noFill/>
            <a:ln>
              <a:noFill/>
            </a:ln>
          </p:spPr>
        </p:pic>
        <p:pic>
          <p:nvPicPr>
            <p:cNvPr descr="daryoush_66536317" id="585" name="Google Shape;585;p74"/>
            <p:cNvPicPr preferRelativeResize="0"/>
            <p:nvPr/>
          </p:nvPicPr>
          <p:blipFill rotWithShape="1">
            <a:blip r:embed="rId9">
              <a:alphaModFix/>
            </a:blip>
            <a:srcRect b="0" l="0" r="0" t="0"/>
            <a:stretch/>
          </p:blipFill>
          <p:spPr>
            <a:xfrm>
              <a:off x="6890615" y="2292928"/>
              <a:ext cx="1495446" cy="1117597"/>
            </a:xfrm>
            <a:prstGeom prst="rect">
              <a:avLst/>
            </a:prstGeom>
            <a:noFill/>
            <a:ln>
              <a:noFill/>
            </a:ln>
          </p:spPr>
        </p:pic>
        <p:pic>
          <p:nvPicPr>
            <p:cNvPr descr="ekenzie_18947135" id="586" name="Google Shape;586;p74"/>
            <p:cNvPicPr preferRelativeResize="0"/>
            <p:nvPr/>
          </p:nvPicPr>
          <p:blipFill rotWithShape="1">
            <a:blip r:embed="rId10">
              <a:alphaModFix/>
            </a:blip>
            <a:srcRect b="0" l="0" r="0" t="0"/>
            <a:stretch/>
          </p:blipFill>
          <p:spPr>
            <a:xfrm>
              <a:off x="5973518" y="5847792"/>
              <a:ext cx="1003849" cy="1492879"/>
            </a:xfrm>
            <a:prstGeom prst="rect">
              <a:avLst/>
            </a:prstGeom>
            <a:noFill/>
            <a:ln>
              <a:noFill/>
            </a:ln>
          </p:spPr>
        </p:pic>
        <p:pic>
          <p:nvPicPr>
            <p:cNvPr descr="ewanmcdowall_60821586" id="587" name="Google Shape;587;p74"/>
            <p:cNvPicPr preferRelativeResize="0"/>
            <p:nvPr/>
          </p:nvPicPr>
          <p:blipFill rotWithShape="1">
            <a:blip r:embed="rId11">
              <a:alphaModFix/>
            </a:blip>
            <a:srcRect b="0" l="0" r="0" t="0"/>
            <a:stretch/>
          </p:blipFill>
          <p:spPr>
            <a:xfrm>
              <a:off x="2412541" y="3897153"/>
              <a:ext cx="1491315" cy="1117598"/>
            </a:xfrm>
            <a:prstGeom prst="rect">
              <a:avLst/>
            </a:prstGeom>
            <a:noFill/>
            <a:ln>
              <a:noFill/>
            </a:ln>
          </p:spPr>
        </p:pic>
        <p:pic>
          <p:nvPicPr>
            <p:cNvPr descr="gauiscaecilius_668314" id="588" name="Google Shape;588;p74"/>
            <p:cNvPicPr preferRelativeResize="0"/>
            <p:nvPr/>
          </p:nvPicPr>
          <p:blipFill rotWithShape="1">
            <a:blip r:embed="rId20">
              <a:alphaModFix/>
            </a:blip>
            <a:srcRect b="0" l="0" r="0" t="0"/>
            <a:stretch/>
          </p:blipFill>
          <p:spPr>
            <a:xfrm>
              <a:off x="4593743" y="1950638"/>
              <a:ext cx="1495446" cy="1117598"/>
            </a:xfrm>
            <a:prstGeom prst="rect">
              <a:avLst/>
            </a:prstGeom>
            <a:noFill/>
            <a:ln>
              <a:noFill/>
            </a:ln>
          </p:spPr>
        </p:pic>
        <p:pic>
          <p:nvPicPr>
            <p:cNvPr descr="kurtnaks_31263284" id="589" name="Google Shape;589;p74"/>
            <p:cNvPicPr preferRelativeResize="0"/>
            <p:nvPr/>
          </p:nvPicPr>
          <p:blipFill rotWithShape="1">
            <a:blip r:embed="rId13">
              <a:alphaModFix/>
            </a:blip>
            <a:srcRect b="0" l="0" r="0" t="0"/>
            <a:stretch/>
          </p:blipFill>
          <p:spPr>
            <a:xfrm>
              <a:off x="574217" y="3323921"/>
              <a:ext cx="995588" cy="1492879"/>
            </a:xfrm>
            <a:prstGeom prst="rect">
              <a:avLst/>
            </a:prstGeom>
            <a:noFill/>
            <a:ln>
              <a:noFill/>
            </a:ln>
          </p:spPr>
        </p:pic>
        <p:pic>
          <p:nvPicPr>
            <p:cNvPr descr="kurtnaks_31264738" id="590" name="Google Shape;590;p74"/>
            <p:cNvPicPr preferRelativeResize="0"/>
            <p:nvPr/>
          </p:nvPicPr>
          <p:blipFill rotWithShape="1">
            <a:blip r:embed="rId14">
              <a:alphaModFix/>
            </a:blip>
            <a:srcRect b="0" l="0" r="0" t="0"/>
            <a:stretch/>
          </p:blipFill>
          <p:spPr>
            <a:xfrm>
              <a:off x="7464832" y="5847792"/>
              <a:ext cx="999719" cy="1492879"/>
            </a:xfrm>
            <a:prstGeom prst="rect">
              <a:avLst/>
            </a:prstGeom>
            <a:noFill/>
            <a:ln>
              <a:noFill/>
            </a:ln>
          </p:spPr>
        </p:pic>
        <p:pic>
          <p:nvPicPr>
            <p:cNvPr descr="kurtnaks_31268253" id="591" name="Google Shape;591;p74"/>
            <p:cNvPicPr preferRelativeResize="0"/>
            <p:nvPr/>
          </p:nvPicPr>
          <p:blipFill rotWithShape="1">
            <a:blip r:embed="rId24">
              <a:alphaModFix/>
            </a:blip>
            <a:srcRect b="0" l="0" r="0" t="0"/>
            <a:stretch/>
          </p:blipFill>
          <p:spPr>
            <a:xfrm>
              <a:off x="4593743" y="573232"/>
              <a:ext cx="1495446" cy="998002"/>
            </a:xfrm>
            <a:prstGeom prst="rect">
              <a:avLst/>
            </a:prstGeom>
            <a:noFill/>
            <a:ln>
              <a:noFill/>
            </a:ln>
          </p:spPr>
        </p:pic>
        <p:pic>
          <p:nvPicPr>
            <p:cNvPr descr="mrjennings_23299087" id="592" name="Google Shape;592;p74"/>
            <p:cNvPicPr preferRelativeResize="0"/>
            <p:nvPr/>
          </p:nvPicPr>
          <p:blipFill rotWithShape="1">
            <a:blip r:embed="rId16">
              <a:alphaModFix/>
            </a:blip>
            <a:srcRect b="0" l="0" r="0" t="0"/>
            <a:stretch/>
          </p:blipFill>
          <p:spPr>
            <a:xfrm>
              <a:off x="4825082" y="3785806"/>
              <a:ext cx="1119520" cy="1488755"/>
            </a:xfrm>
            <a:prstGeom prst="rect">
              <a:avLst/>
            </a:prstGeom>
            <a:noFill/>
            <a:ln>
              <a:noFill/>
            </a:ln>
          </p:spPr>
        </p:pic>
        <p:pic>
          <p:nvPicPr>
            <p:cNvPr descr="mrjennings_62624466" id="593" name="Google Shape;593;p74"/>
            <p:cNvPicPr preferRelativeResize="0"/>
            <p:nvPr/>
          </p:nvPicPr>
          <p:blipFill rotWithShape="1">
            <a:blip r:embed="rId17">
              <a:alphaModFix/>
            </a:blip>
            <a:srcRect b="0" l="0" r="0" t="0"/>
            <a:stretch/>
          </p:blipFill>
          <p:spPr>
            <a:xfrm>
              <a:off x="6663406" y="4012624"/>
              <a:ext cx="1491315" cy="1117598"/>
            </a:xfrm>
            <a:prstGeom prst="rect">
              <a:avLst/>
            </a:prstGeom>
            <a:noFill/>
            <a:ln>
              <a:noFill/>
            </a:ln>
          </p:spPr>
        </p:pic>
        <p:pic>
          <p:nvPicPr>
            <p:cNvPr descr="mscolly_8512764" id="594" name="Google Shape;594;p74"/>
            <p:cNvPicPr preferRelativeResize="0"/>
            <p:nvPr/>
          </p:nvPicPr>
          <p:blipFill rotWithShape="1">
            <a:blip r:embed="rId25">
              <a:alphaModFix/>
            </a:blip>
            <a:srcRect b="0" l="0" r="0" t="0"/>
            <a:stretch/>
          </p:blipFill>
          <p:spPr>
            <a:xfrm>
              <a:off x="2528210" y="1604225"/>
              <a:ext cx="1119520" cy="1492879"/>
            </a:xfrm>
            <a:prstGeom prst="rect">
              <a:avLst/>
            </a:prstGeom>
            <a:noFill/>
            <a:ln>
              <a:noFill/>
            </a:ln>
          </p:spPr>
        </p:pic>
        <p:sp>
          <p:nvSpPr>
            <p:cNvPr id="595" name="Google Shape;595;p74"/>
            <p:cNvSpPr/>
            <p:nvPr/>
          </p:nvSpPr>
          <p:spPr>
            <a:xfrm flipH="1">
              <a:off x="2181201" y="457760"/>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96" name="Google Shape;596;p74"/>
            <p:cNvSpPr/>
            <p:nvPr/>
          </p:nvSpPr>
          <p:spPr>
            <a:xfrm flipH="1">
              <a:off x="2619095" y="688703"/>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97" name="Google Shape;597;p74"/>
            <p:cNvSpPr/>
            <p:nvPr/>
          </p:nvSpPr>
          <p:spPr>
            <a:xfrm flipH="1">
              <a:off x="3077643" y="230942"/>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98" name="Google Shape;598;p74"/>
            <p:cNvSpPr/>
            <p:nvPr/>
          </p:nvSpPr>
          <p:spPr>
            <a:xfrm flipH="1">
              <a:off x="2755419" y="1810423"/>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599" name="Google Shape;599;p74"/>
            <p:cNvSpPr/>
            <p:nvPr/>
          </p:nvSpPr>
          <p:spPr>
            <a:xfrm flipH="1">
              <a:off x="3213967" y="21774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0" name="Google Shape;600;p74"/>
            <p:cNvSpPr/>
            <p:nvPr/>
          </p:nvSpPr>
          <p:spPr>
            <a:xfrm flipH="1">
              <a:off x="1953994" y="804174"/>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1" name="Google Shape;601;p74"/>
            <p:cNvSpPr/>
            <p:nvPr/>
          </p:nvSpPr>
          <p:spPr>
            <a:xfrm flipH="1">
              <a:off x="4825083" y="804174"/>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2" name="Google Shape;602;p74"/>
            <p:cNvSpPr/>
            <p:nvPr/>
          </p:nvSpPr>
          <p:spPr>
            <a:xfrm flipH="1">
              <a:off x="2755419" y="2523870"/>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3" name="Google Shape;603;p74"/>
            <p:cNvSpPr/>
            <p:nvPr/>
          </p:nvSpPr>
          <p:spPr>
            <a:xfrm flipH="1">
              <a:off x="5857849" y="915521"/>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4" name="Google Shape;604;p74"/>
            <p:cNvSpPr/>
            <p:nvPr/>
          </p:nvSpPr>
          <p:spPr>
            <a:xfrm flipH="1">
              <a:off x="5167961" y="137740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5" name="Google Shape;605;p74"/>
            <p:cNvSpPr/>
            <p:nvPr/>
          </p:nvSpPr>
          <p:spPr>
            <a:xfrm flipH="1">
              <a:off x="4709412" y="21774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6" name="Google Shape;606;p74"/>
            <p:cNvSpPr/>
            <p:nvPr/>
          </p:nvSpPr>
          <p:spPr>
            <a:xfrm flipH="1">
              <a:off x="5857849" y="2750689"/>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7" name="Google Shape;607;p74"/>
            <p:cNvSpPr/>
            <p:nvPr/>
          </p:nvSpPr>
          <p:spPr>
            <a:xfrm flipH="1">
              <a:off x="5167961" y="4243567"/>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8" name="Google Shape;608;p74"/>
            <p:cNvSpPr/>
            <p:nvPr/>
          </p:nvSpPr>
          <p:spPr>
            <a:xfrm flipH="1">
              <a:off x="5626509"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09" name="Google Shape;609;p74"/>
            <p:cNvSpPr/>
            <p:nvPr/>
          </p:nvSpPr>
          <p:spPr>
            <a:xfrm flipH="1">
              <a:off x="3676648" y="4012624"/>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0" name="Google Shape;610;p74"/>
            <p:cNvSpPr/>
            <p:nvPr/>
          </p:nvSpPr>
          <p:spPr>
            <a:xfrm flipH="1">
              <a:off x="4940753" y="4932270"/>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1" name="Google Shape;611;p74"/>
            <p:cNvSpPr/>
            <p:nvPr/>
          </p:nvSpPr>
          <p:spPr>
            <a:xfrm flipH="1">
              <a:off x="3213967"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2" name="Google Shape;612;p74"/>
            <p:cNvSpPr/>
            <p:nvPr/>
          </p:nvSpPr>
          <p:spPr>
            <a:xfrm flipH="1">
              <a:off x="1032766" y="3554864"/>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3" name="Google Shape;613;p74"/>
            <p:cNvSpPr/>
            <p:nvPr/>
          </p:nvSpPr>
          <p:spPr>
            <a:xfrm flipH="1">
              <a:off x="801426" y="412809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4" name="Google Shape;614;p74"/>
            <p:cNvSpPr/>
            <p:nvPr/>
          </p:nvSpPr>
          <p:spPr>
            <a:xfrm flipH="1">
              <a:off x="574218" y="1950638"/>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5" name="Google Shape;615;p74"/>
            <p:cNvSpPr/>
            <p:nvPr/>
          </p:nvSpPr>
          <p:spPr>
            <a:xfrm flipH="1">
              <a:off x="1264106" y="2061986"/>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6" name="Google Shape;616;p74"/>
            <p:cNvSpPr/>
            <p:nvPr/>
          </p:nvSpPr>
          <p:spPr>
            <a:xfrm flipH="1">
              <a:off x="1264106" y="5963263"/>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7" name="Google Shape;617;p74"/>
            <p:cNvSpPr/>
            <p:nvPr/>
          </p:nvSpPr>
          <p:spPr>
            <a:xfrm flipH="1">
              <a:off x="1032766" y="6305553"/>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8" name="Google Shape;618;p74"/>
            <p:cNvSpPr/>
            <p:nvPr/>
          </p:nvSpPr>
          <p:spPr>
            <a:xfrm flipH="1">
              <a:off x="7811843" y="6190082"/>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19" name="Google Shape;619;p74"/>
            <p:cNvSpPr/>
            <p:nvPr/>
          </p:nvSpPr>
          <p:spPr>
            <a:xfrm flipH="1">
              <a:off x="2755419" y="653649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0" name="Google Shape;620;p74"/>
            <p:cNvSpPr/>
            <p:nvPr/>
          </p:nvSpPr>
          <p:spPr>
            <a:xfrm flipH="1">
              <a:off x="3213967"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1" name="Google Shape;621;p74"/>
            <p:cNvSpPr/>
            <p:nvPr/>
          </p:nvSpPr>
          <p:spPr>
            <a:xfrm flipH="1">
              <a:off x="2181201" y="687878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2" name="Google Shape;622;p74"/>
            <p:cNvSpPr/>
            <p:nvPr/>
          </p:nvSpPr>
          <p:spPr>
            <a:xfrm flipH="1">
              <a:off x="2639749" y="4816799"/>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3" name="Google Shape;623;p74"/>
            <p:cNvSpPr/>
            <p:nvPr/>
          </p:nvSpPr>
          <p:spPr>
            <a:xfrm flipH="1">
              <a:off x="2528212" y="6878785"/>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4" name="Google Shape;624;p74"/>
            <p:cNvSpPr/>
            <p:nvPr/>
          </p:nvSpPr>
          <p:spPr>
            <a:xfrm flipH="1">
              <a:off x="3102430" y="4816799"/>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5" name="Google Shape;625;p74"/>
            <p:cNvSpPr/>
            <p:nvPr/>
          </p:nvSpPr>
          <p:spPr>
            <a:xfrm flipH="1">
              <a:off x="4250865" y="6190082"/>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6" name="Google Shape;626;p74"/>
            <p:cNvSpPr/>
            <p:nvPr/>
          </p:nvSpPr>
          <p:spPr>
            <a:xfrm flipH="1">
              <a:off x="8270390" y="653649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7" name="Google Shape;627;p74"/>
            <p:cNvSpPr/>
            <p:nvPr/>
          </p:nvSpPr>
          <p:spPr>
            <a:xfrm flipH="1">
              <a:off x="6204859" y="6305553"/>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8" name="Google Shape;628;p74"/>
            <p:cNvSpPr/>
            <p:nvPr/>
          </p:nvSpPr>
          <p:spPr>
            <a:xfrm flipH="1">
              <a:off x="7580502" y="45858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29" name="Google Shape;629;p74"/>
            <p:cNvSpPr/>
            <p:nvPr/>
          </p:nvSpPr>
          <p:spPr>
            <a:xfrm flipH="1">
              <a:off x="6547736" y="687878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0" name="Google Shape;630;p74"/>
            <p:cNvSpPr/>
            <p:nvPr/>
          </p:nvSpPr>
          <p:spPr>
            <a:xfrm flipH="1">
              <a:off x="7006284" y="4816799"/>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1" name="Google Shape;631;p74"/>
            <p:cNvSpPr/>
            <p:nvPr/>
          </p:nvSpPr>
          <p:spPr>
            <a:xfrm flipH="1">
              <a:off x="6890615" y="1030992"/>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2" name="Google Shape;632;p74"/>
            <p:cNvSpPr/>
            <p:nvPr/>
          </p:nvSpPr>
          <p:spPr>
            <a:xfrm flipH="1">
              <a:off x="7580502" y="160422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3" name="Google Shape;633;p74"/>
            <p:cNvSpPr/>
            <p:nvPr/>
          </p:nvSpPr>
          <p:spPr>
            <a:xfrm flipH="1">
              <a:off x="7927513" y="2750689"/>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4" name="Google Shape;634;p74"/>
            <p:cNvSpPr/>
            <p:nvPr/>
          </p:nvSpPr>
          <p:spPr>
            <a:xfrm flipH="1">
              <a:off x="7927513" y="2408399"/>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5" name="Google Shape;635;p74"/>
            <p:cNvSpPr/>
            <p:nvPr/>
          </p:nvSpPr>
          <p:spPr>
            <a:xfrm flipH="1">
              <a:off x="115670" y="5616850"/>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6" name="Google Shape;636;p74"/>
            <p:cNvSpPr/>
            <p:nvPr/>
          </p:nvSpPr>
          <p:spPr>
            <a:xfrm flipH="1">
              <a:off x="2528212" y="342289"/>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7" name="Google Shape;637;p74"/>
            <p:cNvSpPr/>
            <p:nvPr/>
          </p:nvSpPr>
          <p:spPr>
            <a:xfrm flipH="1">
              <a:off x="2986760" y="573232"/>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8" name="Google Shape;638;p74"/>
            <p:cNvSpPr/>
            <p:nvPr/>
          </p:nvSpPr>
          <p:spPr>
            <a:xfrm flipH="1">
              <a:off x="4940753" y="114646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39" name="Google Shape;639;p74"/>
            <p:cNvSpPr/>
            <p:nvPr/>
          </p:nvSpPr>
          <p:spPr>
            <a:xfrm flipH="1">
              <a:off x="5514971" y="9155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0" name="Google Shape;640;p74"/>
            <p:cNvSpPr/>
            <p:nvPr/>
          </p:nvSpPr>
          <p:spPr>
            <a:xfrm flipH="1">
              <a:off x="5626509" y="688703"/>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1" name="Google Shape;641;p74"/>
            <p:cNvSpPr/>
            <p:nvPr/>
          </p:nvSpPr>
          <p:spPr>
            <a:xfrm flipH="1">
              <a:off x="7811843" y="114646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2" name="Google Shape;642;p74"/>
            <p:cNvSpPr/>
            <p:nvPr/>
          </p:nvSpPr>
          <p:spPr>
            <a:xfrm flipH="1">
              <a:off x="7353295" y="9155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3" name="Google Shape;643;p74"/>
            <p:cNvSpPr/>
            <p:nvPr/>
          </p:nvSpPr>
          <p:spPr>
            <a:xfrm flipH="1">
              <a:off x="7006284" y="1377406"/>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4" name="Google Shape;644;p74"/>
            <p:cNvSpPr/>
            <p:nvPr/>
          </p:nvSpPr>
          <p:spPr>
            <a:xfrm flipH="1">
              <a:off x="574218" y="2292928"/>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5" name="Google Shape;645;p74"/>
            <p:cNvSpPr/>
            <p:nvPr/>
          </p:nvSpPr>
          <p:spPr>
            <a:xfrm flipH="1">
              <a:off x="1379776" y="171969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6" name="Google Shape;646;p74"/>
            <p:cNvSpPr/>
            <p:nvPr/>
          </p:nvSpPr>
          <p:spPr>
            <a:xfrm flipH="1">
              <a:off x="5052291" y="2177457"/>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7" name="Google Shape;647;p74"/>
            <p:cNvSpPr/>
            <p:nvPr/>
          </p:nvSpPr>
          <p:spPr>
            <a:xfrm flipH="1">
              <a:off x="4825083" y="2866160"/>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8" name="Google Shape;648;p74"/>
            <p:cNvSpPr/>
            <p:nvPr/>
          </p:nvSpPr>
          <p:spPr>
            <a:xfrm flipH="1">
              <a:off x="5514971" y="2523870"/>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49" name="Google Shape;649;p74"/>
            <p:cNvSpPr/>
            <p:nvPr/>
          </p:nvSpPr>
          <p:spPr>
            <a:xfrm flipH="1">
              <a:off x="3213967" y="2523870"/>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0" name="Google Shape;650;p74"/>
            <p:cNvSpPr/>
            <p:nvPr/>
          </p:nvSpPr>
          <p:spPr>
            <a:xfrm flipH="1">
              <a:off x="3329637" y="1719696"/>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1" name="Google Shape;651;p74"/>
            <p:cNvSpPr/>
            <p:nvPr/>
          </p:nvSpPr>
          <p:spPr>
            <a:xfrm flipH="1">
              <a:off x="2755419" y="4128096"/>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2" name="Google Shape;652;p74"/>
            <p:cNvSpPr/>
            <p:nvPr/>
          </p:nvSpPr>
          <p:spPr>
            <a:xfrm flipH="1">
              <a:off x="5514971" y="4816799"/>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3" name="Google Shape;653;p74"/>
            <p:cNvSpPr/>
            <p:nvPr/>
          </p:nvSpPr>
          <p:spPr>
            <a:xfrm flipH="1">
              <a:off x="5626509" y="40126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4" name="Google Shape;654;p74"/>
            <p:cNvSpPr/>
            <p:nvPr/>
          </p:nvSpPr>
          <p:spPr>
            <a:xfrm flipH="1">
              <a:off x="7237624" y="4585857"/>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5" name="Google Shape;655;p74"/>
            <p:cNvSpPr/>
            <p:nvPr/>
          </p:nvSpPr>
          <p:spPr>
            <a:xfrm flipH="1">
              <a:off x="7353295" y="412809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6" name="Google Shape;656;p74"/>
            <p:cNvSpPr/>
            <p:nvPr/>
          </p:nvSpPr>
          <p:spPr>
            <a:xfrm flipH="1">
              <a:off x="6779076" y="4585857"/>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7" name="Google Shape;657;p74"/>
            <p:cNvSpPr/>
            <p:nvPr/>
          </p:nvSpPr>
          <p:spPr>
            <a:xfrm flipH="1">
              <a:off x="7927513" y="6536496"/>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8" name="Google Shape;658;p74"/>
            <p:cNvSpPr/>
            <p:nvPr/>
          </p:nvSpPr>
          <p:spPr>
            <a:xfrm flipH="1">
              <a:off x="7580502" y="676331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59" name="Google Shape;659;p74"/>
            <p:cNvSpPr/>
            <p:nvPr/>
          </p:nvSpPr>
          <p:spPr>
            <a:xfrm flipH="1">
              <a:off x="6547736" y="64210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0" name="Google Shape;660;p74"/>
            <p:cNvSpPr/>
            <p:nvPr/>
          </p:nvSpPr>
          <p:spPr>
            <a:xfrm flipH="1">
              <a:off x="6663407" y="6078735"/>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1" name="Google Shape;661;p74"/>
            <p:cNvSpPr/>
            <p:nvPr/>
          </p:nvSpPr>
          <p:spPr>
            <a:xfrm flipH="1">
              <a:off x="4825083" y="642102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2" name="Google Shape;662;p74"/>
            <p:cNvSpPr/>
            <p:nvPr/>
          </p:nvSpPr>
          <p:spPr>
            <a:xfrm flipH="1">
              <a:off x="4019525" y="6536496"/>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3" name="Google Shape;663;p74"/>
            <p:cNvSpPr/>
            <p:nvPr/>
          </p:nvSpPr>
          <p:spPr>
            <a:xfrm flipH="1">
              <a:off x="5167961" y="676331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4" name="Google Shape;664;p74"/>
            <p:cNvSpPr/>
            <p:nvPr/>
          </p:nvSpPr>
          <p:spPr>
            <a:xfrm flipH="1">
              <a:off x="3102430" y="699425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5" name="Google Shape;665;p74"/>
            <p:cNvSpPr/>
            <p:nvPr/>
          </p:nvSpPr>
          <p:spPr>
            <a:xfrm flipH="1">
              <a:off x="2181201" y="64210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6" name="Google Shape;666;p74"/>
            <p:cNvSpPr/>
            <p:nvPr/>
          </p:nvSpPr>
          <p:spPr>
            <a:xfrm flipH="1">
              <a:off x="2412542" y="7109728"/>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7" name="Google Shape;667;p74"/>
            <p:cNvSpPr/>
            <p:nvPr/>
          </p:nvSpPr>
          <p:spPr>
            <a:xfrm flipH="1">
              <a:off x="115670" y="6305553"/>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8" name="Google Shape;668;p74"/>
            <p:cNvSpPr/>
            <p:nvPr/>
          </p:nvSpPr>
          <p:spPr>
            <a:xfrm flipH="1">
              <a:off x="574218" y="57323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69" name="Google Shape;669;p74"/>
            <p:cNvSpPr/>
            <p:nvPr/>
          </p:nvSpPr>
          <p:spPr>
            <a:xfrm flipH="1">
              <a:off x="1148435" y="4243567"/>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0" name="Google Shape;670;p74"/>
            <p:cNvSpPr/>
            <p:nvPr/>
          </p:nvSpPr>
          <p:spPr>
            <a:xfrm flipH="1">
              <a:off x="1264106" y="3897153"/>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1" name="Google Shape;671;p74"/>
            <p:cNvSpPr/>
            <p:nvPr/>
          </p:nvSpPr>
          <p:spPr>
            <a:xfrm flipH="1">
              <a:off x="689888" y="447038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2" name="Google Shape;672;p74"/>
            <p:cNvSpPr/>
            <p:nvPr/>
          </p:nvSpPr>
          <p:spPr>
            <a:xfrm flipH="1">
              <a:off x="1953994" y="230942"/>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3" name="Google Shape;673;p74"/>
            <p:cNvSpPr/>
            <p:nvPr/>
          </p:nvSpPr>
          <p:spPr>
            <a:xfrm flipH="1">
              <a:off x="2296871" y="804174"/>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4" name="Google Shape;674;p74"/>
            <p:cNvSpPr/>
            <p:nvPr/>
          </p:nvSpPr>
          <p:spPr>
            <a:xfrm flipH="1">
              <a:off x="5514971" y="1261935"/>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5" name="Google Shape;675;p74"/>
            <p:cNvSpPr/>
            <p:nvPr/>
          </p:nvSpPr>
          <p:spPr>
            <a:xfrm flipH="1">
              <a:off x="5167961" y="688703"/>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6" name="Google Shape;676;p74"/>
            <p:cNvSpPr/>
            <p:nvPr/>
          </p:nvSpPr>
          <p:spPr>
            <a:xfrm flipH="1">
              <a:off x="7353295" y="1146464"/>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7" name="Google Shape;677;p74"/>
            <p:cNvSpPr/>
            <p:nvPr/>
          </p:nvSpPr>
          <p:spPr>
            <a:xfrm flipH="1">
              <a:off x="8043182" y="171969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8" name="Google Shape;678;p74"/>
            <p:cNvSpPr/>
            <p:nvPr/>
          </p:nvSpPr>
          <p:spPr>
            <a:xfrm flipH="1">
              <a:off x="6779076" y="699425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79" name="Google Shape;679;p74"/>
            <p:cNvSpPr/>
            <p:nvPr/>
          </p:nvSpPr>
          <p:spPr>
            <a:xfrm flipH="1">
              <a:off x="6204859" y="6878785"/>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0" name="Google Shape;680;p74"/>
            <p:cNvSpPr/>
            <p:nvPr/>
          </p:nvSpPr>
          <p:spPr>
            <a:xfrm flipH="1">
              <a:off x="6089189" y="5963263"/>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1" name="Google Shape;681;p74"/>
            <p:cNvSpPr/>
            <p:nvPr/>
          </p:nvSpPr>
          <p:spPr>
            <a:xfrm flipH="1">
              <a:off x="4593743" y="6078735"/>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2" name="Google Shape;682;p74"/>
            <p:cNvSpPr/>
            <p:nvPr/>
          </p:nvSpPr>
          <p:spPr>
            <a:xfrm flipH="1">
              <a:off x="5052291" y="6190082"/>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3" name="Google Shape;683;p74"/>
            <p:cNvSpPr/>
            <p:nvPr/>
          </p:nvSpPr>
          <p:spPr>
            <a:xfrm flipH="1">
              <a:off x="4366535" y="6536496"/>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4" name="Google Shape;684;p74"/>
            <p:cNvSpPr/>
            <p:nvPr/>
          </p:nvSpPr>
          <p:spPr>
            <a:xfrm flipH="1">
              <a:off x="3102430" y="6651967"/>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5" name="Google Shape;685;p74"/>
            <p:cNvSpPr/>
            <p:nvPr/>
          </p:nvSpPr>
          <p:spPr>
            <a:xfrm flipH="1">
              <a:off x="2755419" y="7109728"/>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6" name="Google Shape;686;p74"/>
            <p:cNvSpPr/>
            <p:nvPr/>
          </p:nvSpPr>
          <p:spPr>
            <a:xfrm flipH="1">
              <a:off x="574218" y="6305553"/>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7" name="Google Shape;687;p74"/>
            <p:cNvSpPr/>
            <p:nvPr/>
          </p:nvSpPr>
          <p:spPr>
            <a:xfrm flipH="1">
              <a:off x="917096" y="5732321"/>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8" name="Google Shape;688;p74"/>
            <p:cNvSpPr/>
            <p:nvPr/>
          </p:nvSpPr>
          <p:spPr>
            <a:xfrm flipH="1">
              <a:off x="115670" y="5963263"/>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89" name="Google Shape;689;p74"/>
            <p:cNvSpPr/>
            <p:nvPr/>
          </p:nvSpPr>
          <p:spPr>
            <a:xfrm flipH="1">
              <a:off x="1032766" y="4585857"/>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0" name="Google Shape;690;p74"/>
            <p:cNvSpPr/>
            <p:nvPr/>
          </p:nvSpPr>
          <p:spPr>
            <a:xfrm flipH="1">
              <a:off x="1379776" y="447038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1" name="Google Shape;691;p74"/>
            <p:cNvSpPr/>
            <p:nvPr/>
          </p:nvSpPr>
          <p:spPr>
            <a:xfrm flipH="1">
              <a:off x="3102430" y="4012624"/>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2" name="Google Shape;692;p74"/>
            <p:cNvSpPr/>
            <p:nvPr/>
          </p:nvSpPr>
          <p:spPr>
            <a:xfrm flipH="1">
              <a:off x="3560977" y="4359038"/>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3" name="Google Shape;693;p74"/>
            <p:cNvSpPr/>
            <p:nvPr/>
          </p:nvSpPr>
          <p:spPr>
            <a:xfrm flipH="1">
              <a:off x="3329637" y="2866160"/>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4" name="Google Shape;694;p74"/>
            <p:cNvSpPr/>
            <p:nvPr/>
          </p:nvSpPr>
          <p:spPr>
            <a:xfrm flipH="1">
              <a:off x="2639749" y="2061986"/>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5" name="Google Shape;695;p74"/>
            <p:cNvSpPr/>
            <p:nvPr/>
          </p:nvSpPr>
          <p:spPr>
            <a:xfrm flipH="1">
              <a:off x="4940753" y="2639342"/>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6" name="Google Shape;696;p74"/>
            <p:cNvSpPr/>
            <p:nvPr/>
          </p:nvSpPr>
          <p:spPr>
            <a:xfrm flipH="1">
              <a:off x="5742178" y="2061986"/>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7" name="Google Shape;697;p74"/>
            <p:cNvSpPr/>
            <p:nvPr/>
          </p:nvSpPr>
          <p:spPr>
            <a:xfrm flipH="1">
              <a:off x="7580502" y="2750689"/>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8" name="Google Shape;698;p74"/>
            <p:cNvSpPr/>
            <p:nvPr/>
          </p:nvSpPr>
          <p:spPr>
            <a:xfrm flipH="1">
              <a:off x="7237624" y="2408399"/>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699" name="Google Shape;699;p74"/>
            <p:cNvSpPr/>
            <p:nvPr/>
          </p:nvSpPr>
          <p:spPr>
            <a:xfrm flipH="1">
              <a:off x="8154720" y="3097103"/>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00" name="Google Shape;700;p74"/>
            <p:cNvSpPr/>
            <p:nvPr/>
          </p:nvSpPr>
          <p:spPr>
            <a:xfrm flipH="1">
              <a:off x="5399301" y="412809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01" name="Google Shape;701;p74"/>
            <p:cNvSpPr/>
            <p:nvPr/>
          </p:nvSpPr>
          <p:spPr>
            <a:xfrm flipH="1">
              <a:off x="4940753" y="3897153"/>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02" name="Google Shape;702;p74"/>
            <p:cNvSpPr/>
            <p:nvPr/>
          </p:nvSpPr>
          <p:spPr>
            <a:xfrm flipH="1">
              <a:off x="5167961" y="5043618"/>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03" name="Google Shape;703;p74"/>
            <p:cNvSpPr/>
            <p:nvPr/>
          </p:nvSpPr>
          <p:spPr>
            <a:xfrm flipH="1">
              <a:off x="7811843" y="4359038"/>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704" name="Google Shape;704;p74"/>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705" name="Google Shape;705;p74"/>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cxnSp>
        <p:nvCxnSpPr>
          <p:cNvPr id="710" name="Google Shape;710;p75"/>
          <p:cNvCxnSpPr/>
          <p:nvPr/>
        </p:nvCxnSpPr>
        <p:spPr>
          <a:xfrm rot="10800000">
            <a:off x="9118599" y="8931276"/>
            <a:ext cx="6664327" cy="2590800"/>
          </a:xfrm>
          <a:prstGeom prst="straightConnector1">
            <a:avLst/>
          </a:prstGeom>
          <a:noFill/>
          <a:ln cap="flat" cmpd="sng" w="63500">
            <a:solidFill>
              <a:srgbClr val="000000"/>
            </a:solidFill>
            <a:prstDash val="solid"/>
            <a:round/>
            <a:headEnd len="sm" w="sm" type="none"/>
            <a:tailEnd len="sm" w="sm" type="none"/>
          </a:ln>
        </p:spPr>
      </p:cxnSp>
      <p:sp>
        <p:nvSpPr>
          <p:cNvPr id="711" name="Google Shape;711;p75"/>
          <p:cNvSpPr txBox="1"/>
          <p:nvPr>
            <p:ph type="title"/>
          </p:nvPr>
        </p:nvSpPr>
        <p:spPr>
          <a:xfrm>
            <a:off x="3962400" y="41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Feature matching</a:t>
            </a:r>
            <a:endParaRPr/>
          </a:p>
        </p:txBody>
      </p:sp>
      <p:grpSp>
        <p:nvGrpSpPr>
          <p:cNvPr id="712" name="Google Shape;712;p75"/>
          <p:cNvGrpSpPr/>
          <p:nvPr/>
        </p:nvGrpSpPr>
        <p:grpSpPr>
          <a:xfrm>
            <a:off x="7873999" y="4791075"/>
            <a:ext cx="8464553" cy="7423152"/>
            <a:chOff x="-1" y="-1"/>
            <a:chExt cx="8464552" cy="7423151"/>
          </a:xfrm>
        </p:grpSpPr>
        <p:cxnSp>
          <p:nvCxnSpPr>
            <p:cNvPr id="713" name="Google Shape;713;p75"/>
            <p:cNvCxnSpPr/>
            <p:nvPr/>
          </p:nvCxnSpPr>
          <p:spPr>
            <a:xfrm flipH="1">
              <a:off x="7427654" y="2820796"/>
              <a:ext cx="99145" cy="1793927"/>
            </a:xfrm>
            <a:prstGeom prst="straightConnector1">
              <a:avLst/>
            </a:prstGeom>
            <a:noFill/>
            <a:ln cap="flat" cmpd="sng" w="63500">
              <a:solidFill>
                <a:srgbClr val="000000"/>
              </a:solidFill>
              <a:prstDash val="solid"/>
              <a:round/>
              <a:headEnd len="sm" w="sm" type="none"/>
              <a:tailEnd len="sm" w="sm" type="none"/>
            </a:ln>
          </p:spPr>
        </p:cxnSp>
        <p:cxnSp>
          <p:nvCxnSpPr>
            <p:cNvPr id="714" name="Google Shape;714;p75"/>
            <p:cNvCxnSpPr/>
            <p:nvPr/>
          </p:nvCxnSpPr>
          <p:spPr>
            <a:xfrm>
              <a:off x="7328507" y="4713700"/>
              <a:ext cx="495727" cy="1798051"/>
            </a:xfrm>
            <a:prstGeom prst="straightConnector1">
              <a:avLst/>
            </a:prstGeom>
            <a:noFill/>
            <a:ln cap="flat" cmpd="sng" w="63500">
              <a:solidFill>
                <a:srgbClr val="000000"/>
              </a:solidFill>
              <a:prstDash val="solid"/>
              <a:round/>
              <a:headEnd len="sm" w="sm" type="none"/>
              <a:tailEnd len="sm" w="sm" type="none"/>
            </a:ln>
          </p:spPr>
        </p:cxnSp>
        <p:cxnSp>
          <p:nvCxnSpPr>
            <p:cNvPr id="715" name="Google Shape;715;p75"/>
            <p:cNvCxnSpPr/>
            <p:nvPr/>
          </p:nvCxnSpPr>
          <p:spPr>
            <a:xfrm>
              <a:off x="5527363" y="2519747"/>
              <a:ext cx="1995305" cy="164959"/>
            </a:xfrm>
            <a:prstGeom prst="straightConnector1">
              <a:avLst/>
            </a:prstGeom>
            <a:noFill/>
            <a:ln cap="flat" cmpd="sng" w="63500">
              <a:solidFill>
                <a:srgbClr val="000000"/>
              </a:solidFill>
              <a:prstDash val="solid"/>
              <a:round/>
              <a:headEnd len="sm" w="sm" type="none"/>
              <a:tailEnd len="sm" w="sm" type="none"/>
            </a:ln>
          </p:spPr>
        </p:cxnSp>
        <p:cxnSp>
          <p:nvCxnSpPr>
            <p:cNvPr id="716" name="Google Shape;716;p75"/>
            <p:cNvCxnSpPr/>
            <p:nvPr/>
          </p:nvCxnSpPr>
          <p:spPr>
            <a:xfrm flipH="1" rot="10800000">
              <a:off x="3127215" y="2486756"/>
              <a:ext cx="2396017" cy="1930019"/>
            </a:xfrm>
            <a:prstGeom prst="straightConnector1">
              <a:avLst/>
            </a:prstGeom>
            <a:noFill/>
            <a:ln cap="flat" cmpd="sng" w="63500">
              <a:solidFill>
                <a:srgbClr val="000000"/>
              </a:solidFill>
              <a:prstDash val="solid"/>
              <a:round/>
              <a:headEnd len="sm" w="sm" type="none"/>
              <a:tailEnd len="sm" w="sm" type="none"/>
            </a:ln>
          </p:spPr>
        </p:cxnSp>
        <p:cxnSp>
          <p:nvCxnSpPr>
            <p:cNvPr id="717" name="Google Shape;717;p75"/>
            <p:cNvCxnSpPr/>
            <p:nvPr/>
          </p:nvCxnSpPr>
          <p:spPr>
            <a:xfrm>
              <a:off x="2528211" y="573231"/>
              <a:ext cx="685756" cy="1950640"/>
            </a:xfrm>
            <a:prstGeom prst="straightConnector1">
              <a:avLst/>
            </a:prstGeom>
            <a:noFill/>
            <a:ln cap="flat" cmpd="sng" w="63500">
              <a:solidFill>
                <a:srgbClr val="000000"/>
              </a:solidFill>
              <a:prstDash val="solid"/>
              <a:round/>
              <a:headEnd len="sm" w="sm" type="none"/>
              <a:tailEnd len="sm" w="sm" type="none"/>
            </a:ln>
          </p:spPr>
        </p:cxnSp>
        <p:cxnSp>
          <p:nvCxnSpPr>
            <p:cNvPr id="718" name="Google Shape;718;p75"/>
            <p:cNvCxnSpPr/>
            <p:nvPr/>
          </p:nvCxnSpPr>
          <p:spPr>
            <a:xfrm>
              <a:off x="2528211" y="573231"/>
              <a:ext cx="574216" cy="4012626"/>
            </a:xfrm>
            <a:prstGeom prst="straightConnector1">
              <a:avLst/>
            </a:prstGeom>
            <a:noFill/>
            <a:ln cap="flat" cmpd="sng" w="63500">
              <a:solidFill>
                <a:srgbClr val="000000"/>
              </a:solidFill>
              <a:prstDash val="solid"/>
              <a:round/>
              <a:headEnd len="sm" w="sm" type="none"/>
              <a:tailEnd len="sm" w="sm" type="none"/>
            </a:ln>
          </p:spPr>
        </p:cxnSp>
        <p:cxnSp>
          <p:nvCxnSpPr>
            <p:cNvPr id="719" name="Google Shape;719;p75"/>
            <p:cNvCxnSpPr/>
            <p:nvPr/>
          </p:nvCxnSpPr>
          <p:spPr>
            <a:xfrm flipH="1">
              <a:off x="3102429" y="2523871"/>
              <a:ext cx="111539" cy="2061987"/>
            </a:xfrm>
            <a:prstGeom prst="straightConnector1">
              <a:avLst/>
            </a:prstGeom>
            <a:noFill/>
            <a:ln cap="flat" cmpd="sng" w="63500">
              <a:solidFill>
                <a:srgbClr val="000000"/>
              </a:solidFill>
              <a:prstDash val="solid"/>
              <a:round/>
              <a:headEnd len="sm" w="sm" type="none"/>
              <a:tailEnd len="sm" w="sm" type="none"/>
            </a:ln>
          </p:spPr>
        </p:cxnSp>
        <p:cxnSp>
          <p:nvCxnSpPr>
            <p:cNvPr id="720" name="Google Shape;720;p75"/>
            <p:cNvCxnSpPr/>
            <p:nvPr/>
          </p:nvCxnSpPr>
          <p:spPr>
            <a:xfrm>
              <a:off x="917096" y="3897153"/>
              <a:ext cx="2185332" cy="688703"/>
            </a:xfrm>
            <a:prstGeom prst="straightConnector1">
              <a:avLst/>
            </a:prstGeom>
            <a:noFill/>
            <a:ln cap="flat" cmpd="sng" w="63500">
              <a:solidFill>
                <a:srgbClr val="000000"/>
              </a:solidFill>
              <a:prstDash val="solid"/>
              <a:round/>
              <a:headEnd len="sm" w="sm" type="none"/>
              <a:tailEnd len="sm" w="sm" type="none"/>
            </a:ln>
          </p:spPr>
        </p:cxnSp>
        <p:cxnSp>
          <p:nvCxnSpPr>
            <p:cNvPr id="721" name="Google Shape;721;p75"/>
            <p:cNvCxnSpPr/>
            <p:nvPr/>
          </p:nvCxnSpPr>
          <p:spPr>
            <a:xfrm>
              <a:off x="917096" y="6078734"/>
              <a:ext cx="1953992" cy="800052"/>
            </a:xfrm>
            <a:prstGeom prst="straightConnector1">
              <a:avLst/>
            </a:prstGeom>
            <a:noFill/>
            <a:ln cap="flat" cmpd="sng" w="63500">
              <a:solidFill>
                <a:srgbClr val="000000"/>
              </a:solidFill>
              <a:prstDash val="solid"/>
              <a:round/>
              <a:headEnd len="sm" w="sm" type="none"/>
              <a:tailEnd len="sm" w="sm" type="none"/>
            </a:ln>
          </p:spPr>
        </p:cxnSp>
        <p:cxnSp>
          <p:nvCxnSpPr>
            <p:cNvPr id="722" name="Google Shape;722;p75"/>
            <p:cNvCxnSpPr/>
            <p:nvPr/>
          </p:nvCxnSpPr>
          <p:spPr>
            <a:xfrm>
              <a:off x="4709413" y="6421024"/>
              <a:ext cx="1953992" cy="230943"/>
            </a:xfrm>
            <a:prstGeom prst="straightConnector1">
              <a:avLst/>
            </a:prstGeom>
            <a:noFill/>
            <a:ln cap="flat" cmpd="sng" w="63500">
              <a:solidFill>
                <a:srgbClr val="000000"/>
              </a:solidFill>
              <a:prstDash val="solid"/>
              <a:round/>
              <a:headEnd len="sm" w="sm" type="none"/>
              <a:tailEnd len="sm" w="sm" type="none"/>
            </a:ln>
          </p:spPr>
        </p:cxnSp>
        <p:cxnSp>
          <p:nvCxnSpPr>
            <p:cNvPr id="723" name="Google Shape;723;p75"/>
            <p:cNvCxnSpPr/>
            <p:nvPr/>
          </p:nvCxnSpPr>
          <p:spPr>
            <a:xfrm flipH="1" rot="10800000">
              <a:off x="689887" y="4585858"/>
              <a:ext cx="2296871" cy="1261935"/>
            </a:xfrm>
            <a:prstGeom prst="straightConnector1">
              <a:avLst/>
            </a:prstGeom>
            <a:noFill/>
            <a:ln cap="flat" cmpd="sng" w="63500">
              <a:solidFill>
                <a:srgbClr val="000000"/>
              </a:solidFill>
              <a:prstDash val="solid"/>
              <a:round/>
              <a:headEnd len="sm" w="sm" type="none"/>
              <a:tailEnd len="sm" w="sm" type="none"/>
            </a:ln>
          </p:spPr>
        </p:cxnSp>
        <p:cxnSp>
          <p:nvCxnSpPr>
            <p:cNvPr id="724" name="Google Shape;724;p75"/>
            <p:cNvCxnSpPr/>
            <p:nvPr/>
          </p:nvCxnSpPr>
          <p:spPr>
            <a:xfrm flipH="1" rot="10800000">
              <a:off x="4709412" y="4585859"/>
              <a:ext cx="2643881" cy="1835166"/>
            </a:xfrm>
            <a:prstGeom prst="straightConnector1">
              <a:avLst/>
            </a:prstGeom>
            <a:noFill/>
            <a:ln cap="flat" cmpd="sng" w="63500">
              <a:solidFill>
                <a:srgbClr val="000000"/>
              </a:solidFill>
              <a:prstDash val="solid"/>
              <a:round/>
              <a:headEnd len="sm" w="sm" type="none"/>
              <a:tailEnd len="sm" w="sm" type="none"/>
            </a:ln>
          </p:spPr>
        </p:cxnSp>
        <p:cxnSp>
          <p:nvCxnSpPr>
            <p:cNvPr id="725" name="Google Shape;725;p75"/>
            <p:cNvCxnSpPr/>
            <p:nvPr/>
          </p:nvCxnSpPr>
          <p:spPr>
            <a:xfrm flipH="1" rot="10800000">
              <a:off x="5283630" y="1377407"/>
              <a:ext cx="1838323" cy="1030993"/>
            </a:xfrm>
            <a:prstGeom prst="straightConnector1">
              <a:avLst/>
            </a:prstGeom>
            <a:noFill/>
            <a:ln cap="flat" cmpd="sng" w="63500">
              <a:solidFill>
                <a:srgbClr val="000000"/>
              </a:solidFill>
              <a:prstDash val="solid"/>
              <a:round/>
              <a:headEnd len="sm" w="sm" type="none"/>
              <a:tailEnd len="sm" w="sm" type="none"/>
            </a:ln>
          </p:spPr>
        </p:cxnSp>
        <p:cxnSp>
          <p:nvCxnSpPr>
            <p:cNvPr id="726" name="Google Shape;726;p75"/>
            <p:cNvCxnSpPr/>
            <p:nvPr/>
          </p:nvCxnSpPr>
          <p:spPr>
            <a:xfrm rot="10800000">
              <a:off x="3213968" y="4359040"/>
              <a:ext cx="2185333" cy="111346"/>
            </a:xfrm>
            <a:prstGeom prst="straightConnector1">
              <a:avLst/>
            </a:prstGeom>
            <a:noFill/>
            <a:ln cap="flat" cmpd="sng" w="63500">
              <a:solidFill>
                <a:srgbClr val="000000"/>
              </a:solidFill>
              <a:prstDash val="solid"/>
              <a:round/>
              <a:headEnd len="sm" w="sm" type="none"/>
              <a:tailEnd len="sm" w="sm" type="none"/>
            </a:ln>
          </p:spPr>
        </p:cxnSp>
        <p:pic>
          <p:nvPicPr>
            <p:cNvPr descr="vgasull_23497540" id="727" name="Google Shape;727;p75"/>
            <p:cNvPicPr preferRelativeResize="0"/>
            <p:nvPr/>
          </p:nvPicPr>
          <p:blipFill rotWithShape="1">
            <a:blip r:embed="rId3">
              <a:alphaModFix/>
            </a:blip>
            <a:srcRect b="0" l="0" r="0" t="0"/>
            <a:stretch/>
          </p:blipFill>
          <p:spPr>
            <a:xfrm>
              <a:off x="1953993" y="6305553"/>
              <a:ext cx="1491315" cy="1117597"/>
            </a:xfrm>
            <a:prstGeom prst="rect">
              <a:avLst/>
            </a:prstGeom>
            <a:noFill/>
            <a:ln>
              <a:noFill/>
            </a:ln>
          </p:spPr>
        </p:pic>
        <p:pic>
          <p:nvPicPr>
            <p:cNvPr descr="vgasull_25138094" id="728" name="Google Shape;728;p75"/>
            <p:cNvPicPr preferRelativeResize="0"/>
            <p:nvPr/>
          </p:nvPicPr>
          <p:blipFill rotWithShape="1">
            <a:blip r:embed="rId4">
              <a:alphaModFix/>
            </a:blip>
            <a:srcRect b="0" l="0" r="0" t="0"/>
            <a:stretch/>
          </p:blipFill>
          <p:spPr>
            <a:xfrm>
              <a:off x="6779076" y="804174"/>
              <a:ext cx="1491315" cy="1117598"/>
            </a:xfrm>
            <a:prstGeom prst="rect">
              <a:avLst/>
            </a:prstGeom>
            <a:noFill/>
            <a:ln>
              <a:noFill/>
            </a:ln>
          </p:spPr>
        </p:pic>
        <p:pic>
          <p:nvPicPr>
            <p:cNvPr descr="12537899@N00_61998638" id="729" name="Google Shape;729;p75"/>
            <p:cNvPicPr preferRelativeResize="0"/>
            <p:nvPr/>
          </p:nvPicPr>
          <p:blipFill rotWithShape="1">
            <a:blip r:embed="rId5">
              <a:alphaModFix/>
            </a:blip>
            <a:srcRect b="0" l="0" r="0" t="0"/>
            <a:stretch/>
          </p:blipFill>
          <p:spPr>
            <a:xfrm>
              <a:off x="-1" y="5505503"/>
              <a:ext cx="1491315" cy="1117597"/>
            </a:xfrm>
            <a:prstGeom prst="rect">
              <a:avLst/>
            </a:prstGeom>
            <a:noFill/>
            <a:ln>
              <a:noFill/>
            </a:ln>
          </p:spPr>
        </p:pic>
        <p:pic>
          <p:nvPicPr>
            <p:cNvPr descr="amos_33004438" id="730" name="Google Shape;730;p75"/>
            <p:cNvPicPr preferRelativeResize="0"/>
            <p:nvPr/>
          </p:nvPicPr>
          <p:blipFill rotWithShape="1">
            <a:blip r:embed="rId6">
              <a:alphaModFix/>
            </a:blip>
            <a:srcRect b="0" l="0" r="0" t="0"/>
            <a:stretch/>
          </p:blipFill>
          <p:spPr>
            <a:xfrm>
              <a:off x="1838323" y="-1"/>
              <a:ext cx="1491315" cy="1117598"/>
            </a:xfrm>
            <a:prstGeom prst="rect">
              <a:avLst/>
            </a:prstGeom>
            <a:noFill/>
            <a:ln>
              <a:noFill/>
            </a:ln>
          </p:spPr>
        </p:pic>
        <p:pic>
          <p:nvPicPr>
            <p:cNvPr descr="antmoose_35893232" id="731" name="Google Shape;731;p75"/>
            <p:cNvPicPr preferRelativeResize="0"/>
            <p:nvPr/>
          </p:nvPicPr>
          <p:blipFill rotWithShape="1">
            <a:blip r:embed="rId7">
              <a:alphaModFix/>
            </a:blip>
            <a:srcRect b="0" l="0" r="0" t="0"/>
            <a:stretch/>
          </p:blipFill>
          <p:spPr>
            <a:xfrm>
              <a:off x="227208" y="1604225"/>
              <a:ext cx="1495446" cy="1117597"/>
            </a:xfrm>
            <a:prstGeom prst="rect">
              <a:avLst/>
            </a:prstGeom>
            <a:noFill/>
            <a:ln>
              <a:noFill/>
            </a:ln>
          </p:spPr>
        </p:pic>
        <p:pic>
          <p:nvPicPr>
            <p:cNvPr descr="brodo_1608728" id="732" name="Google Shape;732;p75"/>
            <p:cNvPicPr preferRelativeResize="0"/>
            <p:nvPr/>
          </p:nvPicPr>
          <p:blipFill rotWithShape="1">
            <a:blip r:embed="rId8">
              <a:alphaModFix/>
            </a:blip>
            <a:srcRect b="0" l="0" r="0" t="0"/>
            <a:stretch/>
          </p:blipFill>
          <p:spPr>
            <a:xfrm>
              <a:off x="3903855" y="5963263"/>
              <a:ext cx="1495446" cy="1117598"/>
            </a:xfrm>
            <a:prstGeom prst="rect">
              <a:avLst/>
            </a:prstGeom>
            <a:noFill/>
            <a:ln>
              <a:noFill/>
            </a:ln>
          </p:spPr>
        </p:pic>
        <p:pic>
          <p:nvPicPr>
            <p:cNvPr descr="daryoush_66536317" id="733" name="Google Shape;733;p75"/>
            <p:cNvPicPr preferRelativeResize="0"/>
            <p:nvPr/>
          </p:nvPicPr>
          <p:blipFill rotWithShape="1">
            <a:blip r:embed="rId9">
              <a:alphaModFix/>
            </a:blip>
            <a:srcRect b="0" l="0" r="0" t="0"/>
            <a:stretch/>
          </p:blipFill>
          <p:spPr>
            <a:xfrm>
              <a:off x="6890615" y="2292928"/>
              <a:ext cx="1495446" cy="1117597"/>
            </a:xfrm>
            <a:prstGeom prst="rect">
              <a:avLst/>
            </a:prstGeom>
            <a:noFill/>
            <a:ln>
              <a:noFill/>
            </a:ln>
          </p:spPr>
        </p:pic>
        <p:pic>
          <p:nvPicPr>
            <p:cNvPr descr="ekenzie_18947135" id="734" name="Google Shape;734;p75"/>
            <p:cNvPicPr preferRelativeResize="0"/>
            <p:nvPr/>
          </p:nvPicPr>
          <p:blipFill rotWithShape="1">
            <a:blip r:embed="rId10">
              <a:alphaModFix/>
            </a:blip>
            <a:srcRect b="0" l="0" r="0" t="0"/>
            <a:stretch/>
          </p:blipFill>
          <p:spPr>
            <a:xfrm>
              <a:off x="5973518" y="5847792"/>
              <a:ext cx="1003849" cy="1492879"/>
            </a:xfrm>
            <a:prstGeom prst="rect">
              <a:avLst/>
            </a:prstGeom>
            <a:noFill/>
            <a:ln>
              <a:noFill/>
            </a:ln>
          </p:spPr>
        </p:pic>
        <p:pic>
          <p:nvPicPr>
            <p:cNvPr descr="ewanmcdowall_60821586" id="735" name="Google Shape;735;p75"/>
            <p:cNvPicPr preferRelativeResize="0"/>
            <p:nvPr/>
          </p:nvPicPr>
          <p:blipFill rotWithShape="1">
            <a:blip r:embed="rId11">
              <a:alphaModFix/>
            </a:blip>
            <a:srcRect b="0" l="0" r="0" t="0"/>
            <a:stretch/>
          </p:blipFill>
          <p:spPr>
            <a:xfrm>
              <a:off x="2412541" y="3897153"/>
              <a:ext cx="1491315" cy="1117598"/>
            </a:xfrm>
            <a:prstGeom prst="rect">
              <a:avLst/>
            </a:prstGeom>
            <a:noFill/>
            <a:ln>
              <a:noFill/>
            </a:ln>
          </p:spPr>
        </p:pic>
        <p:pic>
          <p:nvPicPr>
            <p:cNvPr descr="gauiscaecilius_668314" id="736" name="Google Shape;736;p75"/>
            <p:cNvPicPr preferRelativeResize="0"/>
            <p:nvPr/>
          </p:nvPicPr>
          <p:blipFill rotWithShape="1">
            <a:blip r:embed="rId12">
              <a:alphaModFix/>
            </a:blip>
            <a:srcRect b="0" l="0" r="0" t="0"/>
            <a:stretch/>
          </p:blipFill>
          <p:spPr>
            <a:xfrm>
              <a:off x="4593743" y="1950638"/>
              <a:ext cx="1495446" cy="1117598"/>
            </a:xfrm>
            <a:prstGeom prst="rect">
              <a:avLst/>
            </a:prstGeom>
            <a:noFill/>
            <a:ln>
              <a:noFill/>
            </a:ln>
          </p:spPr>
        </p:pic>
        <p:pic>
          <p:nvPicPr>
            <p:cNvPr descr="kurtnaks_31263284" id="737" name="Google Shape;737;p75"/>
            <p:cNvPicPr preferRelativeResize="0"/>
            <p:nvPr/>
          </p:nvPicPr>
          <p:blipFill rotWithShape="1">
            <a:blip r:embed="rId13">
              <a:alphaModFix/>
            </a:blip>
            <a:srcRect b="0" l="0" r="0" t="0"/>
            <a:stretch/>
          </p:blipFill>
          <p:spPr>
            <a:xfrm>
              <a:off x="574217" y="3323921"/>
              <a:ext cx="995588" cy="1492879"/>
            </a:xfrm>
            <a:prstGeom prst="rect">
              <a:avLst/>
            </a:prstGeom>
            <a:noFill/>
            <a:ln>
              <a:noFill/>
            </a:ln>
          </p:spPr>
        </p:pic>
        <p:pic>
          <p:nvPicPr>
            <p:cNvPr descr="kurtnaks_31264738" id="738" name="Google Shape;738;p75"/>
            <p:cNvPicPr preferRelativeResize="0"/>
            <p:nvPr/>
          </p:nvPicPr>
          <p:blipFill rotWithShape="1">
            <a:blip r:embed="rId14">
              <a:alphaModFix/>
            </a:blip>
            <a:srcRect b="0" l="0" r="0" t="0"/>
            <a:stretch/>
          </p:blipFill>
          <p:spPr>
            <a:xfrm>
              <a:off x="7464832" y="5847792"/>
              <a:ext cx="999719" cy="1492879"/>
            </a:xfrm>
            <a:prstGeom prst="rect">
              <a:avLst/>
            </a:prstGeom>
            <a:noFill/>
            <a:ln>
              <a:noFill/>
            </a:ln>
          </p:spPr>
        </p:pic>
        <p:pic>
          <p:nvPicPr>
            <p:cNvPr descr="kurtnaks_31268253" id="739" name="Google Shape;739;p75"/>
            <p:cNvPicPr preferRelativeResize="0"/>
            <p:nvPr/>
          </p:nvPicPr>
          <p:blipFill rotWithShape="1">
            <a:blip r:embed="rId15">
              <a:alphaModFix/>
            </a:blip>
            <a:srcRect b="0" l="0" r="0" t="0"/>
            <a:stretch/>
          </p:blipFill>
          <p:spPr>
            <a:xfrm>
              <a:off x="4593743" y="573232"/>
              <a:ext cx="1495446" cy="998002"/>
            </a:xfrm>
            <a:prstGeom prst="rect">
              <a:avLst/>
            </a:prstGeom>
            <a:noFill/>
            <a:ln>
              <a:noFill/>
            </a:ln>
          </p:spPr>
        </p:pic>
        <p:pic>
          <p:nvPicPr>
            <p:cNvPr descr="mrjennings_23299087" id="740" name="Google Shape;740;p75"/>
            <p:cNvPicPr preferRelativeResize="0"/>
            <p:nvPr/>
          </p:nvPicPr>
          <p:blipFill rotWithShape="1">
            <a:blip r:embed="rId16">
              <a:alphaModFix/>
            </a:blip>
            <a:srcRect b="0" l="0" r="0" t="0"/>
            <a:stretch/>
          </p:blipFill>
          <p:spPr>
            <a:xfrm>
              <a:off x="4825082" y="3785806"/>
              <a:ext cx="1119520" cy="1488755"/>
            </a:xfrm>
            <a:prstGeom prst="rect">
              <a:avLst/>
            </a:prstGeom>
            <a:noFill/>
            <a:ln>
              <a:noFill/>
            </a:ln>
          </p:spPr>
        </p:pic>
        <p:pic>
          <p:nvPicPr>
            <p:cNvPr descr="mrjennings_62624466" id="741" name="Google Shape;741;p75"/>
            <p:cNvPicPr preferRelativeResize="0"/>
            <p:nvPr/>
          </p:nvPicPr>
          <p:blipFill rotWithShape="1">
            <a:blip r:embed="rId17">
              <a:alphaModFix/>
            </a:blip>
            <a:srcRect b="0" l="0" r="0" t="0"/>
            <a:stretch/>
          </p:blipFill>
          <p:spPr>
            <a:xfrm>
              <a:off x="6663406" y="4012624"/>
              <a:ext cx="1491315" cy="1117598"/>
            </a:xfrm>
            <a:prstGeom prst="rect">
              <a:avLst/>
            </a:prstGeom>
            <a:noFill/>
            <a:ln>
              <a:noFill/>
            </a:ln>
          </p:spPr>
        </p:pic>
        <p:pic>
          <p:nvPicPr>
            <p:cNvPr descr="mscolly_8512764" id="742" name="Google Shape;742;p75"/>
            <p:cNvPicPr preferRelativeResize="0"/>
            <p:nvPr/>
          </p:nvPicPr>
          <p:blipFill rotWithShape="1">
            <a:blip r:embed="rId18">
              <a:alphaModFix/>
            </a:blip>
            <a:srcRect b="0" l="0" r="0" t="0"/>
            <a:stretch/>
          </p:blipFill>
          <p:spPr>
            <a:xfrm>
              <a:off x="2528210" y="1604225"/>
              <a:ext cx="1119520" cy="1492879"/>
            </a:xfrm>
            <a:prstGeom prst="rect">
              <a:avLst/>
            </a:prstGeom>
            <a:noFill/>
            <a:ln>
              <a:noFill/>
            </a:ln>
          </p:spPr>
        </p:pic>
        <p:pic>
          <p:nvPicPr>
            <p:cNvPr descr="daryoush_66536317" id="743" name="Google Shape;743;p75"/>
            <p:cNvPicPr preferRelativeResize="0"/>
            <p:nvPr/>
          </p:nvPicPr>
          <p:blipFill rotWithShape="1">
            <a:blip r:embed="rId9">
              <a:alphaModFix/>
            </a:blip>
            <a:srcRect b="0" l="0" r="0" t="0"/>
            <a:stretch/>
          </p:blipFill>
          <p:spPr>
            <a:xfrm>
              <a:off x="6890615" y="2292928"/>
              <a:ext cx="1495446" cy="1117597"/>
            </a:xfrm>
            <a:prstGeom prst="rect">
              <a:avLst/>
            </a:prstGeom>
            <a:noFill/>
            <a:ln>
              <a:noFill/>
            </a:ln>
          </p:spPr>
        </p:pic>
        <p:pic>
          <p:nvPicPr>
            <p:cNvPr descr="gauiscaecilius_668314" id="744" name="Google Shape;744;p75"/>
            <p:cNvPicPr preferRelativeResize="0"/>
            <p:nvPr/>
          </p:nvPicPr>
          <p:blipFill rotWithShape="1">
            <a:blip r:embed="rId12">
              <a:alphaModFix/>
            </a:blip>
            <a:srcRect b="0" l="0" r="0" t="0"/>
            <a:stretch/>
          </p:blipFill>
          <p:spPr>
            <a:xfrm>
              <a:off x="4593743" y="1950638"/>
              <a:ext cx="1495446" cy="1117598"/>
            </a:xfrm>
            <a:prstGeom prst="rect">
              <a:avLst/>
            </a:prstGeom>
            <a:noFill/>
            <a:ln>
              <a:noFill/>
            </a:ln>
          </p:spPr>
        </p:pic>
        <p:pic>
          <p:nvPicPr>
            <p:cNvPr descr="mscolly_8512764" id="745" name="Google Shape;745;p75"/>
            <p:cNvPicPr preferRelativeResize="0"/>
            <p:nvPr/>
          </p:nvPicPr>
          <p:blipFill rotWithShape="1">
            <a:blip r:embed="rId18">
              <a:alphaModFix/>
            </a:blip>
            <a:srcRect b="0" l="0" r="0" t="0"/>
            <a:stretch/>
          </p:blipFill>
          <p:spPr>
            <a:xfrm>
              <a:off x="2528210" y="1604225"/>
              <a:ext cx="1119520" cy="1492879"/>
            </a:xfrm>
            <a:prstGeom prst="rect">
              <a:avLst/>
            </a:prstGeom>
            <a:noFill/>
            <a:ln>
              <a:noFill/>
            </a:ln>
          </p:spPr>
        </p:pic>
        <p:sp>
          <p:nvSpPr>
            <p:cNvPr id="746" name="Google Shape;746;p75"/>
            <p:cNvSpPr/>
            <p:nvPr/>
          </p:nvSpPr>
          <p:spPr>
            <a:xfrm flipH="1">
              <a:off x="2181201" y="457760"/>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47" name="Google Shape;747;p75"/>
            <p:cNvSpPr/>
            <p:nvPr/>
          </p:nvSpPr>
          <p:spPr>
            <a:xfrm flipH="1">
              <a:off x="2619095" y="688703"/>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48" name="Google Shape;748;p75"/>
            <p:cNvSpPr/>
            <p:nvPr/>
          </p:nvSpPr>
          <p:spPr>
            <a:xfrm flipH="1">
              <a:off x="3077643" y="230942"/>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49" name="Google Shape;749;p75"/>
            <p:cNvSpPr/>
            <p:nvPr/>
          </p:nvSpPr>
          <p:spPr>
            <a:xfrm flipH="1">
              <a:off x="2755419" y="1810423"/>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0" name="Google Shape;750;p75"/>
            <p:cNvSpPr/>
            <p:nvPr/>
          </p:nvSpPr>
          <p:spPr>
            <a:xfrm flipH="1">
              <a:off x="3213967" y="21774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1" name="Google Shape;751;p75"/>
            <p:cNvSpPr/>
            <p:nvPr/>
          </p:nvSpPr>
          <p:spPr>
            <a:xfrm flipH="1">
              <a:off x="1953994" y="804174"/>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2" name="Google Shape;752;p75"/>
            <p:cNvSpPr/>
            <p:nvPr/>
          </p:nvSpPr>
          <p:spPr>
            <a:xfrm flipH="1">
              <a:off x="4825083" y="804174"/>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3" name="Google Shape;753;p75"/>
            <p:cNvSpPr/>
            <p:nvPr/>
          </p:nvSpPr>
          <p:spPr>
            <a:xfrm flipH="1">
              <a:off x="2755419" y="2523870"/>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4" name="Google Shape;754;p75"/>
            <p:cNvSpPr/>
            <p:nvPr/>
          </p:nvSpPr>
          <p:spPr>
            <a:xfrm flipH="1">
              <a:off x="5857849" y="915521"/>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5" name="Google Shape;755;p75"/>
            <p:cNvSpPr/>
            <p:nvPr/>
          </p:nvSpPr>
          <p:spPr>
            <a:xfrm flipH="1">
              <a:off x="5167961" y="137740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6" name="Google Shape;756;p75"/>
            <p:cNvSpPr/>
            <p:nvPr/>
          </p:nvSpPr>
          <p:spPr>
            <a:xfrm flipH="1">
              <a:off x="4709412" y="21774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7" name="Google Shape;757;p75"/>
            <p:cNvSpPr/>
            <p:nvPr/>
          </p:nvSpPr>
          <p:spPr>
            <a:xfrm flipH="1">
              <a:off x="5857849" y="2750689"/>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8" name="Google Shape;758;p75"/>
            <p:cNvSpPr/>
            <p:nvPr/>
          </p:nvSpPr>
          <p:spPr>
            <a:xfrm flipH="1">
              <a:off x="5167961" y="4243567"/>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59" name="Google Shape;759;p75"/>
            <p:cNvSpPr/>
            <p:nvPr/>
          </p:nvSpPr>
          <p:spPr>
            <a:xfrm flipH="1">
              <a:off x="5626509"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0" name="Google Shape;760;p75"/>
            <p:cNvSpPr/>
            <p:nvPr/>
          </p:nvSpPr>
          <p:spPr>
            <a:xfrm flipH="1">
              <a:off x="3676648" y="4012624"/>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1" name="Google Shape;761;p75"/>
            <p:cNvSpPr/>
            <p:nvPr/>
          </p:nvSpPr>
          <p:spPr>
            <a:xfrm flipH="1">
              <a:off x="4940753" y="4932270"/>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2" name="Google Shape;762;p75"/>
            <p:cNvSpPr/>
            <p:nvPr/>
          </p:nvSpPr>
          <p:spPr>
            <a:xfrm flipH="1">
              <a:off x="3213967"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3" name="Google Shape;763;p75"/>
            <p:cNvSpPr/>
            <p:nvPr/>
          </p:nvSpPr>
          <p:spPr>
            <a:xfrm flipH="1">
              <a:off x="1032766" y="3554864"/>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4" name="Google Shape;764;p75"/>
            <p:cNvSpPr/>
            <p:nvPr/>
          </p:nvSpPr>
          <p:spPr>
            <a:xfrm flipH="1">
              <a:off x="801426" y="412809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5" name="Google Shape;765;p75"/>
            <p:cNvSpPr/>
            <p:nvPr/>
          </p:nvSpPr>
          <p:spPr>
            <a:xfrm flipH="1">
              <a:off x="574218" y="1950638"/>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6" name="Google Shape;766;p75"/>
            <p:cNvSpPr/>
            <p:nvPr/>
          </p:nvSpPr>
          <p:spPr>
            <a:xfrm flipH="1">
              <a:off x="1264106" y="2061986"/>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7" name="Google Shape;767;p75"/>
            <p:cNvSpPr/>
            <p:nvPr/>
          </p:nvSpPr>
          <p:spPr>
            <a:xfrm flipH="1">
              <a:off x="1264106" y="5963263"/>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8" name="Google Shape;768;p75"/>
            <p:cNvSpPr/>
            <p:nvPr/>
          </p:nvSpPr>
          <p:spPr>
            <a:xfrm flipH="1">
              <a:off x="1032766" y="6305553"/>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69" name="Google Shape;769;p75"/>
            <p:cNvSpPr/>
            <p:nvPr/>
          </p:nvSpPr>
          <p:spPr>
            <a:xfrm flipH="1">
              <a:off x="7811843" y="6190082"/>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0" name="Google Shape;770;p75"/>
            <p:cNvSpPr/>
            <p:nvPr/>
          </p:nvSpPr>
          <p:spPr>
            <a:xfrm flipH="1">
              <a:off x="2755419" y="653649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1" name="Google Shape;771;p75"/>
            <p:cNvSpPr/>
            <p:nvPr/>
          </p:nvSpPr>
          <p:spPr>
            <a:xfrm flipH="1">
              <a:off x="3213967"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2" name="Google Shape;772;p75"/>
            <p:cNvSpPr/>
            <p:nvPr/>
          </p:nvSpPr>
          <p:spPr>
            <a:xfrm flipH="1">
              <a:off x="2181201" y="687878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3" name="Google Shape;773;p75"/>
            <p:cNvSpPr/>
            <p:nvPr/>
          </p:nvSpPr>
          <p:spPr>
            <a:xfrm flipH="1">
              <a:off x="2639749" y="4816799"/>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4" name="Google Shape;774;p75"/>
            <p:cNvSpPr/>
            <p:nvPr/>
          </p:nvSpPr>
          <p:spPr>
            <a:xfrm flipH="1">
              <a:off x="2528212" y="6878785"/>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5" name="Google Shape;775;p75"/>
            <p:cNvSpPr/>
            <p:nvPr/>
          </p:nvSpPr>
          <p:spPr>
            <a:xfrm flipH="1">
              <a:off x="3102430" y="4816799"/>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6" name="Google Shape;776;p75"/>
            <p:cNvSpPr/>
            <p:nvPr/>
          </p:nvSpPr>
          <p:spPr>
            <a:xfrm flipH="1">
              <a:off x="4250865" y="6190082"/>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7" name="Google Shape;777;p75"/>
            <p:cNvSpPr/>
            <p:nvPr/>
          </p:nvSpPr>
          <p:spPr>
            <a:xfrm flipH="1">
              <a:off x="8270390" y="653649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8" name="Google Shape;778;p75"/>
            <p:cNvSpPr/>
            <p:nvPr/>
          </p:nvSpPr>
          <p:spPr>
            <a:xfrm flipH="1">
              <a:off x="6204859" y="6305553"/>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79" name="Google Shape;779;p75"/>
            <p:cNvSpPr/>
            <p:nvPr/>
          </p:nvSpPr>
          <p:spPr>
            <a:xfrm flipH="1">
              <a:off x="7580502" y="45858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0" name="Google Shape;780;p75"/>
            <p:cNvSpPr/>
            <p:nvPr/>
          </p:nvSpPr>
          <p:spPr>
            <a:xfrm flipH="1">
              <a:off x="6547736" y="687878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1" name="Google Shape;781;p75"/>
            <p:cNvSpPr/>
            <p:nvPr/>
          </p:nvSpPr>
          <p:spPr>
            <a:xfrm flipH="1">
              <a:off x="7006284" y="4816799"/>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2" name="Google Shape;782;p75"/>
            <p:cNvSpPr/>
            <p:nvPr/>
          </p:nvSpPr>
          <p:spPr>
            <a:xfrm flipH="1">
              <a:off x="6890615" y="1030992"/>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3" name="Google Shape;783;p75"/>
            <p:cNvSpPr/>
            <p:nvPr/>
          </p:nvSpPr>
          <p:spPr>
            <a:xfrm flipH="1">
              <a:off x="7580502" y="160422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4" name="Google Shape;784;p75"/>
            <p:cNvSpPr/>
            <p:nvPr/>
          </p:nvSpPr>
          <p:spPr>
            <a:xfrm flipH="1">
              <a:off x="7927513" y="2750689"/>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5" name="Google Shape;785;p75"/>
            <p:cNvSpPr/>
            <p:nvPr/>
          </p:nvSpPr>
          <p:spPr>
            <a:xfrm flipH="1">
              <a:off x="7927513" y="2408399"/>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6" name="Google Shape;786;p75"/>
            <p:cNvSpPr/>
            <p:nvPr/>
          </p:nvSpPr>
          <p:spPr>
            <a:xfrm flipH="1">
              <a:off x="115670" y="5616850"/>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7" name="Google Shape;787;p75"/>
            <p:cNvSpPr/>
            <p:nvPr/>
          </p:nvSpPr>
          <p:spPr>
            <a:xfrm flipH="1">
              <a:off x="2528212" y="342289"/>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8" name="Google Shape;788;p75"/>
            <p:cNvSpPr/>
            <p:nvPr/>
          </p:nvSpPr>
          <p:spPr>
            <a:xfrm flipH="1">
              <a:off x="2986760" y="573232"/>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89" name="Google Shape;789;p75"/>
            <p:cNvSpPr/>
            <p:nvPr/>
          </p:nvSpPr>
          <p:spPr>
            <a:xfrm flipH="1">
              <a:off x="4940753" y="114646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0" name="Google Shape;790;p75"/>
            <p:cNvSpPr/>
            <p:nvPr/>
          </p:nvSpPr>
          <p:spPr>
            <a:xfrm flipH="1">
              <a:off x="5514971" y="9155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1" name="Google Shape;791;p75"/>
            <p:cNvSpPr/>
            <p:nvPr/>
          </p:nvSpPr>
          <p:spPr>
            <a:xfrm flipH="1">
              <a:off x="5626509" y="688703"/>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2" name="Google Shape;792;p75"/>
            <p:cNvSpPr/>
            <p:nvPr/>
          </p:nvSpPr>
          <p:spPr>
            <a:xfrm flipH="1">
              <a:off x="7811843" y="114646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3" name="Google Shape;793;p75"/>
            <p:cNvSpPr/>
            <p:nvPr/>
          </p:nvSpPr>
          <p:spPr>
            <a:xfrm flipH="1">
              <a:off x="7353295" y="9155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4" name="Google Shape;794;p75"/>
            <p:cNvSpPr/>
            <p:nvPr/>
          </p:nvSpPr>
          <p:spPr>
            <a:xfrm flipH="1">
              <a:off x="7006284" y="1377406"/>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5" name="Google Shape;795;p75"/>
            <p:cNvSpPr/>
            <p:nvPr/>
          </p:nvSpPr>
          <p:spPr>
            <a:xfrm flipH="1">
              <a:off x="574218" y="2292928"/>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6" name="Google Shape;796;p75"/>
            <p:cNvSpPr/>
            <p:nvPr/>
          </p:nvSpPr>
          <p:spPr>
            <a:xfrm flipH="1">
              <a:off x="1379776" y="171969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7" name="Google Shape;797;p75"/>
            <p:cNvSpPr/>
            <p:nvPr/>
          </p:nvSpPr>
          <p:spPr>
            <a:xfrm flipH="1">
              <a:off x="5052291" y="2177457"/>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8" name="Google Shape;798;p75"/>
            <p:cNvSpPr/>
            <p:nvPr/>
          </p:nvSpPr>
          <p:spPr>
            <a:xfrm flipH="1">
              <a:off x="4825083" y="2866160"/>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799" name="Google Shape;799;p75"/>
            <p:cNvSpPr/>
            <p:nvPr/>
          </p:nvSpPr>
          <p:spPr>
            <a:xfrm flipH="1">
              <a:off x="5514971" y="2523870"/>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0" name="Google Shape;800;p75"/>
            <p:cNvSpPr/>
            <p:nvPr/>
          </p:nvSpPr>
          <p:spPr>
            <a:xfrm flipH="1">
              <a:off x="3213967" y="2523870"/>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1" name="Google Shape;801;p75"/>
            <p:cNvSpPr/>
            <p:nvPr/>
          </p:nvSpPr>
          <p:spPr>
            <a:xfrm flipH="1">
              <a:off x="3329637" y="1719696"/>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2" name="Google Shape;802;p75"/>
            <p:cNvSpPr/>
            <p:nvPr/>
          </p:nvSpPr>
          <p:spPr>
            <a:xfrm flipH="1">
              <a:off x="2755419" y="4128096"/>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3" name="Google Shape;803;p75"/>
            <p:cNvSpPr/>
            <p:nvPr/>
          </p:nvSpPr>
          <p:spPr>
            <a:xfrm flipH="1">
              <a:off x="5514971" y="4816799"/>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4" name="Google Shape;804;p75"/>
            <p:cNvSpPr/>
            <p:nvPr/>
          </p:nvSpPr>
          <p:spPr>
            <a:xfrm flipH="1">
              <a:off x="5626509" y="40126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5" name="Google Shape;805;p75"/>
            <p:cNvSpPr/>
            <p:nvPr/>
          </p:nvSpPr>
          <p:spPr>
            <a:xfrm flipH="1">
              <a:off x="7237624" y="4585857"/>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6" name="Google Shape;806;p75"/>
            <p:cNvSpPr/>
            <p:nvPr/>
          </p:nvSpPr>
          <p:spPr>
            <a:xfrm flipH="1">
              <a:off x="7353295" y="412809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7" name="Google Shape;807;p75"/>
            <p:cNvSpPr/>
            <p:nvPr/>
          </p:nvSpPr>
          <p:spPr>
            <a:xfrm flipH="1">
              <a:off x="6779076" y="4585857"/>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8" name="Google Shape;808;p75"/>
            <p:cNvSpPr/>
            <p:nvPr/>
          </p:nvSpPr>
          <p:spPr>
            <a:xfrm flipH="1">
              <a:off x="7927513" y="6536496"/>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09" name="Google Shape;809;p75"/>
            <p:cNvSpPr/>
            <p:nvPr/>
          </p:nvSpPr>
          <p:spPr>
            <a:xfrm flipH="1">
              <a:off x="7580502" y="676331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0" name="Google Shape;810;p75"/>
            <p:cNvSpPr/>
            <p:nvPr/>
          </p:nvSpPr>
          <p:spPr>
            <a:xfrm flipH="1">
              <a:off x="6547736" y="64210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1" name="Google Shape;811;p75"/>
            <p:cNvSpPr/>
            <p:nvPr/>
          </p:nvSpPr>
          <p:spPr>
            <a:xfrm flipH="1">
              <a:off x="6663407" y="6078735"/>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2" name="Google Shape;812;p75"/>
            <p:cNvSpPr/>
            <p:nvPr/>
          </p:nvSpPr>
          <p:spPr>
            <a:xfrm flipH="1">
              <a:off x="4825083" y="642102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3" name="Google Shape;813;p75"/>
            <p:cNvSpPr/>
            <p:nvPr/>
          </p:nvSpPr>
          <p:spPr>
            <a:xfrm flipH="1">
              <a:off x="4019525" y="6536496"/>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4" name="Google Shape;814;p75"/>
            <p:cNvSpPr/>
            <p:nvPr/>
          </p:nvSpPr>
          <p:spPr>
            <a:xfrm flipH="1">
              <a:off x="5167961" y="676331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5" name="Google Shape;815;p75"/>
            <p:cNvSpPr/>
            <p:nvPr/>
          </p:nvSpPr>
          <p:spPr>
            <a:xfrm flipH="1">
              <a:off x="3102430" y="699425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6" name="Google Shape;816;p75"/>
            <p:cNvSpPr/>
            <p:nvPr/>
          </p:nvSpPr>
          <p:spPr>
            <a:xfrm flipH="1">
              <a:off x="2181201" y="64210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7" name="Google Shape;817;p75"/>
            <p:cNvSpPr/>
            <p:nvPr/>
          </p:nvSpPr>
          <p:spPr>
            <a:xfrm flipH="1">
              <a:off x="2412542" y="7109728"/>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8" name="Google Shape;818;p75"/>
            <p:cNvSpPr/>
            <p:nvPr/>
          </p:nvSpPr>
          <p:spPr>
            <a:xfrm flipH="1">
              <a:off x="115670" y="6305553"/>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19" name="Google Shape;819;p75"/>
            <p:cNvSpPr/>
            <p:nvPr/>
          </p:nvSpPr>
          <p:spPr>
            <a:xfrm flipH="1">
              <a:off x="574218" y="57323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0" name="Google Shape;820;p75"/>
            <p:cNvSpPr/>
            <p:nvPr/>
          </p:nvSpPr>
          <p:spPr>
            <a:xfrm flipH="1">
              <a:off x="1148435" y="4243567"/>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1" name="Google Shape;821;p75"/>
            <p:cNvSpPr/>
            <p:nvPr/>
          </p:nvSpPr>
          <p:spPr>
            <a:xfrm flipH="1">
              <a:off x="1264106" y="3897153"/>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2" name="Google Shape;822;p75"/>
            <p:cNvSpPr/>
            <p:nvPr/>
          </p:nvSpPr>
          <p:spPr>
            <a:xfrm flipH="1">
              <a:off x="689888" y="447038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3" name="Google Shape;823;p75"/>
            <p:cNvSpPr/>
            <p:nvPr/>
          </p:nvSpPr>
          <p:spPr>
            <a:xfrm flipH="1">
              <a:off x="1953994" y="230942"/>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4" name="Google Shape;824;p75"/>
            <p:cNvSpPr/>
            <p:nvPr/>
          </p:nvSpPr>
          <p:spPr>
            <a:xfrm flipH="1">
              <a:off x="2296871" y="804174"/>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5" name="Google Shape;825;p75"/>
            <p:cNvSpPr/>
            <p:nvPr/>
          </p:nvSpPr>
          <p:spPr>
            <a:xfrm flipH="1">
              <a:off x="5514971" y="1261935"/>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6" name="Google Shape;826;p75"/>
            <p:cNvSpPr/>
            <p:nvPr/>
          </p:nvSpPr>
          <p:spPr>
            <a:xfrm flipH="1">
              <a:off x="5167961" y="688703"/>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7" name="Google Shape;827;p75"/>
            <p:cNvSpPr/>
            <p:nvPr/>
          </p:nvSpPr>
          <p:spPr>
            <a:xfrm flipH="1">
              <a:off x="7353295" y="1146464"/>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8" name="Google Shape;828;p75"/>
            <p:cNvSpPr/>
            <p:nvPr/>
          </p:nvSpPr>
          <p:spPr>
            <a:xfrm flipH="1">
              <a:off x="8043182" y="171969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29" name="Google Shape;829;p75"/>
            <p:cNvSpPr/>
            <p:nvPr/>
          </p:nvSpPr>
          <p:spPr>
            <a:xfrm flipH="1">
              <a:off x="6779076" y="699425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0" name="Google Shape;830;p75"/>
            <p:cNvSpPr/>
            <p:nvPr/>
          </p:nvSpPr>
          <p:spPr>
            <a:xfrm flipH="1">
              <a:off x="6204859" y="6878785"/>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1" name="Google Shape;831;p75"/>
            <p:cNvSpPr/>
            <p:nvPr/>
          </p:nvSpPr>
          <p:spPr>
            <a:xfrm flipH="1">
              <a:off x="6089189" y="5963263"/>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2" name="Google Shape;832;p75"/>
            <p:cNvSpPr/>
            <p:nvPr/>
          </p:nvSpPr>
          <p:spPr>
            <a:xfrm flipH="1">
              <a:off x="4593743" y="6078735"/>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3" name="Google Shape;833;p75"/>
            <p:cNvSpPr/>
            <p:nvPr/>
          </p:nvSpPr>
          <p:spPr>
            <a:xfrm flipH="1">
              <a:off x="5052291" y="6190082"/>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4" name="Google Shape;834;p75"/>
            <p:cNvSpPr/>
            <p:nvPr/>
          </p:nvSpPr>
          <p:spPr>
            <a:xfrm flipH="1">
              <a:off x="4366535" y="6536496"/>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5" name="Google Shape;835;p75"/>
            <p:cNvSpPr/>
            <p:nvPr/>
          </p:nvSpPr>
          <p:spPr>
            <a:xfrm flipH="1">
              <a:off x="3102430" y="6651967"/>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6" name="Google Shape;836;p75"/>
            <p:cNvSpPr/>
            <p:nvPr/>
          </p:nvSpPr>
          <p:spPr>
            <a:xfrm flipH="1">
              <a:off x="2755419" y="7109728"/>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7" name="Google Shape;837;p75"/>
            <p:cNvSpPr/>
            <p:nvPr/>
          </p:nvSpPr>
          <p:spPr>
            <a:xfrm flipH="1">
              <a:off x="574218" y="6305553"/>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8" name="Google Shape;838;p75"/>
            <p:cNvSpPr/>
            <p:nvPr/>
          </p:nvSpPr>
          <p:spPr>
            <a:xfrm flipH="1">
              <a:off x="917096" y="5732321"/>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39" name="Google Shape;839;p75"/>
            <p:cNvSpPr/>
            <p:nvPr/>
          </p:nvSpPr>
          <p:spPr>
            <a:xfrm flipH="1">
              <a:off x="115670" y="5963263"/>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0" name="Google Shape;840;p75"/>
            <p:cNvSpPr/>
            <p:nvPr/>
          </p:nvSpPr>
          <p:spPr>
            <a:xfrm flipH="1">
              <a:off x="1032766" y="4585857"/>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1" name="Google Shape;841;p75"/>
            <p:cNvSpPr/>
            <p:nvPr/>
          </p:nvSpPr>
          <p:spPr>
            <a:xfrm flipH="1">
              <a:off x="1379776" y="447038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2" name="Google Shape;842;p75"/>
            <p:cNvSpPr/>
            <p:nvPr/>
          </p:nvSpPr>
          <p:spPr>
            <a:xfrm flipH="1">
              <a:off x="3102430" y="4012624"/>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3" name="Google Shape;843;p75"/>
            <p:cNvSpPr/>
            <p:nvPr/>
          </p:nvSpPr>
          <p:spPr>
            <a:xfrm flipH="1">
              <a:off x="3560977" y="4359038"/>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4" name="Google Shape;844;p75"/>
            <p:cNvSpPr/>
            <p:nvPr/>
          </p:nvSpPr>
          <p:spPr>
            <a:xfrm flipH="1">
              <a:off x="3329637" y="2866160"/>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5" name="Google Shape;845;p75"/>
            <p:cNvSpPr/>
            <p:nvPr/>
          </p:nvSpPr>
          <p:spPr>
            <a:xfrm flipH="1">
              <a:off x="2639749" y="2061986"/>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6" name="Google Shape;846;p75"/>
            <p:cNvSpPr/>
            <p:nvPr/>
          </p:nvSpPr>
          <p:spPr>
            <a:xfrm flipH="1">
              <a:off x="4940753" y="2639342"/>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7" name="Google Shape;847;p75"/>
            <p:cNvSpPr/>
            <p:nvPr/>
          </p:nvSpPr>
          <p:spPr>
            <a:xfrm flipH="1">
              <a:off x="5742178" y="2061986"/>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8" name="Google Shape;848;p75"/>
            <p:cNvSpPr/>
            <p:nvPr/>
          </p:nvSpPr>
          <p:spPr>
            <a:xfrm flipH="1">
              <a:off x="7580502" y="2750689"/>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49" name="Google Shape;849;p75"/>
            <p:cNvSpPr/>
            <p:nvPr/>
          </p:nvSpPr>
          <p:spPr>
            <a:xfrm flipH="1">
              <a:off x="7237624" y="2408399"/>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50" name="Google Shape;850;p75"/>
            <p:cNvSpPr/>
            <p:nvPr/>
          </p:nvSpPr>
          <p:spPr>
            <a:xfrm flipH="1">
              <a:off x="8154720" y="3097103"/>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51" name="Google Shape;851;p75"/>
            <p:cNvSpPr/>
            <p:nvPr/>
          </p:nvSpPr>
          <p:spPr>
            <a:xfrm flipH="1">
              <a:off x="5399301" y="412809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52" name="Google Shape;852;p75"/>
            <p:cNvSpPr/>
            <p:nvPr/>
          </p:nvSpPr>
          <p:spPr>
            <a:xfrm flipH="1">
              <a:off x="4940753" y="3897153"/>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53" name="Google Shape;853;p75"/>
            <p:cNvSpPr/>
            <p:nvPr/>
          </p:nvSpPr>
          <p:spPr>
            <a:xfrm flipH="1">
              <a:off x="5167961" y="5043618"/>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54" name="Google Shape;854;p75"/>
            <p:cNvSpPr/>
            <p:nvPr/>
          </p:nvSpPr>
          <p:spPr>
            <a:xfrm flipH="1">
              <a:off x="7811843" y="4359038"/>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855" name="Google Shape;855;p75"/>
          <p:cNvSpPr txBox="1"/>
          <p:nvPr/>
        </p:nvSpPr>
        <p:spPr>
          <a:xfrm>
            <a:off x="2899052" y="2204672"/>
            <a:ext cx="23954850" cy="1836695"/>
          </a:xfrm>
          <a:prstGeom prst="rect">
            <a:avLst/>
          </a:prstGeom>
          <a:noFill/>
          <a:ln>
            <a:noFill/>
          </a:ln>
        </p:spPr>
        <p:txBody>
          <a:bodyPr anchorCtr="0" anchor="t" bIns="91425" lIns="91425" spcFirstLastPara="1" rIns="91425" wrap="square" tIns="91425">
            <a:spAutoFit/>
          </a:bodyPr>
          <a:lstStyle/>
          <a:p>
            <a:pPr indent="-635000" lvl="0" marL="635000" marR="0" rtl="0" algn="l">
              <a:lnSpc>
                <a:spcPct val="110000"/>
              </a:lnSpc>
              <a:spcBef>
                <a:spcPts val="0"/>
              </a:spcBef>
              <a:spcAft>
                <a:spcPts val="0"/>
              </a:spcAft>
              <a:buClr>
                <a:srgbClr val="000000"/>
              </a:buClr>
              <a:buSzPts val="6000"/>
              <a:buFont typeface="Helvetica Neue"/>
              <a:buChar char="•"/>
            </a:pPr>
            <a:r>
              <a:rPr b="0" i="0" lang="en-US" sz="4800" u="none" cap="none" strike="noStrike">
                <a:solidFill>
                  <a:srgbClr val="000000"/>
                </a:solidFill>
                <a:latin typeface="Helvetica Neue"/>
                <a:ea typeface="Helvetica Neue"/>
                <a:cs typeface="Helvetica Neue"/>
                <a:sym typeface="Helvetica Neue"/>
              </a:rPr>
              <a:t>Remove bad matches using ratio test.</a:t>
            </a:r>
            <a:endParaRPr/>
          </a:p>
          <a:p>
            <a:pPr indent="-635000" lvl="0" marL="635000" marR="0" rtl="0" algn="l">
              <a:lnSpc>
                <a:spcPct val="110000"/>
              </a:lnSpc>
              <a:spcBef>
                <a:spcPts val="1200"/>
              </a:spcBef>
              <a:spcAft>
                <a:spcPts val="0"/>
              </a:spcAft>
              <a:buClr>
                <a:srgbClr val="000000"/>
              </a:buClr>
              <a:buSzPts val="6000"/>
              <a:buFont typeface="Helvetica Neue"/>
              <a:buChar char="•"/>
            </a:pPr>
            <a:r>
              <a:rPr b="0" i="0" lang="en-US" sz="4800" u="none" cap="none" strike="noStrike">
                <a:solidFill>
                  <a:srgbClr val="000000"/>
                </a:solidFill>
                <a:latin typeface="Helvetica Neue"/>
                <a:ea typeface="Helvetica Neue"/>
                <a:cs typeface="Helvetica Neue"/>
                <a:sym typeface="Helvetica Neue"/>
              </a:rPr>
              <a:t>Other tricks: throw out matches that aren’t on epipolar lines. </a:t>
            </a:r>
            <a:endParaRPr/>
          </a:p>
        </p:txBody>
      </p:sp>
      <p:grpSp>
        <p:nvGrpSpPr>
          <p:cNvPr id="856" name="Google Shape;856;p75"/>
          <p:cNvGrpSpPr/>
          <p:nvPr/>
        </p:nvGrpSpPr>
        <p:grpSpPr>
          <a:xfrm>
            <a:off x="7873999" y="4784725"/>
            <a:ext cx="8464553" cy="7423152"/>
            <a:chOff x="-1" y="-1"/>
            <a:chExt cx="8464552" cy="7423151"/>
          </a:xfrm>
        </p:grpSpPr>
        <p:cxnSp>
          <p:nvCxnSpPr>
            <p:cNvPr id="857" name="Google Shape;857;p75"/>
            <p:cNvCxnSpPr/>
            <p:nvPr/>
          </p:nvCxnSpPr>
          <p:spPr>
            <a:xfrm flipH="1">
              <a:off x="7427654" y="2820796"/>
              <a:ext cx="99145" cy="1793927"/>
            </a:xfrm>
            <a:prstGeom prst="straightConnector1">
              <a:avLst/>
            </a:prstGeom>
            <a:noFill/>
            <a:ln cap="flat" cmpd="sng" w="63500">
              <a:solidFill>
                <a:srgbClr val="000000"/>
              </a:solidFill>
              <a:prstDash val="solid"/>
              <a:round/>
              <a:headEnd len="sm" w="sm" type="none"/>
              <a:tailEnd len="sm" w="sm" type="none"/>
            </a:ln>
          </p:spPr>
        </p:cxnSp>
        <p:cxnSp>
          <p:nvCxnSpPr>
            <p:cNvPr id="858" name="Google Shape;858;p75"/>
            <p:cNvCxnSpPr/>
            <p:nvPr/>
          </p:nvCxnSpPr>
          <p:spPr>
            <a:xfrm>
              <a:off x="7328507" y="4713700"/>
              <a:ext cx="495727" cy="1798051"/>
            </a:xfrm>
            <a:prstGeom prst="straightConnector1">
              <a:avLst/>
            </a:prstGeom>
            <a:noFill/>
            <a:ln cap="flat" cmpd="sng" w="63500">
              <a:solidFill>
                <a:srgbClr val="000000"/>
              </a:solidFill>
              <a:prstDash val="solid"/>
              <a:round/>
              <a:headEnd len="sm" w="sm" type="none"/>
              <a:tailEnd len="sm" w="sm" type="none"/>
            </a:ln>
          </p:spPr>
        </p:cxnSp>
        <p:cxnSp>
          <p:nvCxnSpPr>
            <p:cNvPr id="859" name="Google Shape;859;p75"/>
            <p:cNvCxnSpPr/>
            <p:nvPr/>
          </p:nvCxnSpPr>
          <p:spPr>
            <a:xfrm flipH="1" rot="10800000">
              <a:off x="3127215" y="2486756"/>
              <a:ext cx="2396017" cy="1930019"/>
            </a:xfrm>
            <a:prstGeom prst="straightConnector1">
              <a:avLst/>
            </a:prstGeom>
            <a:noFill/>
            <a:ln cap="flat" cmpd="sng" w="63500">
              <a:solidFill>
                <a:srgbClr val="000000"/>
              </a:solidFill>
              <a:prstDash val="solid"/>
              <a:round/>
              <a:headEnd len="sm" w="sm" type="none"/>
              <a:tailEnd len="sm" w="sm" type="none"/>
            </a:ln>
          </p:spPr>
        </p:cxnSp>
        <p:cxnSp>
          <p:nvCxnSpPr>
            <p:cNvPr id="860" name="Google Shape;860;p75"/>
            <p:cNvCxnSpPr/>
            <p:nvPr/>
          </p:nvCxnSpPr>
          <p:spPr>
            <a:xfrm>
              <a:off x="5527363" y="2519747"/>
              <a:ext cx="1995305" cy="164959"/>
            </a:xfrm>
            <a:prstGeom prst="straightConnector1">
              <a:avLst/>
            </a:prstGeom>
            <a:noFill/>
            <a:ln cap="flat" cmpd="sng" w="63500">
              <a:solidFill>
                <a:srgbClr val="000000"/>
              </a:solidFill>
              <a:prstDash val="solid"/>
              <a:round/>
              <a:headEnd len="sm" w="sm" type="none"/>
              <a:tailEnd len="sm" w="sm" type="none"/>
            </a:ln>
          </p:spPr>
        </p:cxnSp>
        <p:cxnSp>
          <p:nvCxnSpPr>
            <p:cNvPr id="861" name="Google Shape;861;p75"/>
            <p:cNvCxnSpPr/>
            <p:nvPr/>
          </p:nvCxnSpPr>
          <p:spPr>
            <a:xfrm>
              <a:off x="2528211" y="573231"/>
              <a:ext cx="685756" cy="1950640"/>
            </a:xfrm>
            <a:prstGeom prst="straightConnector1">
              <a:avLst/>
            </a:prstGeom>
            <a:noFill/>
            <a:ln cap="flat" cmpd="sng" w="63500">
              <a:solidFill>
                <a:srgbClr val="000000"/>
              </a:solidFill>
              <a:prstDash val="solid"/>
              <a:round/>
              <a:headEnd len="sm" w="sm" type="none"/>
              <a:tailEnd len="sm" w="sm" type="none"/>
            </a:ln>
          </p:spPr>
        </p:cxnSp>
        <p:cxnSp>
          <p:nvCxnSpPr>
            <p:cNvPr id="862" name="Google Shape;862;p75"/>
            <p:cNvCxnSpPr/>
            <p:nvPr/>
          </p:nvCxnSpPr>
          <p:spPr>
            <a:xfrm>
              <a:off x="2528211" y="573231"/>
              <a:ext cx="574216" cy="4012626"/>
            </a:xfrm>
            <a:prstGeom prst="straightConnector1">
              <a:avLst/>
            </a:prstGeom>
            <a:noFill/>
            <a:ln cap="flat" cmpd="sng" w="63500">
              <a:solidFill>
                <a:srgbClr val="000000"/>
              </a:solidFill>
              <a:prstDash val="solid"/>
              <a:round/>
              <a:headEnd len="sm" w="sm" type="none"/>
              <a:tailEnd len="sm" w="sm" type="none"/>
            </a:ln>
          </p:spPr>
        </p:cxnSp>
        <p:cxnSp>
          <p:nvCxnSpPr>
            <p:cNvPr id="863" name="Google Shape;863;p75"/>
            <p:cNvCxnSpPr/>
            <p:nvPr/>
          </p:nvCxnSpPr>
          <p:spPr>
            <a:xfrm flipH="1">
              <a:off x="3102429" y="2523871"/>
              <a:ext cx="111539" cy="2061987"/>
            </a:xfrm>
            <a:prstGeom prst="straightConnector1">
              <a:avLst/>
            </a:prstGeom>
            <a:noFill/>
            <a:ln cap="flat" cmpd="sng" w="63500">
              <a:solidFill>
                <a:srgbClr val="000000"/>
              </a:solidFill>
              <a:prstDash val="solid"/>
              <a:round/>
              <a:headEnd len="sm" w="sm" type="none"/>
              <a:tailEnd len="sm" w="sm" type="none"/>
            </a:ln>
          </p:spPr>
        </p:cxnSp>
        <p:cxnSp>
          <p:nvCxnSpPr>
            <p:cNvPr id="864" name="Google Shape;864;p75"/>
            <p:cNvCxnSpPr/>
            <p:nvPr/>
          </p:nvCxnSpPr>
          <p:spPr>
            <a:xfrm>
              <a:off x="917096" y="3897153"/>
              <a:ext cx="2185332" cy="688703"/>
            </a:xfrm>
            <a:prstGeom prst="straightConnector1">
              <a:avLst/>
            </a:prstGeom>
            <a:noFill/>
            <a:ln cap="flat" cmpd="sng" w="63500">
              <a:solidFill>
                <a:srgbClr val="000000"/>
              </a:solidFill>
              <a:prstDash val="solid"/>
              <a:round/>
              <a:headEnd len="sm" w="sm" type="none"/>
              <a:tailEnd len="sm" w="sm" type="none"/>
            </a:ln>
          </p:spPr>
        </p:cxnSp>
        <p:cxnSp>
          <p:nvCxnSpPr>
            <p:cNvPr id="865" name="Google Shape;865;p75"/>
            <p:cNvCxnSpPr/>
            <p:nvPr/>
          </p:nvCxnSpPr>
          <p:spPr>
            <a:xfrm>
              <a:off x="917096" y="6078734"/>
              <a:ext cx="1953992" cy="800052"/>
            </a:xfrm>
            <a:prstGeom prst="straightConnector1">
              <a:avLst/>
            </a:prstGeom>
            <a:noFill/>
            <a:ln cap="flat" cmpd="sng" w="63500">
              <a:solidFill>
                <a:srgbClr val="000000"/>
              </a:solidFill>
              <a:prstDash val="solid"/>
              <a:round/>
              <a:headEnd len="sm" w="sm" type="none"/>
              <a:tailEnd len="sm" w="sm" type="none"/>
            </a:ln>
          </p:spPr>
        </p:cxnSp>
        <p:cxnSp>
          <p:nvCxnSpPr>
            <p:cNvPr id="866" name="Google Shape;866;p75"/>
            <p:cNvCxnSpPr/>
            <p:nvPr/>
          </p:nvCxnSpPr>
          <p:spPr>
            <a:xfrm flipH="1">
              <a:off x="1264106" y="915521"/>
              <a:ext cx="4250865" cy="3097103"/>
            </a:xfrm>
            <a:prstGeom prst="straightConnector1">
              <a:avLst/>
            </a:prstGeom>
            <a:noFill/>
            <a:ln cap="flat" cmpd="sng" w="63500">
              <a:solidFill>
                <a:srgbClr val="000000"/>
              </a:solidFill>
              <a:prstDash val="solid"/>
              <a:round/>
              <a:headEnd len="sm" w="sm" type="none"/>
              <a:tailEnd len="sm" w="sm" type="none"/>
            </a:ln>
          </p:spPr>
        </p:cxnSp>
        <p:cxnSp>
          <p:nvCxnSpPr>
            <p:cNvPr id="867" name="Google Shape;867;p75"/>
            <p:cNvCxnSpPr/>
            <p:nvPr/>
          </p:nvCxnSpPr>
          <p:spPr>
            <a:xfrm>
              <a:off x="4709413" y="6421024"/>
              <a:ext cx="1953992" cy="230943"/>
            </a:xfrm>
            <a:prstGeom prst="straightConnector1">
              <a:avLst/>
            </a:prstGeom>
            <a:noFill/>
            <a:ln cap="flat" cmpd="sng" w="63500">
              <a:solidFill>
                <a:srgbClr val="000000"/>
              </a:solidFill>
              <a:prstDash val="solid"/>
              <a:round/>
              <a:headEnd len="sm" w="sm" type="none"/>
              <a:tailEnd len="sm" w="sm" type="none"/>
            </a:ln>
          </p:spPr>
        </p:cxnSp>
        <p:cxnSp>
          <p:nvCxnSpPr>
            <p:cNvPr id="868" name="Google Shape;868;p75"/>
            <p:cNvCxnSpPr/>
            <p:nvPr/>
          </p:nvCxnSpPr>
          <p:spPr>
            <a:xfrm>
              <a:off x="1032765" y="4243567"/>
              <a:ext cx="5630642" cy="2408401"/>
            </a:xfrm>
            <a:prstGeom prst="straightConnector1">
              <a:avLst/>
            </a:prstGeom>
            <a:noFill/>
            <a:ln cap="flat" cmpd="sng" w="63500">
              <a:solidFill>
                <a:srgbClr val="000000"/>
              </a:solidFill>
              <a:prstDash val="solid"/>
              <a:round/>
              <a:headEnd len="sm" w="sm" type="none"/>
              <a:tailEnd len="sm" w="sm" type="none"/>
            </a:ln>
          </p:spPr>
        </p:cxnSp>
        <p:cxnSp>
          <p:nvCxnSpPr>
            <p:cNvPr id="869" name="Google Shape;869;p75"/>
            <p:cNvCxnSpPr/>
            <p:nvPr/>
          </p:nvCxnSpPr>
          <p:spPr>
            <a:xfrm flipH="1" rot="10800000">
              <a:off x="689887" y="4585858"/>
              <a:ext cx="2296871" cy="1261935"/>
            </a:xfrm>
            <a:prstGeom prst="straightConnector1">
              <a:avLst/>
            </a:prstGeom>
            <a:noFill/>
            <a:ln cap="flat" cmpd="sng" w="63500">
              <a:solidFill>
                <a:srgbClr val="000000"/>
              </a:solidFill>
              <a:prstDash val="solid"/>
              <a:round/>
              <a:headEnd len="sm" w="sm" type="none"/>
              <a:tailEnd len="sm" w="sm" type="none"/>
            </a:ln>
          </p:spPr>
        </p:cxnSp>
        <p:cxnSp>
          <p:nvCxnSpPr>
            <p:cNvPr id="870" name="Google Shape;870;p75"/>
            <p:cNvCxnSpPr/>
            <p:nvPr/>
          </p:nvCxnSpPr>
          <p:spPr>
            <a:xfrm flipH="1" rot="10800000">
              <a:off x="4709412" y="4585859"/>
              <a:ext cx="2643881" cy="1835166"/>
            </a:xfrm>
            <a:prstGeom prst="straightConnector1">
              <a:avLst/>
            </a:prstGeom>
            <a:noFill/>
            <a:ln cap="flat" cmpd="sng" w="63500">
              <a:solidFill>
                <a:srgbClr val="000000"/>
              </a:solidFill>
              <a:prstDash val="solid"/>
              <a:round/>
              <a:headEnd len="sm" w="sm" type="none"/>
              <a:tailEnd len="sm" w="sm" type="none"/>
            </a:ln>
          </p:spPr>
        </p:cxnSp>
        <p:cxnSp>
          <p:nvCxnSpPr>
            <p:cNvPr id="871" name="Google Shape;871;p75"/>
            <p:cNvCxnSpPr/>
            <p:nvPr/>
          </p:nvCxnSpPr>
          <p:spPr>
            <a:xfrm flipH="1" rot="10800000">
              <a:off x="5283630" y="1377407"/>
              <a:ext cx="1838323" cy="1030993"/>
            </a:xfrm>
            <a:prstGeom prst="straightConnector1">
              <a:avLst/>
            </a:prstGeom>
            <a:noFill/>
            <a:ln cap="flat" cmpd="sng" w="63500">
              <a:solidFill>
                <a:srgbClr val="000000"/>
              </a:solidFill>
              <a:prstDash val="solid"/>
              <a:round/>
              <a:headEnd len="sm" w="sm" type="none"/>
              <a:tailEnd len="sm" w="sm" type="none"/>
            </a:ln>
          </p:spPr>
        </p:cxnSp>
        <p:cxnSp>
          <p:nvCxnSpPr>
            <p:cNvPr id="872" name="Google Shape;872;p75"/>
            <p:cNvCxnSpPr/>
            <p:nvPr/>
          </p:nvCxnSpPr>
          <p:spPr>
            <a:xfrm rot="10800000">
              <a:off x="3213968" y="4359040"/>
              <a:ext cx="2185333" cy="111346"/>
            </a:xfrm>
            <a:prstGeom prst="straightConnector1">
              <a:avLst/>
            </a:prstGeom>
            <a:noFill/>
            <a:ln cap="flat" cmpd="sng" w="63500">
              <a:solidFill>
                <a:srgbClr val="000000"/>
              </a:solidFill>
              <a:prstDash val="solid"/>
              <a:round/>
              <a:headEnd len="sm" w="sm" type="none"/>
              <a:tailEnd len="sm" w="sm" type="none"/>
            </a:ln>
          </p:spPr>
        </p:cxnSp>
        <p:cxnSp>
          <p:nvCxnSpPr>
            <p:cNvPr id="873" name="Google Shape;873;p75"/>
            <p:cNvCxnSpPr/>
            <p:nvPr/>
          </p:nvCxnSpPr>
          <p:spPr>
            <a:xfrm flipH="1">
              <a:off x="2755420" y="2866160"/>
              <a:ext cx="4709413" cy="4012626"/>
            </a:xfrm>
            <a:prstGeom prst="straightConnector1">
              <a:avLst/>
            </a:prstGeom>
            <a:noFill/>
            <a:ln cap="flat" cmpd="sng" w="63500">
              <a:solidFill>
                <a:srgbClr val="000000"/>
              </a:solidFill>
              <a:prstDash val="solid"/>
              <a:round/>
              <a:headEnd len="sm" w="sm" type="none"/>
              <a:tailEnd len="sm" w="sm" type="none"/>
            </a:ln>
          </p:spPr>
        </p:cxnSp>
        <p:pic>
          <p:nvPicPr>
            <p:cNvPr descr="vgasull_23497540" id="874" name="Google Shape;874;p75"/>
            <p:cNvPicPr preferRelativeResize="0"/>
            <p:nvPr/>
          </p:nvPicPr>
          <p:blipFill rotWithShape="1">
            <a:blip r:embed="rId3">
              <a:alphaModFix/>
            </a:blip>
            <a:srcRect b="0" l="0" r="0" t="0"/>
            <a:stretch/>
          </p:blipFill>
          <p:spPr>
            <a:xfrm>
              <a:off x="1953993" y="6305553"/>
              <a:ext cx="1491315" cy="1117597"/>
            </a:xfrm>
            <a:prstGeom prst="rect">
              <a:avLst/>
            </a:prstGeom>
            <a:noFill/>
            <a:ln>
              <a:noFill/>
            </a:ln>
          </p:spPr>
        </p:pic>
        <p:pic>
          <p:nvPicPr>
            <p:cNvPr descr="vgasull_25138094" id="875" name="Google Shape;875;p75"/>
            <p:cNvPicPr preferRelativeResize="0"/>
            <p:nvPr/>
          </p:nvPicPr>
          <p:blipFill rotWithShape="1">
            <a:blip r:embed="rId4">
              <a:alphaModFix/>
            </a:blip>
            <a:srcRect b="0" l="0" r="0" t="0"/>
            <a:stretch/>
          </p:blipFill>
          <p:spPr>
            <a:xfrm>
              <a:off x="6779076" y="804174"/>
              <a:ext cx="1491315" cy="1117598"/>
            </a:xfrm>
            <a:prstGeom prst="rect">
              <a:avLst/>
            </a:prstGeom>
            <a:noFill/>
            <a:ln>
              <a:noFill/>
            </a:ln>
          </p:spPr>
        </p:pic>
        <p:pic>
          <p:nvPicPr>
            <p:cNvPr descr="12537899@N00_61998638" id="876" name="Google Shape;876;p75"/>
            <p:cNvPicPr preferRelativeResize="0"/>
            <p:nvPr/>
          </p:nvPicPr>
          <p:blipFill rotWithShape="1">
            <a:blip r:embed="rId5">
              <a:alphaModFix/>
            </a:blip>
            <a:srcRect b="0" l="0" r="0" t="0"/>
            <a:stretch/>
          </p:blipFill>
          <p:spPr>
            <a:xfrm>
              <a:off x="-1" y="5505503"/>
              <a:ext cx="1491315" cy="1117597"/>
            </a:xfrm>
            <a:prstGeom prst="rect">
              <a:avLst/>
            </a:prstGeom>
            <a:noFill/>
            <a:ln>
              <a:noFill/>
            </a:ln>
          </p:spPr>
        </p:pic>
        <p:pic>
          <p:nvPicPr>
            <p:cNvPr descr="amos_33004438" id="877" name="Google Shape;877;p75"/>
            <p:cNvPicPr preferRelativeResize="0"/>
            <p:nvPr/>
          </p:nvPicPr>
          <p:blipFill rotWithShape="1">
            <a:blip r:embed="rId6">
              <a:alphaModFix/>
            </a:blip>
            <a:srcRect b="0" l="0" r="0" t="0"/>
            <a:stretch/>
          </p:blipFill>
          <p:spPr>
            <a:xfrm>
              <a:off x="1838323" y="-1"/>
              <a:ext cx="1491315" cy="1117598"/>
            </a:xfrm>
            <a:prstGeom prst="rect">
              <a:avLst/>
            </a:prstGeom>
            <a:noFill/>
            <a:ln>
              <a:noFill/>
            </a:ln>
          </p:spPr>
        </p:pic>
        <p:pic>
          <p:nvPicPr>
            <p:cNvPr descr="antmoose_35893232" id="878" name="Google Shape;878;p75"/>
            <p:cNvPicPr preferRelativeResize="0"/>
            <p:nvPr/>
          </p:nvPicPr>
          <p:blipFill rotWithShape="1">
            <a:blip r:embed="rId7">
              <a:alphaModFix/>
            </a:blip>
            <a:srcRect b="0" l="0" r="0" t="0"/>
            <a:stretch/>
          </p:blipFill>
          <p:spPr>
            <a:xfrm>
              <a:off x="227208" y="1604225"/>
              <a:ext cx="1495446" cy="1117597"/>
            </a:xfrm>
            <a:prstGeom prst="rect">
              <a:avLst/>
            </a:prstGeom>
            <a:noFill/>
            <a:ln>
              <a:noFill/>
            </a:ln>
          </p:spPr>
        </p:pic>
        <p:pic>
          <p:nvPicPr>
            <p:cNvPr descr="brodo_1608728" id="879" name="Google Shape;879;p75"/>
            <p:cNvPicPr preferRelativeResize="0"/>
            <p:nvPr/>
          </p:nvPicPr>
          <p:blipFill rotWithShape="1">
            <a:blip r:embed="rId8">
              <a:alphaModFix/>
            </a:blip>
            <a:srcRect b="0" l="0" r="0" t="0"/>
            <a:stretch/>
          </p:blipFill>
          <p:spPr>
            <a:xfrm>
              <a:off x="3903855" y="5963263"/>
              <a:ext cx="1495446" cy="1117598"/>
            </a:xfrm>
            <a:prstGeom prst="rect">
              <a:avLst/>
            </a:prstGeom>
            <a:noFill/>
            <a:ln>
              <a:noFill/>
            </a:ln>
          </p:spPr>
        </p:pic>
        <p:pic>
          <p:nvPicPr>
            <p:cNvPr descr="daryoush_66536317" id="880" name="Google Shape;880;p75"/>
            <p:cNvPicPr preferRelativeResize="0"/>
            <p:nvPr/>
          </p:nvPicPr>
          <p:blipFill rotWithShape="1">
            <a:blip r:embed="rId9">
              <a:alphaModFix/>
            </a:blip>
            <a:srcRect b="0" l="0" r="0" t="0"/>
            <a:stretch/>
          </p:blipFill>
          <p:spPr>
            <a:xfrm>
              <a:off x="6890615" y="2292928"/>
              <a:ext cx="1495446" cy="1117597"/>
            </a:xfrm>
            <a:prstGeom prst="rect">
              <a:avLst/>
            </a:prstGeom>
            <a:noFill/>
            <a:ln>
              <a:noFill/>
            </a:ln>
          </p:spPr>
        </p:pic>
        <p:pic>
          <p:nvPicPr>
            <p:cNvPr descr="ekenzie_18947135" id="881" name="Google Shape;881;p75"/>
            <p:cNvPicPr preferRelativeResize="0"/>
            <p:nvPr/>
          </p:nvPicPr>
          <p:blipFill rotWithShape="1">
            <a:blip r:embed="rId19">
              <a:alphaModFix/>
            </a:blip>
            <a:srcRect b="0" l="0" r="0" t="0"/>
            <a:stretch/>
          </p:blipFill>
          <p:spPr>
            <a:xfrm>
              <a:off x="5973518" y="5847792"/>
              <a:ext cx="1003849" cy="1492879"/>
            </a:xfrm>
            <a:prstGeom prst="rect">
              <a:avLst/>
            </a:prstGeom>
            <a:noFill/>
            <a:ln>
              <a:noFill/>
            </a:ln>
          </p:spPr>
        </p:pic>
        <p:pic>
          <p:nvPicPr>
            <p:cNvPr descr="ewanmcdowall_60821586" id="882" name="Google Shape;882;p75"/>
            <p:cNvPicPr preferRelativeResize="0"/>
            <p:nvPr/>
          </p:nvPicPr>
          <p:blipFill rotWithShape="1">
            <a:blip r:embed="rId20">
              <a:alphaModFix/>
            </a:blip>
            <a:srcRect b="0" l="0" r="0" t="0"/>
            <a:stretch/>
          </p:blipFill>
          <p:spPr>
            <a:xfrm>
              <a:off x="2412541" y="3897153"/>
              <a:ext cx="1491315" cy="1117598"/>
            </a:xfrm>
            <a:prstGeom prst="rect">
              <a:avLst/>
            </a:prstGeom>
            <a:noFill/>
            <a:ln>
              <a:noFill/>
            </a:ln>
          </p:spPr>
        </p:pic>
        <p:pic>
          <p:nvPicPr>
            <p:cNvPr descr="gauiscaecilius_668314" id="883" name="Google Shape;883;p75"/>
            <p:cNvPicPr preferRelativeResize="0"/>
            <p:nvPr/>
          </p:nvPicPr>
          <p:blipFill rotWithShape="1">
            <a:blip r:embed="rId12">
              <a:alphaModFix/>
            </a:blip>
            <a:srcRect b="0" l="0" r="0" t="0"/>
            <a:stretch/>
          </p:blipFill>
          <p:spPr>
            <a:xfrm>
              <a:off x="4593743" y="1950638"/>
              <a:ext cx="1495446" cy="1117598"/>
            </a:xfrm>
            <a:prstGeom prst="rect">
              <a:avLst/>
            </a:prstGeom>
            <a:noFill/>
            <a:ln>
              <a:noFill/>
            </a:ln>
          </p:spPr>
        </p:pic>
        <p:pic>
          <p:nvPicPr>
            <p:cNvPr descr="kurtnaks_31263284" id="884" name="Google Shape;884;p75"/>
            <p:cNvPicPr preferRelativeResize="0"/>
            <p:nvPr/>
          </p:nvPicPr>
          <p:blipFill rotWithShape="1">
            <a:blip r:embed="rId21">
              <a:alphaModFix/>
            </a:blip>
            <a:srcRect b="0" l="0" r="0" t="0"/>
            <a:stretch/>
          </p:blipFill>
          <p:spPr>
            <a:xfrm>
              <a:off x="574217" y="3323921"/>
              <a:ext cx="995588" cy="1492879"/>
            </a:xfrm>
            <a:prstGeom prst="rect">
              <a:avLst/>
            </a:prstGeom>
            <a:noFill/>
            <a:ln>
              <a:noFill/>
            </a:ln>
          </p:spPr>
        </p:pic>
        <p:pic>
          <p:nvPicPr>
            <p:cNvPr descr="kurtnaks_31264738" id="885" name="Google Shape;885;p75"/>
            <p:cNvPicPr preferRelativeResize="0"/>
            <p:nvPr/>
          </p:nvPicPr>
          <p:blipFill rotWithShape="1">
            <a:blip r:embed="rId14">
              <a:alphaModFix/>
            </a:blip>
            <a:srcRect b="0" l="0" r="0" t="0"/>
            <a:stretch/>
          </p:blipFill>
          <p:spPr>
            <a:xfrm>
              <a:off x="7464832" y="5847792"/>
              <a:ext cx="999719" cy="1492879"/>
            </a:xfrm>
            <a:prstGeom prst="rect">
              <a:avLst/>
            </a:prstGeom>
            <a:noFill/>
            <a:ln>
              <a:noFill/>
            </a:ln>
          </p:spPr>
        </p:pic>
        <p:pic>
          <p:nvPicPr>
            <p:cNvPr descr="kurtnaks_31268253" id="886" name="Google Shape;886;p75"/>
            <p:cNvPicPr preferRelativeResize="0"/>
            <p:nvPr/>
          </p:nvPicPr>
          <p:blipFill rotWithShape="1">
            <a:blip r:embed="rId15">
              <a:alphaModFix/>
            </a:blip>
            <a:srcRect b="0" l="0" r="0" t="0"/>
            <a:stretch/>
          </p:blipFill>
          <p:spPr>
            <a:xfrm>
              <a:off x="4593743" y="573232"/>
              <a:ext cx="1495446" cy="998002"/>
            </a:xfrm>
            <a:prstGeom prst="rect">
              <a:avLst/>
            </a:prstGeom>
            <a:noFill/>
            <a:ln>
              <a:noFill/>
            </a:ln>
          </p:spPr>
        </p:pic>
        <p:pic>
          <p:nvPicPr>
            <p:cNvPr descr="mrjennings_23299087" id="887" name="Google Shape;887;p75"/>
            <p:cNvPicPr preferRelativeResize="0"/>
            <p:nvPr/>
          </p:nvPicPr>
          <p:blipFill rotWithShape="1">
            <a:blip r:embed="rId16">
              <a:alphaModFix/>
            </a:blip>
            <a:srcRect b="0" l="0" r="0" t="0"/>
            <a:stretch/>
          </p:blipFill>
          <p:spPr>
            <a:xfrm>
              <a:off x="4825082" y="3785806"/>
              <a:ext cx="1119520" cy="1488755"/>
            </a:xfrm>
            <a:prstGeom prst="rect">
              <a:avLst/>
            </a:prstGeom>
            <a:noFill/>
            <a:ln>
              <a:noFill/>
            </a:ln>
          </p:spPr>
        </p:pic>
        <p:pic>
          <p:nvPicPr>
            <p:cNvPr descr="mrjennings_62624466" id="888" name="Google Shape;888;p75"/>
            <p:cNvPicPr preferRelativeResize="0"/>
            <p:nvPr/>
          </p:nvPicPr>
          <p:blipFill rotWithShape="1">
            <a:blip r:embed="rId17">
              <a:alphaModFix/>
            </a:blip>
            <a:srcRect b="0" l="0" r="0" t="0"/>
            <a:stretch/>
          </p:blipFill>
          <p:spPr>
            <a:xfrm>
              <a:off x="6663406" y="4012624"/>
              <a:ext cx="1491315" cy="1117598"/>
            </a:xfrm>
            <a:prstGeom prst="rect">
              <a:avLst/>
            </a:prstGeom>
            <a:noFill/>
            <a:ln>
              <a:noFill/>
            </a:ln>
          </p:spPr>
        </p:pic>
        <p:pic>
          <p:nvPicPr>
            <p:cNvPr descr="mscolly_8512764" id="889" name="Google Shape;889;p75"/>
            <p:cNvPicPr preferRelativeResize="0"/>
            <p:nvPr/>
          </p:nvPicPr>
          <p:blipFill rotWithShape="1">
            <a:blip r:embed="rId18">
              <a:alphaModFix/>
            </a:blip>
            <a:srcRect b="0" l="0" r="0" t="0"/>
            <a:stretch/>
          </p:blipFill>
          <p:spPr>
            <a:xfrm>
              <a:off x="2528210" y="1604225"/>
              <a:ext cx="1119520" cy="1492879"/>
            </a:xfrm>
            <a:prstGeom prst="rect">
              <a:avLst/>
            </a:prstGeom>
            <a:noFill/>
            <a:ln>
              <a:noFill/>
            </a:ln>
          </p:spPr>
        </p:pic>
        <p:pic>
          <p:nvPicPr>
            <p:cNvPr descr="daryoush_66536317" id="890" name="Google Shape;890;p75"/>
            <p:cNvPicPr preferRelativeResize="0"/>
            <p:nvPr/>
          </p:nvPicPr>
          <p:blipFill rotWithShape="1">
            <a:blip r:embed="rId9">
              <a:alphaModFix/>
            </a:blip>
            <a:srcRect b="0" l="0" r="0" t="0"/>
            <a:stretch/>
          </p:blipFill>
          <p:spPr>
            <a:xfrm>
              <a:off x="6890615" y="2292928"/>
              <a:ext cx="1495446" cy="1117597"/>
            </a:xfrm>
            <a:prstGeom prst="rect">
              <a:avLst/>
            </a:prstGeom>
            <a:noFill/>
            <a:ln>
              <a:noFill/>
            </a:ln>
          </p:spPr>
        </p:pic>
        <p:pic>
          <p:nvPicPr>
            <p:cNvPr descr="gauiscaecilius_668314" id="891" name="Google Shape;891;p75"/>
            <p:cNvPicPr preferRelativeResize="0"/>
            <p:nvPr/>
          </p:nvPicPr>
          <p:blipFill rotWithShape="1">
            <a:blip r:embed="rId12">
              <a:alphaModFix/>
            </a:blip>
            <a:srcRect b="0" l="0" r="0" t="0"/>
            <a:stretch/>
          </p:blipFill>
          <p:spPr>
            <a:xfrm>
              <a:off x="4593743" y="1950638"/>
              <a:ext cx="1495446" cy="1117598"/>
            </a:xfrm>
            <a:prstGeom prst="rect">
              <a:avLst/>
            </a:prstGeom>
            <a:noFill/>
            <a:ln>
              <a:noFill/>
            </a:ln>
          </p:spPr>
        </p:pic>
        <p:pic>
          <p:nvPicPr>
            <p:cNvPr descr="mscolly_8512764" id="892" name="Google Shape;892;p75"/>
            <p:cNvPicPr preferRelativeResize="0"/>
            <p:nvPr/>
          </p:nvPicPr>
          <p:blipFill rotWithShape="1">
            <a:blip r:embed="rId18">
              <a:alphaModFix/>
            </a:blip>
            <a:srcRect b="0" l="0" r="0" t="0"/>
            <a:stretch/>
          </p:blipFill>
          <p:spPr>
            <a:xfrm>
              <a:off x="2528210" y="1604225"/>
              <a:ext cx="1119520" cy="1492879"/>
            </a:xfrm>
            <a:prstGeom prst="rect">
              <a:avLst/>
            </a:prstGeom>
            <a:noFill/>
            <a:ln>
              <a:noFill/>
            </a:ln>
          </p:spPr>
        </p:pic>
        <p:sp>
          <p:nvSpPr>
            <p:cNvPr id="893" name="Google Shape;893;p75"/>
            <p:cNvSpPr/>
            <p:nvPr/>
          </p:nvSpPr>
          <p:spPr>
            <a:xfrm flipH="1">
              <a:off x="2181201" y="457760"/>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94" name="Google Shape;894;p75"/>
            <p:cNvSpPr/>
            <p:nvPr/>
          </p:nvSpPr>
          <p:spPr>
            <a:xfrm flipH="1">
              <a:off x="2619095" y="688703"/>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95" name="Google Shape;895;p75"/>
            <p:cNvSpPr/>
            <p:nvPr/>
          </p:nvSpPr>
          <p:spPr>
            <a:xfrm flipH="1">
              <a:off x="3077643" y="230942"/>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96" name="Google Shape;896;p75"/>
            <p:cNvSpPr/>
            <p:nvPr/>
          </p:nvSpPr>
          <p:spPr>
            <a:xfrm flipH="1">
              <a:off x="2755419" y="1810423"/>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97" name="Google Shape;897;p75"/>
            <p:cNvSpPr/>
            <p:nvPr/>
          </p:nvSpPr>
          <p:spPr>
            <a:xfrm flipH="1">
              <a:off x="3213967" y="21774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98" name="Google Shape;898;p75"/>
            <p:cNvSpPr/>
            <p:nvPr/>
          </p:nvSpPr>
          <p:spPr>
            <a:xfrm flipH="1">
              <a:off x="1953994" y="804174"/>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899" name="Google Shape;899;p75"/>
            <p:cNvSpPr/>
            <p:nvPr/>
          </p:nvSpPr>
          <p:spPr>
            <a:xfrm flipH="1">
              <a:off x="4825083" y="804174"/>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0" name="Google Shape;900;p75"/>
            <p:cNvSpPr/>
            <p:nvPr/>
          </p:nvSpPr>
          <p:spPr>
            <a:xfrm flipH="1">
              <a:off x="2755419" y="2523870"/>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1" name="Google Shape;901;p75"/>
            <p:cNvSpPr/>
            <p:nvPr/>
          </p:nvSpPr>
          <p:spPr>
            <a:xfrm flipH="1">
              <a:off x="5857849" y="915521"/>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2" name="Google Shape;902;p75"/>
            <p:cNvSpPr/>
            <p:nvPr/>
          </p:nvSpPr>
          <p:spPr>
            <a:xfrm flipH="1">
              <a:off x="5167961" y="137740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3" name="Google Shape;903;p75"/>
            <p:cNvSpPr/>
            <p:nvPr/>
          </p:nvSpPr>
          <p:spPr>
            <a:xfrm flipH="1">
              <a:off x="4709412" y="21774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4" name="Google Shape;904;p75"/>
            <p:cNvSpPr/>
            <p:nvPr/>
          </p:nvSpPr>
          <p:spPr>
            <a:xfrm flipH="1">
              <a:off x="5857849" y="2750689"/>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5" name="Google Shape;905;p75"/>
            <p:cNvSpPr/>
            <p:nvPr/>
          </p:nvSpPr>
          <p:spPr>
            <a:xfrm flipH="1">
              <a:off x="5167961" y="4243567"/>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6" name="Google Shape;906;p75"/>
            <p:cNvSpPr/>
            <p:nvPr/>
          </p:nvSpPr>
          <p:spPr>
            <a:xfrm flipH="1">
              <a:off x="5626509"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7" name="Google Shape;907;p75"/>
            <p:cNvSpPr/>
            <p:nvPr/>
          </p:nvSpPr>
          <p:spPr>
            <a:xfrm flipH="1">
              <a:off x="3676648" y="4012624"/>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8" name="Google Shape;908;p75"/>
            <p:cNvSpPr/>
            <p:nvPr/>
          </p:nvSpPr>
          <p:spPr>
            <a:xfrm flipH="1">
              <a:off x="4940753" y="4932270"/>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09" name="Google Shape;909;p75"/>
            <p:cNvSpPr/>
            <p:nvPr/>
          </p:nvSpPr>
          <p:spPr>
            <a:xfrm flipH="1">
              <a:off x="3213967"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0" name="Google Shape;910;p75"/>
            <p:cNvSpPr/>
            <p:nvPr/>
          </p:nvSpPr>
          <p:spPr>
            <a:xfrm flipH="1">
              <a:off x="1032766" y="3554864"/>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1" name="Google Shape;911;p75"/>
            <p:cNvSpPr/>
            <p:nvPr/>
          </p:nvSpPr>
          <p:spPr>
            <a:xfrm flipH="1">
              <a:off x="801426" y="412809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2" name="Google Shape;912;p75"/>
            <p:cNvSpPr/>
            <p:nvPr/>
          </p:nvSpPr>
          <p:spPr>
            <a:xfrm flipH="1">
              <a:off x="574218" y="1950638"/>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3" name="Google Shape;913;p75"/>
            <p:cNvSpPr/>
            <p:nvPr/>
          </p:nvSpPr>
          <p:spPr>
            <a:xfrm flipH="1">
              <a:off x="1264106" y="2061986"/>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4" name="Google Shape;914;p75"/>
            <p:cNvSpPr/>
            <p:nvPr/>
          </p:nvSpPr>
          <p:spPr>
            <a:xfrm flipH="1">
              <a:off x="1264106" y="5963263"/>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5" name="Google Shape;915;p75"/>
            <p:cNvSpPr/>
            <p:nvPr/>
          </p:nvSpPr>
          <p:spPr>
            <a:xfrm flipH="1">
              <a:off x="1032766" y="6305553"/>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6" name="Google Shape;916;p75"/>
            <p:cNvSpPr/>
            <p:nvPr/>
          </p:nvSpPr>
          <p:spPr>
            <a:xfrm flipH="1">
              <a:off x="7811843" y="6190082"/>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7" name="Google Shape;917;p75"/>
            <p:cNvSpPr/>
            <p:nvPr/>
          </p:nvSpPr>
          <p:spPr>
            <a:xfrm flipH="1">
              <a:off x="2755419" y="653649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8" name="Google Shape;918;p75"/>
            <p:cNvSpPr/>
            <p:nvPr/>
          </p:nvSpPr>
          <p:spPr>
            <a:xfrm flipH="1">
              <a:off x="3213967" y="4470386"/>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19" name="Google Shape;919;p75"/>
            <p:cNvSpPr/>
            <p:nvPr/>
          </p:nvSpPr>
          <p:spPr>
            <a:xfrm flipH="1">
              <a:off x="2181201" y="687878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0" name="Google Shape;920;p75"/>
            <p:cNvSpPr/>
            <p:nvPr/>
          </p:nvSpPr>
          <p:spPr>
            <a:xfrm flipH="1">
              <a:off x="2639749" y="4816799"/>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1" name="Google Shape;921;p75"/>
            <p:cNvSpPr/>
            <p:nvPr/>
          </p:nvSpPr>
          <p:spPr>
            <a:xfrm flipH="1">
              <a:off x="2528212" y="6878785"/>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2" name="Google Shape;922;p75"/>
            <p:cNvSpPr/>
            <p:nvPr/>
          </p:nvSpPr>
          <p:spPr>
            <a:xfrm flipH="1">
              <a:off x="3102430" y="4816799"/>
              <a:ext cx="136325"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3" name="Google Shape;923;p75"/>
            <p:cNvSpPr/>
            <p:nvPr/>
          </p:nvSpPr>
          <p:spPr>
            <a:xfrm flipH="1">
              <a:off x="4250865" y="6190082"/>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4" name="Google Shape;924;p75"/>
            <p:cNvSpPr/>
            <p:nvPr/>
          </p:nvSpPr>
          <p:spPr>
            <a:xfrm flipH="1">
              <a:off x="8270390" y="6536496"/>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5" name="Google Shape;925;p75"/>
            <p:cNvSpPr/>
            <p:nvPr/>
          </p:nvSpPr>
          <p:spPr>
            <a:xfrm flipH="1">
              <a:off x="6204859" y="6305553"/>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6" name="Google Shape;926;p75"/>
            <p:cNvSpPr/>
            <p:nvPr/>
          </p:nvSpPr>
          <p:spPr>
            <a:xfrm flipH="1">
              <a:off x="7580502" y="4585857"/>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7" name="Google Shape;927;p75"/>
            <p:cNvSpPr/>
            <p:nvPr/>
          </p:nvSpPr>
          <p:spPr>
            <a:xfrm flipH="1">
              <a:off x="6547736" y="687878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8" name="Google Shape;928;p75"/>
            <p:cNvSpPr/>
            <p:nvPr/>
          </p:nvSpPr>
          <p:spPr>
            <a:xfrm flipH="1">
              <a:off x="7006284" y="4816799"/>
              <a:ext cx="140457" cy="136093"/>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29" name="Google Shape;929;p75"/>
            <p:cNvSpPr/>
            <p:nvPr/>
          </p:nvSpPr>
          <p:spPr>
            <a:xfrm flipH="1">
              <a:off x="6890615" y="1030992"/>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0" name="Google Shape;930;p75"/>
            <p:cNvSpPr/>
            <p:nvPr/>
          </p:nvSpPr>
          <p:spPr>
            <a:xfrm flipH="1">
              <a:off x="7580502" y="1604225"/>
              <a:ext cx="140457"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1" name="Google Shape;931;p75"/>
            <p:cNvSpPr/>
            <p:nvPr/>
          </p:nvSpPr>
          <p:spPr>
            <a:xfrm flipH="1">
              <a:off x="7927513" y="2750689"/>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2" name="Google Shape;932;p75"/>
            <p:cNvSpPr/>
            <p:nvPr/>
          </p:nvSpPr>
          <p:spPr>
            <a:xfrm flipH="1">
              <a:off x="7927513" y="2408399"/>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3" name="Google Shape;933;p75"/>
            <p:cNvSpPr/>
            <p:nvPr/>
          </p:nvSpPr>
          <p:spPr>
            <a:xfrm flipH="1">
              <a:off x="115670" y="5616850"/>
              <a:ext cx="136325" cy="14021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4" name="Google Shape;934;p75"/>
            <p:cNvSpPr/>
            <p:nvPr/>
          </p:nvSpPr>
          <p:spPr>
            <a:xfrm flipH="1">
              <a:off x="2528212" y="342289"/>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5" name="Google Shape;935;p75"/>
            <p:cNvSpPr/>
            <p:nvPr/>
          </p:nvSpPr>
          <p:spPr>
            <a:xfrm flipH="1">
              <a:off x="2986760" y="573232"/>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6" name="Google Shape;936;p75"/>
            <p:cNvSpPr/>
            <p:nvPr/>
          </p:nvSpPr>
          <p:spPr>
            <a:xfrm flipH="1">
              <a:off x="4940753" y="114646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7" name="Google Shape;937;p75"/>
            <p:cNvSpPr/>
            <p:nvPr/>
          </p:nvSpPr>
          <p:spPr>
            <a:xfrm flipH="1">
              <a:off x="5514971" y="9155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8" name="Google Shape;938;p75"/>
            <p:cNvSpPr/>
            <p:nvPr/>
          </p:nvSpPr>
          <p:spPr>
            <a:xfrm flipH="1">
              <a:off x="5626509" y="688703"/>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39" name="Google Shape;939;p75"/>
            <p:cNvSpPr/>
            <p:nvPr/>
          </p:nvSpPr>
          <p:spPr>
            <a:xfrm flipH="1">
              <a:off x="7811843" y="114646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0" name="Google Shape;940;p75"/>
            <p:cNvSpPr/>
            <p:nvPr/>
          </p:nvSpPr>
          <p:spPr>
            <a:xfrm flipH="1">
              <a:off x="7353295" y="9155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1" name="Google Shape;941;p75"/>
            <p:cNvSpPr/>
            <p:nvPr/>
          </p:nvSpPr>
          <p:spPr>
            <a:xfrm flipH="1">
              <a:off x="7006284" y="1377406"/>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2" name="Google Shape;942;p75"/>
            <p:cNvSpPr/>
            <p:nvPr/>
          </p:nvSpPr>
          <p:spPr>
            <a:xfrm flipH="1">
              <a:off x="574218" y="2292928"/>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3" name="Google Shape;943;p75"/>
            <p:cNvSpPr/>
            <p:nvPr/>
          </p:nvSpPr>
          <p:spPr>
            <a:xfrm flipH="1">
              <a:off x="1379776" y="171969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4" name="Google Shape;944;p75"/>
            <p:cNvSpPr/>
            <p:nvPr/>
          </p:nvSpPr>
          <p:spPr>
            <a:xfrm flipH="1">
              <a:off x="5052291" y="2177457"/>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5" name="Google Shape;945;p75"/>
            <p:cNvSpPr/>
            <p:nvPr/>
          </p:nvSpPr>
          <p:spPr>
            <a:xfrm flipH="1">
              <a:off x="4825083" y="2866160"/>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6" name="Google Shape;946;p75"/>
            <p:cNvSpPr/>
            <p:nvPr/>
          </p:nvSpPr>
          <p:spPr>
            <a:xfrm flipH="1">
              <a:off x="5514971" y="2523870"/>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7" name="Google Shape;947;p75"/>
            <p:cNvSpPr/>
            <p:nvPr/>
          </p:nvSpPr>
          <p:spPr>
            <a:xfrm flipH="1">
              <a:off x="3213967" y="2523870"/>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8" name="Google Shape;948;p75"/>
            <p:cNvSpPr/>
            <p:nvPr/>
          </p:nvSpPr>
          <p:spPr>
            <a:xfrm flipH="1">
              <a:off x="3329637" y="1719696"/>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49" name="Google Shape;949;p75"/>
            <p:cNvSpPr/>
            <p:nvPr/>
          </p:nvSpPr>
          <p:spPr>
            <a:xfrm flipH="1">
              <a:off x="2755419" y="4128096"/>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0" name="Google Shape;950;p75"/>
            <p:cNvSpPr/>
            <p:nvPr/>
          </p:nvSpPr>
          <p:spPr>
            <a:xfrm flipH="1">
              <a:off x="5514971" y="4816799"/>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1" name="Google Shape;951;p75"/>
            <p:cNvSpPr/>
            <p:nvPr/>
          </p:nvSpPr>
          <p:spPr>
            <a:xfrm flipH="1">
              <a:off x="5626509" y="40126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2" name="Google Shape;952;p75"/>
            <p:cNvSpPr/>
            <p:nvPr/>
          </p:nvSpPr>
          <p:spPr>
            <a:xfrm flipH="1">
              <a:off x="7237624" y="4585857"/>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3" name="Google Shape;953;p75"/>
            <p:cNvSpPr/>
            <p:nvPr/>
          </p:nvSpPr>
          <p:spPr>
            <a:xfrm flipH="1">
              <a:off x="7353295" y="412809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4" name="Google Shape;954;p75"/>
            <p:cNvSpPr/>
            <p:nvPr/>
          </p:nvSpPr>
          <p:spPr>
            <a:xfrm flipH="1">
              <a:off x="6779076" y="4585857"/>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5" name="Google Shape;955;p75"/>
            <p:cNvSpPr/>
            <p:nvPr/>
          </p:nvSpPr>
          <p:spPr>
            <a:xfrm flipH="1">
              <a:off x="7927513" y="6536496"/>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6" name="Google Shape;956;p75"/>
            <p:cNvSpPr/>
            <p:nvPr/>
          </p:nvSpPr>
          <p:spPr>
            <a:xfrm flipH="1">
              <a:off x="7580502" y="676331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7" name="Google Shape;957;p75"/>
            <p:cNvSpPr/>
            <p:nvPr/>
          </p:nvSpPr>
          <p:spPr>
            <a:xfrm flipH="1">
              <a:off x="6547736" y="64210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8" name="Google Shape;958;p75"/>
            <p:cNvSpPr/>
            <p:nvPr/>
          </p:nvSpPr>
          <p:spPr>
            <a:xfrm flipH="1">
              <a:off x="6663407" y="6078735"/>
              <a:ext cx="136325"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59" name="Google Shape;959;p75"/>
            <p:cNvSpPr/>
            <p:nvPr/>
          </p:nvSpPr>
          <p:spPr>
            <a:xfrm flipH="1">
              <a:off x="4825083" y="6421024"/>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0" name="Google Shape;960;p75"/>
            <p:cNvSpPr/>
            <p:nvPr/>
          </p:nvSpPr>
          <p:spPr>
            <a:xfrm flipH="1">
              <a:off x="4019525" y="6536496"/>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1" name="Google Shape;961;p75"/>
            <p:cNvSpPr/>
            <p:nvPr/>
          </p:nvSpPr>
          <p:spPr>
            <a:xfrm flipH="1">
              <a:off x="5167961" y="676331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2" name="Google Shape;962;p75"/>
            <p:cNvSpPr/>
            <p:nvPr/>
          </p:nvSpPr>
          <p:spPr>
            <a:xfrm flipH="1">
              <a:off x="3102430" y="699425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3" name="Google Shape;963;p75"/>
            <p:cNvSpPr/>
            <p:nvPr/>
          </p:nvSpPr>
          <p:spPr>
            <a:xfrm flipH="1">
              <a:off x="2181201" y="6421024"/>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4" name="Google Shape;964;p75"/>
            <p:cNvSpPr/>
            <p:nvPr/>
          </p:nvSpPr>
          <p:spPr>
            <a:xfrm flipH="1">
              <a:off x="2412542" y="7109728"/>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5" name="Google Shape;965;p75"/>
            <p:cNvSpPr/>
            <p:nvPr/>
          </p:nvSpPr>
          <p:spPr>
            <a:xfrm flipH="1">
              <a:off x="115670" y="6305553"/>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6" name="Google Shape;966;p75"/>
            <p:cNvSpPr/>
            <p:nvPr/>
          </p:nvSpPr>
          <p:spPr>
            <a:xfrm flipH="1">
              <a:off x="574218" y="5732321"/>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7" name="Google Shape;967;p75"/>
            <p:cNvSpPr/>
            <p:nvPr/>
          </p:nvSpPr>
          <p:spPr>
            <a:xfrm flipH="1">
              <a:off x="1148435" y="4243567"/>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8" name="Google Shape;968;p75"/>
            <p:cNvSpPr/>
            <p:nvPr/>
          </p:nvSpPr>
          <p:spPr>
            <a:xfrm flipH="1">
              <a:off x="1264106" y="3897153"/>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69" name="Google Shape;969;p75"/>
            <p:cNvSpPr/>
            <p:nvPr/>
          </p:nvSpPr>
          <p:spPr>
            <a:xfrm flipH="1">
              <a:off x="689888" y="4470386"/>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0" name="Google Shape;970;p75"/>
            <p:cNvSpPr/>
            <p:nvPr/>
          </p:nvSpPr>
          <p:spPr>
            <a:xfrm flipH="1">
              <a:off x="1953994" y="230942"/>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1" name="Google Shape;971;p75"/>
            <p:cNvSpPr/>
            <p:nvPr/>
          </p:nvSpPr>
          <p:spPr>
            <a:xfrm flipH="1">
              <a:off x="2296871" y="804174"/>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2" name="Google Shape;972;p75"/>
            <p:cNvSpPr/>
            <p:nvPr/>
          </p:nvSpPr>
          <p:spPr>
            <a:xfrm flipH="1">
              <a:off x="5514971" y="1261935"/>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3" name="Google Shape;973;p75"/>
            <p:cNvSpPr/>
            <p:nvPr/>
          </p:nvSpPr>
          <p:spPr>
            <a:xfrm flipH="1">
              <a:off x="5167961" y="688703"/>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4" name="Google Shape;974;p75"/>
            <p:cNvSpPr/>
            <p:nvPr/>
          </p:nvSpPr>
          <p:spPr>
            <a:xfrm flipH="1">
              <a:off x="7353295" y="1146464"/>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5" name="Google Shape;975;p75"/>
            <p:cNvSpPr/>
            <p:nvPr/>
          </p:nvSpPr>
          <p:spPr>
            <a:xfrm flipH="1">
              <a:off x="8043182" y="171969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6" name="Google Shape;976;p75"/>
            <p:cNvSpPr/>
            <p:nvPr/>
          </p:nvSpPr>
          <p:spPr>
            <a:xfrm flipH="1">
              <a:off x="6779076" y="699425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7" name="Google Shape;977;p75"/>
            <p:cNvSpPr/>
            <p:nvPr/>
          </p:nvSpPr>
          <p:spPr>
            <a:xfrm flipH="1">
              <a:off x="6204859" y="6878785"/>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8" name="Google Shape;978;p75"/>
            <p:cNvSpPr/>
            <p:nvPr/>
          </p:nvSpPr>
          <p:spPr>
            <a:xfrm flipH="1">
              <a:off x="6089189" y="5963263"/>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79" name="Google Shape;979;p75"/>
            <p:cNvSpPr/>
            <p:nvPr/>
          </p:nvSpPr>
          <p:spPr>
            <a:xfrm flipH="1">
              <a:off x="4593743" y="6078735"/>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0" name="Google Shape;980;p75"/>
            <p:cNvSpPr/>
            <p:nvPr/>
          </p:nvSpPr>
          <p:spPr>
            <a:xfrm flipH="1">
              <a:off x="5052291" y="6190082"/>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1" name="Google Shape;981;p75"/>
            <p:cNvSpPr/>
            <p:nvPr/>
          </p:nvSpPr>
          <p:spPr>
            <a:xfrm flipH="1">
              <a:off x="4366535" y="6536496"/>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2" name="Google Shape;982;p75"/>
            <p:cNvSpPr/>
            <p:nvPr/>
          </p:nvSpPr>
          <p:spPr>
            <a:xfrm flipH="1">
              <a:off x="3102430" y="6651967"/>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3" name="Google Shape;983;p75"/>
            <p:cNvSpPr/>
            <p:nvPr/>
          </p:nvSpPr>
          <p:spPr>
            <a:xfrm flipH="1">
              <a:off x="2755419" y="7109728"/>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4" name="Google Shape;984;p75"/>
            <p:cNvSpPr/>
            <p:nvPr/>
          </p:nvSpPr>
          <p:spPr>
            <a:xfrm flipH="1">
              <a:off x="574218" y="6305553"/>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5" name="Google Shape;985;p75"/>
            <p:cNvSpPr/>
            <p:nvPr/>
          </p:nvSpPr>
          <p:spPr>
            <a:xfrm flipH="1">
              <a:off x="917096" y="5732321"/>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6" name="Google Shape;986;p75"/>
            <p:cNvSpPr/>
            <p:nvPr/>
          </p:nvSpPr>
          <p:spPr>
            <a:xfrm flipH="1">
              <a:off x="115670" y="5963263"/>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7" name="Google Shape;987;p75"/>
            <p:cNvSpPr/>
            <p:nvPr/>
          </p:nvSpPr>
          <p:spPr>
            <a:xfrm flipH="1">
              <a:off x="1032766" y="4585857"/>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8" name="Google Shape;988;p75"/>
            <p:cNvSpPr/>
            <p:nvPr/>
          </p:nvSpPr>
          <p:spPr>
            <a:xfrm flipH="1">
              <a:off x="1379776" y="447038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89" name="Google Shape;989;p75"/>
            <p:cNvSpPr/>
            <p:nvPr/>
          </p:nvSpPr>
          <p:spPr>
            <a:xfrm flipH="1">
              <a:off x="3102430" y="4012624"/>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0" name="Google Shape;990;p75"/>
            <p:cNvSpPr/>
            <p:nvPr/>
          </p:nvSpPr>
          <p:spPr>
            <a:xfrm flipH="1">
              <a:off x="3560977" y="4359038"/>
              <a:ext cx="140457"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1" name="Google Shape;991;p75"/>
            <p:cNvSpPr/>
            <p:nvPr/>
          </p:nvSpPr>
          <p:spPr>
            <a:xfrm flipH="1">
              <a:off x="3329637" y="2866160"/>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2" name="Google Shape;992;p75"/>
            <p:cNvSpPr/>
            <p:nvPr/>
          </p:nvSpPr>
          <p:spPr>
            <a:xfrm flipH="1">
              <a:off x="2639749" y="2061986"/>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3" name="Google Shape;993;p75"/>
            <p:cNvSpPr/>
            <p:nvPr/>
          </p:nvSpPr>
          <p:spPr>
            <a:xfrm flipH="1">
              <a:off x="4940753" y="2639342"/>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4" name="Google Shape;994;p75"/>
            <p:cNvSpPr/>
            <p:nvPr/>
          </p:nvSpPr>
          <p:spPr>
            <a:xfrm flipH="1">
              <a:off x="5742178" y="2061986"/>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5" name="Google Shape;995;p75"/>
            <p:cNvSpPr/>
            <p:nvPr/>
          </p:nvSpPr>
          <p:spPr>
            <a:xfrm flipH="1">
              <a:off x="7580502" y="2750689"/>
              <a:ext cx="140457"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6" name="Google Shape;996;p75"/>
            <p:cNvSpPr/>
            <p:nvPr/>
          </p:nvSpPr>
          <p:spPr>
            <a:xfrm flipH="1">
              <a:off x="7237624" y="2408399"/>
              <a:ext cx="136325" cy="14021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7" name="Google Shape;997;p75"/>
            <p:cNvSpPr/>
            <p:nvPr/>
          </p:nvSpPr>
          <p:spPr>
            <a:xfrm flipH="1">
              <a:off x="8154720" y="3097103"/>
              <a:ext cx="140457" cy="136093"/>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8" name="Google Shape;998;p75"/>
            <p:cNvSpPr/>
            <p:nvPr/>
          </p:nvSpPr>
          <p:spPr>
            <a:xfrm flipH="1">
              <a:off x="5399301" y="4128096"/>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999" name="Google Shape;999;p75"/>
            <p:cNvSpPr/>
            <p:nvPr/>
          </p:nvSpPr>
          <p:spPr>
            <a:xfrm flipH="1">
              <a:off x="4940753" y="3897153"/>
              <a:ext cx="136325"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00" name="Google Shape;1000;p75"/>
            <p:cNvSpPr/>
            <p:nvPr/>
          </p:nvSpPr>
          <p:spPr>
            <a:xfrm flipH="1">
              <a:off x="5167961" y="5043618"/>
              <a:ext cx="140457" cy="14021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01" name="Google Shape;1001;p75"/>
            <p:cNvSpPr/>
            <p:nvPr/>
          </p:nvSpPr>
          <p:spPr>
            <a:xfrm flipH="1">
              <a:off x="7811843" y="4359038"/>
              <a:ext cx="136325" cy="136093"/>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1002" name="Google Shape;1002;p75"/>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003" name="Google Shape;1003;p75"/>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56"/>
                                        </p:tgtEl>
                                      </p:cBhvr>
                                    </p:animEffect>
                                    <p:set>
                                      <p:cBhvr>
                                        <p:cTn dur="1" fill="hold">
                                          <p:stCondLst>
                                            <p:cond delay="500"/>
                                          </p:stCondLst>
                                        </p:cTn>
                                        <p:tgtEl>
                                          <p:spTgt spid="85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76"/>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Correspondence estimation</a:t>
            </a:r>
            <a:endParaRPr/>
          </a:p>
        </p:txBody>
      </p:sp>
      <p:sp>
        <p:nvSpPr>
          <p:cNvPr id="1009" name="Google Shape;1009;p76"/>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4800"/>
              <a:buChar char="•"/>
            </a:pPr>
            <a:r>
              <a:rPr lang="en-US" sz="4800"/>
              <a:t>Track each feature across the dataset.</a:t>
            </a:r>
            <a:endParaRPr/>
          </a:p>
          <a:p>
            <a:pPr indent="-685800" lvl="0" marL="685800" rtl="0" algn="l">
              <a:lnSpc>
                <a:spcPct val="100000"/>
              </a:lnSpc>
              <a:spcBef>
                <a:spcPts val="1100"/>
              </a:spcBef>
              <a:spcAft>
                <a:spcPts val="0"/>
              </a:spcAft>
              <a:buClr>
                <a:srgbClr val="000000"/>
              </a:buClr>
              <a:buSzPts val="4800"/>
              <a:buChar char="•"/>
            </a:pPr>
            <a:r>
              <a:rPr lang="en-US" sz="4800"/>
              <a:t>Link up pairwise matches to form connected components of matches across several images. </a:t>
            </a:r>
            <a:endParaRPr/>
          </a:p>
        </p:txBody>
      </p:sp>
      <p:sp>
        <p:nvSpPr>
          <p:cNvPr id="1010" name="Google Shape;1010;p76"/>
          <p:cNvSpPr txBox="1"/>
          <p:nvPr/>
        </p:nvSpPr>
        <p:spPr>
          <a:xfrm>
            <a:off x="4419600" y="10445750"/>
            <a:ext cx="1668979"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1</a:t>
            </a:r>
            <a:endParaRPr/>
          </a:p>
        </p:txBody>
      </p:sp>
      <p:sp>
        <p:nvSpPr>
          <p:cNvPr id="1011" name="Google Shape;1011;p76"/>
          <p:cNvSpPr txBox="1"/>
          <p:nvPr/>
        </p:nvSpPr>
        <p:spPr>
          <a:xfrm>
            <a:off x="8839200" y="10445750"/>
            <a:ext cx="1668979"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2</a:t>
            </a:r>
            <a:endParaRPr/>
          </a:p>
        </p:txBody>
      </p:sp>
      <p:sp>
        <p:nvSpPr>
          <p:cNvPr id="1012" name="Google Shape;1012;p76"/>
          <p:cNvSpPr txBox="1"/>
          <p:nvPr/>
        </p:nvSpPr>
        <p:spPr>
          <a:xfrm>
            <a:off x="13258800" y="10445750"/>
            <a:ext cx="1668979"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3</a:t>
            </a:r>
            <a:endParaRPr/>
          </a:p>
        </p:txBody>
      </p:sp>
      <p:sp>
        <p:nvSpPr>
          <p:cNvPr id="1013" name="Google Shape;1013;p76"/>
          <p:cNvSpPr txBox="1"/>
          <p:nvPr/>
        </p:nvSpPr>
        <p:spPr>
          <a:xfrm>
            <a:off x="17821276" y="10445750"/>
            <a:ext cx="1668979"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4</a:t>
            </a:r>
            <a:endParaRPr/>
          </a:p>
        </p:txBody>
      </p:sp>
      <p:pic>
        <p:nvPicPr>
          <p:cNvPr descr="19654387@N00_12628944" id="1014" name="Google Shape;1014;p76"/>
          <p:cNvPicPr preferRelativeResize="0"/>
          <p:nvPr/>
        </p:nvPicPr>
        <p:blipFill rotWithShape="1">
          <a:blip r:embed="rId3">
            <a:alphaModFix/>
          </a:blip>
          <a:srcRect b="0" l="0" r="0" t="0"/>
          <a:stretch/>
        </p:blipFill>
        <p:spPr>
          <a:xfrm>
            <a:off x="12496800" y="5937250"/>
            <a:ext cx="3314700" cy="4419600"/>
          </a:xfrm>
          <a:prstGeom prst="rect">
            <a:avLst/>
          </a:prstGeom>
          <a:noFill/>
          <a:ln>
            <a:noFill/>
          </a:ln>
        </p:spPr>
      </p:pic>
      <p:pic>
        <p:nvPicPr>
          <p:cNvPr descr="44124324682@N01_17255642" id="1015" name="Google Shape;1015;p76"/>
          <p:cNvPicPr preferRelativeResize="0"/>
          <p:nvPr/>
        </p:nvPicPr>
        <p:blipFill rotWithShape="1">
          <a:blip r:embed="rId4">
            <a:alphaModFix/>
          </a:blip>
          <a:srcRect b="0" l="0" r="0" t="0"/>
          <a:stretch/>
        </p:blipFill>
        <p:spPr>
          <a:xfrm>
            <a:off x="17113250" y="5937250"/>
            <a:ext cx="3314700" cy="4419600"/>
          </a:xfrm>
          <a:prstGeom prst="rect">
            <a:avLst/>
          </a:prstGeom>
          <a:noFill/>
          <a:ln>
            <a:noFill/>
          </a:ln>
        </p:spPr>
      </p:pic>
      <p:pic>
        <p:nvPicPr>
          <p:cNvPr descr="ekenzie_18947135" id="1016" name="Google Shape;1016;p76"/>
          <p:cNvPicPr preferRelativeResize="0"/>
          <p:nvPr/>
        </p:nvPicPr>
        <p:blipFill rotWithShape="1">
          <a:blip r:embed="rId5">
            <a:alphaModFix/>
          </a:blip>
          <a:srcRect b="0" l="0" r="0" t="0"/>
          <a:stretch/>
        </p:blipFill>
        <p:spPr>
          <a:xfrm>
            <a:off x="3962400" y="5937250"/>
            <a:ext cx="2974976" cy="4422777"/>
          </a:xfrm>
          <a:prstGeom prst="rect">
            <a:avLst/>
          </a:prstGeom>
          <a:noFill/>
          <a:ln>
            <a:noFill/>
          </a:ln>
        </p:spPr>
      </p:pic>
      <p:pic>
        <p:nvPicPr>
          <p:cNvPr descr="kurtnaks_31263284" id="1017" name="Google Shape;1017;p76"/>
          <p:cNvPicPr preferRelativeResize="0"/>
          <p:nvPr/>
        </p:nvPicPr>
        <p:blipFill rotWithShape="1">
          <a:blip r:embed="rId6">
            <a:alphaModFix/>
          </a:blip>
          <a:srcRect b="0" l="0" r="0" t="0"/>
          <a:stretch/>
        </p:blipFill>
        <p:spPr>
          <a:xfrm>
            <a:off x="8229600" y="5937250"/>
            <a:ext cx="2952750" cy="4425950"/>
          </a:xfrm>
          <a:prstGeom prst="rect">
            <a:avLst/>
          </a:prstGeom>
          <a:noFill/>
          <a:ln>
            <a:noFill/>
          </a:ln>
        </p:spPr>
      </p:pic>
      <p:cxnSp>
        <p:nvCxnSpPr>
          <p:cNvPr id="1018" name="Google Shape;1018;p76"/>
          <p:cNvCxnSpPr/>
          <p:nvPr/>
        </p:nvCxnSpPr>
        <p:spPr>
          <a:xfrm flipH="1" rot="10800000">
            <a:off x="5638799" y="6699249"/>
            <a:ext cx="4267202" cy="1828802"/>
          </a:xfrm>
          <a:prstGeom prst="straightConnector1">
            <a:avLst/>
          </a:prstGeom>
          <a:noFill/>
          <a:ln cap="flat" cmpd="sng" w="50800">
            <a:solidFill>
              <a:srgbClr val="3366FF"/>
            </a:solidFill>
            <a:prstDash val="solid"/>
            <a:round/>
            <a:headEnd len="sm" w="sm" type="none"/>
            <a:tailEnd len="sm" w="sm" type="none"/>
          </a:ln>
        </p:spPr>
      </p:cxnSp>
      <p:cxnSp>
        <p:nvCxnSpPr>
          <p:cNvPr id="1019" name="Google Shape;1019;p76"/>
          <p:cNvCxnSpPr/>
          <p:nvPr/>
        </p:nvCxnSpPr>
        <p:spPr>
          <a:xfrm>
            <a:off x="9906000" y="6701790"/>
            <a:ext cx="4267200" cy="1"/>
          </a:xfrm>
          <a:prstGeom prst="straightConnector1">
            <a:avLst/>
          </a:prstGeom>
          <a:noFill/>
          <a:ln cap="flat" cmpd="sng" w="50800">
            <a:solidFill>
              <a:srgbClr val="FF0000"/>
            </a:solidFill>
            <a:prstDash val="solid"/>
            <a:round/>
            <a:headEnd len="sm" w="sm" type="none"/>
            <a:tailEnd len="sm" w="sm" type="none"/>
          </a:ln>
        </p:spPr>
      </p:cxnSp>
      <p:cxnSp>
        <p:nvCxnSpPr>
          <p:cNvPr id="1020" name="Google Shape;1020;p76"/>
          <p:cNvCxnSpPr/>
          <p:nvPr/>
        </p:nvCxnSpPr>
        <p:spPr>
          <a:xfrm>
            <a:off x="14173199" y="6699249"/>
            <a:ext cx="4876801" cy="152402"/>
          </a:xfrm>
          <a:prstGeom prst="straightConnector1">
            <a:avLst/>
          </a:prstGeom>
          <a:noFill/>
          <a:ln cap="flat" cmpd="sng" w="50800">
            <a:solidFill>
              <a:srgbClr val="00FF00"/>
            </a:solidFill>
            <a:prstDash val="solid"/>
            <a:round/>
            <a:headEnd len="sm" w="sm" type="none"/>
            <a:tailEnd len="sm" w="sm" type="none"/>
          </a:ln>
        </p:spPr>
      </p:cxnSp>
      <p:sp>
        <p:nvSpPr>
          <p:cNvPr id="1021" name="Google Shape;1021;p76"/>
          <p:cNvSpPr/>
          <p:nvPr/>
        </p:nvSpPr>
        <p:spPr>
          <a:xfrm>
            <a:off x="9753600" y="6546850"/>
            <a:ext cx="304800" cy="304800"/>
          </a:xfrm>
          <a:prstGeom prst="ellipse">
            <a:avLst/>
          </a:prstGeom>
          <a:solidFill>
            <a:srgbClr val="FFE2C5"/>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22" name="Google Shape;1022;p76"/>
          <p:cNvSpPr/>
          <p:nvPr/>
        </p:nvSpPr>
        <p:spPr>
          <a:xfrm>
            <a:off x="5486400" y="8375650"/>
            <a:ext cx="304800" cy="3048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23" name="Google Shape;1023;p76"/>
          <p:cNvSpPr/>
          <p:nvPr/>
        </p:nvSpPr>
        <p:spPr>
          <a:xfrm>
            <a:off x="14020800" y="6546850"/>
            <a:ext cx="304800" cy="304800"/>
          </a:xfrm>
          <a:prstGeom prst="ellipse">
            <a:avLst/>
          </a:prstGeom>
          <a:solidFill>
            <a:srgbClr val="0066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24" name="Google Shape;1024;p76"/>
          <p:cNvSpPr/>
          <p:nvPr/>
        </p:nvSpPr>
        <p:spPr>
          <a:xfrm>
            <a:off x="18897600" y="6699250"/>
            <a:ext cx="304800" cy="304800"/>
          </a:xfrm>
          <a:prstGeom prst="ellipse">
            <a:avLst/>
          </a:prstGeom>
          <a:solidFill>
            <a:srgbClr val="FF99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25" name="Google Shape;1025;p76"/>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026" name="Google Shape;1026;p76"/>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0"/>
                                        </p:tgtEl>
                                        <p:attrNameLst>
                                          <p:attrName>style.visibility</p:attrName>
                                        </p:attrNameLst>
                                      </p:cBhvr>
                                      <p:to>
                                        <p:strVal val="visible"/>
                                      </p:to>
                                    </p:set>
                                    <p:animEffect filter="fade" transition="in">
                                      <p:cBhvr>
                                        <p:cTn dur="500"/>
                                        <p:tgtEl>
                                          <p:spTgt spid="10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11"/>
                                        </p:tgtEl>
                                        <p:attrNameLst>
                                          <p:attrName>style.visibility</p:attrName>
                                        </p:attrNameLst>
                                      </p:cBhvr>
                                      <p:to>
                                        <p:strVal val="visible"/>
                                      </p:to>
                                    </p:set>
                                    <p:animEffect filter="fade" transition="in">
                                      <p:cBhvr>
                                        <p:cTn dur="500"/>
                                        <p:tgtEl>
                                          <p:spTgt spid="10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500"/>
                                        <p:tgtEl>
                                          <p:spTgt spid="101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500"/>
                                        <p:tgtEl>
                                          <p:spTgt spid="101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500"/>
                                        <p:tgtEl>
                                          <p:spTgt spid="101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017"/>
                                        </p:tgtEl>
                                        <p:attrNameLst>
                                          <p:attrName>style.visibility</p:attrName>
                                        </p:attrNameLst>
                                      </p:cBhvr>
                                      <p:to>
                                        <p:strVal val="visible"/>
                                      </p:to>
                                    </p:set>
                                    <p:animEffect filter="fade" transition="in">
                                      <p:cBhvr>
                                        <p:cTn dur="500"/>
                                        <p:tgtEl>
                                          <p:spTgt spid="101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500"/>
                                        <p:tgtEl>
                                          <p:spTgt spid="101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500"/>
                                        <p:tgtEl>
                                          <p:spTgt spid="1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gtEl>
                                        <p:attrNameLst>
                                          <p:attrName>style.visibility</p:attrName>
                                        </p:attrNameLst>
                                      </p:cBhvr>
                                      <p:to>
                                        <p:strVal val="visible"/>
                                      </p:to>
                                    </p:set>
                                    <p:animEffect filter="fade" transition="in">
                                      <p:cBhvr>
                                        <p:cTn dur="500"/>
                                        <p:tgtEl>
                                          <p:spTgt spid="10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500"/>
                                        <p:tgtEl>
                                          <p:spTgt spid="10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23"/>
                                        </p:tgtEl>
                                        <p:attrNameLst>
                                          <p:attrName>style.visibility</p:attrName>
                                        </p:attrNameLst>
                                      </p:cBhvr>
                                      <p:to>
                                        <p:strVal val="visible"/>
                                      </p:to>
                                    </p:set>
                                    <p:animEffect filter="fade" transition="in">
                                      <p:cBhvr>
                                        <p:cTn dur="500"/>
                                        <p:tgtEl>
                                          <p:spTgt spid="102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500"/>
                                        <p:tgtEl>
                                          <p:spTgt spid="10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8"/>
                                        </p:tgtEl>
                                        <p:attrNameLst>
                                          <p:attrName>style.visibility</p:attrName>
                                        </p:attrNameLst>
                                      </p:cBhvr>
                                      <p:to>
                                        <p:strVal val="visible"/>
                                      </p:to>
                                    </p:set>
                                    <p:animEffect filter="fade" transition="in">
                                      <p:cBhvr>
                                        <p:cTn dur="500"/>
                                        <p:tgtEl>
                                          <p:spTgt spid="10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gtEl>
                                        <p:attrNameLst>
                                          <p:attrName>style.visibility</p:attrName>
                                        </p:attrNameLst>
                                      </p:cBhvr>
                                      <p:to>
                                        <p:strVal val="visible"/>
                                      </p:to>
                                    </p:set>
                                    <p:animEffect filter="fade" transition="in">
                                      <p:cBhvr>
                                        <p:cTn dur="500"/>
                                        <p:tgtEl>
                                          <p:spTgt spid="10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0"/>
                                        </p:tgtEl>
                                        <p:attrNameLst>
                                          <p:attrName>style.visibility</p:attrName>
                                        </p:attrNameLst>
                                      </p:cBhvr>
                                      <p:to>
                                        <p:strVal val="visible"/>
                                      </p:to>
                                    </p:set>
                                    <p:animEffect filter="fade" transition="in">
                                      <p:cBhvr>
                                        <p:cTn dur="500"/>
                                        <p:tgtEl>
                                          <p:spTgt spid="10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77"/>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Correspondence estimation</a:t>
            </a:r>
            <a:endParaRPr/>
          </a:p>
        </p:txBody>
      </p:sp>
      <p:sp>
        <p:nvSpPr>
          <p:cNvPr id="1032" name="Google Shape;1032;p77"/>
          <p:cNvSpPr txBox="1"/>
          <p:nvPr/>
        </p:nvSpPr>
        <p:spPr>
          <a:xfrm>
            <a:off x="4419600" y="10445750"/>
            <a:ext cx="1668979"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1</a:t>
            </a:r>
            <a:endParaRPr/>
          </a:p>
        </p:txBody>
      </p:sp>
      <p:sp>
        <p:nvSpPr>
          <p:cNvPr id="1033" name="Google Shape;1033;p77"/>
          <p:cNvSpPr txBox="1"/>
          <p:nvPr/>
        </p:nvSpPr>
        <p:spPr>
          <a:xfrm>
            <a:off x="8839200" y="10445750"/>
            <a:ext cx="1668979"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2</a:t>
            </a:r>
            <a:endParaRPr/>
          </a:p>
        </p:txBody>
      </p:sp>
      <p:sp>
        <p:nvSpPr>
          <p:cNvPr id="1034" name="Google Shape;1034;p77"/>
          <p:cNvSpPr txBox="1"/>
          <p:nvPr/>
        </p:nvSpPr>
        <p:spPr>
          <a:xfrm>
            <a:off x="13258800" y="10445750"/>
            <a:ext cx="1668979"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3</a:t>
            </a:r>
            <a:endParaRPr/>
          </a:p>
        </p:txBody>
      </p:sp>
      <p:sp>
        <p:nvSpPr>
          <p:cNvPr id="1035" name="Google Shape;1035;p77"/>
          <p:cNvSpPr txBox="1"/>
          <p:nvPr/>
        </p:nvSpPr>
        <p:spPr>
          <a:xfrm>
            <a:off x="17821276" y="10445750"/>
            <a:ext cx="1668979"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4</a:t>
            </a:r>
            <a:endParaRPr/>
          </a:p>
        </p:txBody>
      </p:sp>
      <p:pic>
        <p:nvPicPr>
          <p:cNvPr descr="19654387@N00_12628944" id="1036" name="Google Shape;1036;p77"/>
          <p:cNvPicPr preferRelativeResize="0"/>
          <p:nvPr/>
        </p:nvPicPr>
        <p:blipFill rotWithShape="1">
          <a:blip r:embed="rId3">
            <a:alphaModFix/>
          </a:blip>
          <a:srcRect b="0" l="0" r="0" t="0"/>
          <a:stretch/>
        </p:blipFill>
        <p:spPr>
          <a:xfrm>
            <a:off x="12496800" y="5937250"/>
            <a:ext cx="3314700" cy="4419600"/>
          </a:xfrm>
          <a:prstGeom prst="rect">
            <a:avLst/>
          </a:prstGeom>
          <a:noFill/>
          <a:ln>
            <a:noFill/>
          </a:ln>
        </p:spPr>
      </p:pic>
      <p:pic>
        <p:nvPicPr>
          <p:cNvPr descr="44124324682@N01_17255642" id="1037" name="Google Shape;1037;p77"/>
          <p:cNvPicPr preferRelativeResize="0"/>
          <p:nvPr/>
        </p:nvPicPr>
        <p:blipFill rotWithShape="1">
          <a:blip r:embed="rId4">
            <a:alphaModFix/>
          </a:blip>
          <a:srcRect b="0" l="0" r="0" t="0"/>
          <a:stretch/>
        </p:blipFill>
        <p:spPr>
          <a:xfrm>
            <a:off x="17113250" y="5937250"/>
            <a:ext cx="3314700" cy="4419600"/>
          </a:xfrm>
          <a:prstGeom prst="rect">
            <a:avLst/>
          </a:prstGeom>
          <a:noFill/>
          <a:ln>
            <a:noFill/>
          </a:ln>
        </p:spPr>
      </p:pic>
      <p:pic>
        <p:nvPicPr>
          <p:cNvPr descr="ekenzie_18947135" id="1038" name="Google Shape;1038;p77"/>
          <p:cNvPicPr preferRelativeResize="0"/>
          <p:nvPr/>
        </p:nvPicPr>
        <p:blipFill rotWithShape="1">
          <a:blip r:embed="rId5">
            <a:alphaModFix/>
          </a:blip>
          <a:srcRect b="0" l="0" r="0" t="0"/>
          <a:stretch/>
        </p:blipFill>
        <p:spPr>
          <a:xfrm>
            <a:off x="3962400" y="5937250"/>
            <a:ext cx="2974976" cy="4422777"/>
          </a:xfrm>
          <a:prstGeom prst="rect">
            <a:avLst/>
          </a:prstGeom>
          <a:noFill/>
          <a:ln>
            <a:noFill/>
          </a:ln>
        </p:spPr>
      </p:pic>
      <p:pic>
        <p:nvPicPr>
          <p:cNvPr descr="kurtnaks_31263284" id="1039" name="Google Shape;1039;p77"/>
          <p:cNvPicPr preferRelativeResize="0"/>
          <p:nvPr/>
        </p:nvPicPr>
        <p:blipFill rotWithShape="1">
          <a:blip r:embed="rId6">
            <a:alphaModFix/>
          </a:blip>
          <a:srcRect b="0" l="0" r="0" t="0"/>
          <a:stretch/>
        </p:blipFill>
        <p:spPr>
          <a:xfrm>
            <a:off x="8229600" y="5937250"/>
            <a:ext cx="2952750" cy="4425950"/>
          </a:xfrm>
          <a:prstGeom prst="rect">
            <a:avLst/>
          </a:prstGeom>
          <a:noFill/>
          <a:ln>
            <a:noFill/>
          </a:ln>
        </p:spPr>
      </p:pic>
      <p:cxnSp>
        <p:nvCxnSpPr>
          <p:cNvPr id="1040" name="Google Shape;1040;p77"/>
          <p:cNvCxnSpPr/>
          <p:nvPr/>
        </p:nvCxnSpPr>
        <p:spPr>
          <a:xfrm flipH="1" rot="10800000">
            <a:off x="5638799" y="6699249"/>
            <a:ext cx="4267202" cy="1828802"/>
          </a:xfrm>
          <a:prstGeom prst="straightConnector1">
            <a:avLst/>
          </a:prstGeom>
          <a:noFill/>
          <a:ln cap="flat" cmpd="sng" w="50800">
            <a:solidFill>
              <a:srgbClr val="3366FF"/>
            </a:solidFill>
            <a:prstDash val="solid"/>
            <a:round/>
            <a:headEnd len="sm" w="sm" type="none"/>
            <a:tailEnd len="sm" w="sm" type="none"/>
          </a:ln>
        </p:spPr>
      </p:cxnSp>
      <p:cxnSp>
        <p:nvCxnSpPr>
          <p:cNvPr id="1041" name="Google Shape;1041;p77"/>
          <p:cNvCxnSpPr/>
          <p:nvPr/>
        </p:nvCxnSpPr>
        <p:spPr>
          <a:xfrm>
            <a:off x="9906000" y="6701790"/>
            <a:ext cx="4267200" cy="1"/>
          </a:xfrm>
          <a:prstGeom prst="straightConnector1">
            <a:avLst/>
          </a:prstGeom>
          <a:noFill/>
          <a:ln cap="flat" cmpd="sng" w="50800">
            <a:solidFill>
              <a:srgbClr val="FF0000"/>
            </a:solidFill>
            <a:prstDash val="solid"/>
            <a:round/>
            <a:headEnd len="sm" w="sm" type="none"/>
            <a:tailEnd len="sm" w="sm" type="none"/>
          </a:ln>
        </p:spPr>
      </p:cxnSp>
      <p:cxnSp>
        <p:nvCxnSpPr>
          <p:cNvPr id="1042" name="Google Shape;1042;p77"/>
          <p:cNvCxnSpPr/>
          <p:nvPr/>
        </p:nvCxnSpPr>
        <p:spPr>
          <a:xfrm>
            <a:off x="14173199" y="6699249"/>
            <a:ext cx="4876801" cy="152402"/>
          </a:xfrm>
          <a:prstGeom prst="straightConnector1">
            <a:avLst/>
          </a:prstGeom>
          <a:noFill/>
          <a:ln cap="flat" cmpd="sng" w="50800">
            <a:solidFill>
              <a:srgbClr val="00FF00"/>
            </a:solidFill>
            <a:prstDash val="solid"/>
            <a:round/>
            <a:headEnd len="sm" w="sm" type="none"/>
            <a:tailEnd len="sm" w="sm" type="none"/>
          </a:ln>
        </p:spPr>
      </p:cxnSp>
      <p:sp>
        <p:nvSpPr>
          <p:cNvPr id="1043" name="Google Shape;1043;p77"/>
          <p:cNvSpPr/>
          <p:nvPr/>
        </p:nvSpPr>
        <p:spPr>
          <a:xfrm>
            <a:off x="9753600" y="6546850"/>
            <a:ext cx="304800" cy="304800"/>
          </a:xfrm>
          <a:prstGeom prst="ellipse">
            <a:avLst/>
          </a:prstGeom>
          <a:solidFill>
            <a:srgbClr val="FFE2C5"/>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44" name="Google Shape;1044;p77"/>
          <p:cNvSpPr/>
          <p:nvPr/>
        </p:nvSpPr>
        <p:spPr>
          <a:xfrm>
            <a:off x="5486400" y="8375650"/>
            <a:ext cx="304800" cy="3048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45" name="Google Shape;1045;p77"/>
          <p:cNvSpPr/>
          <p:nvPr/>
        </p:nvSpPr>
        <p:spPr>
          <a:xfrm>
            <a:off x="14020800" y="6546850"/>
            <a:ext cx="304800" cy="304800"/>
          </a:xfrm>
          <a:prstGeom prst="ellipse">
            <a:avLst/>
          </a:prstGeom>
          <a:solidFill>
            <a:srgbClr val="0066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46" name="Google Shape;1046;p77"/>
          <p:cNvSpPr/>
          <p:nvPr/>
        </p:nvSpPr>
        <p:spPr>
          <a:xfrm>
            <a:off x="18897600" y="6699250"/>
            <a:ext cx="304800" cy="304800"/>
          </a:xfrm>
          <a:prstGeom prst="ellipse">
            <a:avLst/>
          </a:prstGeom>
          <a:solidFill>
            <a:srgbClr val="FF99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47" name="Google Shape;1047;p77"/>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048" name="Google Shape;1048;p77"/>
          <p:cNvSpPr txBox="1"/>
          <p:nvPr/>
        </p:nvSpPr>
        <p:spPr>
          <a:xfrm>
            <a:off x="-163887" y="3243263"/>
            <a:ext cx="24711774"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6000"/>
              <a:buFont typeface="Helvetica Neue Light"/>
              <a:buNone/>
            </a:pPr>
            <a:r>
              <a:rPr b="0" i="0" lang="en-US" sz="6000" u="none" cap="none" strike="noStrike">
                <a:solidFill>
                  <a:srgbClr val="000000"/>
                </a:solidFill>
                <a:latin typeface="Helvetica Neue Light"/>
                <a:ea typeface="Helvetica Neue Light"/>
                <a:cs typeface="Helvetica Neue Light"/>
                <a:sym typeface="Helvetica Neue Light"/>
              </a:rPr>
              <a:t>A </a:t>
            </a:r>
            <a:r>
              <a:rPr b="1" i="0" lang="en-US" sz="6000" u="none" cap="none" strike="noStrike">
                <a:solidFill>
                  <a:srgbClr val="000000"/>
                </a:solidFill>
                <a:latin typeface="Helvetica Neue"/>
                <a:ea typeface="Helvetica Neue"/>
                <a:cs typeface="Helvetica Neue"/>
                <a:sym typeface="Helvetica Neue"/>
              </a:rPr>
              <a:t>point track</a:t>
            </a:r>
            <a:r>
              <a:rPr b="0" i="0" lang="en-US" sz="6000" u="none" cap="none" strike="noStrike">
                <a:solidFill>
                  <a:srgbClr val="000000"/>
                </a:solidFill>
                <a:latin typeface="Helvetica Neue Light"/>
                <a:ea typeface="Helvetica Neue Light"/>
                <a:cs typeface="Helvetica Neue Light"/>
                <a:sym typeface="Helvetica Neue Light"/>
              </a:rPr>
              <a:t>: the same 3D point projects to all 4 image positions.</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500"/>
                                        <p:tgtEl>
                                          <p:spTgt spid="10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500"/>
                                        <p:tgtEl>
                                          <p:spTgt spid="10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500"/>
                                        <p:tgtEl>
                                          <p:spTgt spid="103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35"/>
                                        </p:tgtEl>
                                        <p:attrNameLst>
                                          <p:attrName>style.visibility</p:attrName>
                                        </p:attrNameLst>
                                      </p:cBhvr>
                                      <p:to>
                                        <p:strVal val="visible"/>
                                      </p:to>
                                    </p:set>
                                    <p:animEffect filter="fade" transition="in">
                                      <p:cBhvr>
                                        <p:cTn dur="500"/>
                                        <p:tgtEl>
                                          <p:spTgt spid="103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38"/>
                                        </p:tgtEl>
                                        <p:attrNameLst>
                                          <p:attrName>style.visibility</p:attrName>
                                        </p:attrNameLst>
                                      </p:cBhvr>
                                      <p:to>
                                        <p:strVal val="visible"/>
                                      </p:to>
                                    </p:set>
                                    <p:animEffect filter="fade" transition="in">
                                      <p:cBhvr>
                                        <p:cTn dur="500"/>
                                        <p:tgtEl>
                                          <p:spTgt spid="103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500"/>
                                        <p:tgtEl>
                                          <p:spTgt spid="103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500"/>
                                        <p:tgtEl>
                                          <p:spTgt spid="1036"/>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500"/>
                                        <p:tgtEl>
                                          <p:spTgt spid="1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500"/>
                                        <p:tgtEl>
                                          <p:spTgt spid="10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500"/>
                                        <p:tgtEl>
                                          <p:spTgt spid="10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500"/>
                                        <p:tgtEl>
                                          <p:spTgt spid="1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500"/>
                                        <p:tgtEl>
                                          <p:spTgt spid="10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500"/>
                                        <p:tgtEl>
                                          <p:spTgt spid="10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pic>
        <p:nvPicPr>
          <p:cNvPr descr="Image" id="1053" name="Google Shape;1053;p78"/>
          <p:cNvPicPr preferRelativeResize="0"/>
          <p:nvPr/>
        </p:nvPicPr>
        <p:blipFill rotWithShape="1">
          <a:blip r:embed="rId3">
            <a:alphaModFix/>
          </a:blip>
          <a:srcRect b="0" l="0" r="0" t="0"/>
          <a:stretch/>
        </p:blipFill>
        <p:spPr>
          <a:xfrm>
            <a:off x="16119478" y="8458201"/>
            <a:ext cx="1879601" cy="1981201"/>
          </a:xfrm>
          <a:prstGeom prst="rect">
            <a:avLst/>
          </a:prstGeom>
          <a:noFill/>
          <a:ln>
            <a:noFill/>
          </a:ln>
        </p:spPr>
      </p:pic>
      <p:pic>
        <p:nvPicPr>
          <p:cNvPr descr="Image" id="1054" name="Google Shape;1054;p78"/>
          <p:cNvPicPr preferRelativeResize="0"/>
          <p:nvPr/>
        </p:nvPicPr>
        <p:blipFill rotWithShape="1">
          <a:blip r:embed="rId4">
            <a:alphaModFix/>
          </a:blip>
          <a:srcRect b="0" l="0" r="0" t="0"/>
          <a:stretch/>
        </p:blipFill>
        <p:spPr>
          <a:xfrm>
            <a:off x="11076496" y="9193212"/>
            <a:ext cx="2057401" cy="1879601"/>
          </a:xfrm>
          <a:prstGeom prst="rect">
            <a:avLst/>
          </a:prstGeom>
          <a:noFill/>
          <a:ln>
            <a:noFill/>
          </a:ln>
        </p:spPr>
      </p:pic>
      <p:pic>
        <p:nvPicPr>
          <p:cNvPr descr="Image" id="1055" name="Google Shape;1055;p78"/>
          <p:cNvPicPr preferRelativeResize="0"/>
          <p:nvPr/>
        </p:nvPicPr>
        <p:blipFill rotWithShape="1">
          <a:blip r:embed="rId5">
            <a:alphaModFix/>
          </a:blip>
          <a:srcRect b="0" l="0" r="0" t="0"/>
          <a:stretch/>
        </p:blipFill>
        <p:spPr>
          <a:xfrm>
            <a:off x="5972174" y="8310564"/>
            <a:ext cx="1930401" cy="1676401"/>
          </a:xfrm>
          <a:prstGeom prst="rect">
            <a:avLst/>
          </a:prstGeom>
          <a:noFill/>
          <a:ln>
            <a:noFill/>
          </a:ln>
        </p:spPr>
      </p:pic>
      <p:pic>
        <p:nvPicPr>
          <p:cNvPr descr="Image" id="1056" name="Google Shape;1056;p78"/>
          <p:cNvPicPr preferRelativeResize="0"/>
          <p:nvPr/>
        </p:nvPicPr>
        <p:blipFill rotWithShape="1">
          <a:blip r:embed="rId6">
            <a:alphaModFix/>
          </a:blip>
          <a:srcRect b="0" l="0" r="0" t="0"/>
          <a:stretch/>
        </p:blipFill>
        <p:spPr>
          <a:xfrm>
            <a:off x="9705976" y="3614737"/>
            <a:ext cx="4292601" cy="3911601"/>
          </a:xfrm>
          <a:prstGeom prst="rect">
            <a:avLst/>
          </a:prstGeom>
          <a:noFill/>
          <a:ln>
            <a:noFill/>
          </a:ln>
        </p:spPr>
      </p:pic>
      <p:sp>
        <p:nvSpPr>
          <p:cNvPr id="1057" name="Google Shape;1057;p78"/>
          <p:cNvSpPr txBox="1"/>
          <p:nvPr>
            <p:ph type="title"/>
          </p:nvPr>
        </p:nvSpPr>
        <p:spPr>
          <a:xfrm>
            <a:off x="4089400" y="295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Structure from motion</a:t>
            </a:r>
            <a:endParaRPr/>
          </a:p>
        </p:txBody>
      </p:sp>
      <p:sp>
        <p:nvSpPr>
          <p:cNvPr id="1058" name="Google Shape;1058;p78"/>
          <p:cNvSpPr/>
          <p:nvPr/>
        </p:nvSpPr>
        <p:spPr>
          <a:xfrm rot="5400000">
            <a:off x="4783139" y="7418389"/>
            <a:ext cx="3962401" cy="3451222"/>
          </a:xfrm>
          <a:custGeom>
            <a:rect b="b" l="l" r="r" t="t"/>
            <a:pathLst>
              <a:path extrusionOk="0" h="21600" w="21600">
                <a:moveTo>
                  <a:pt x="0" y="21600"/>
                </a:moveTo>
                <a:lnTo>
                  <a:pt x="5400" y="0"/>
                </a:lnTo>
                <a:lnTo>
                  <a:pt x="21600" y="0"/>
                </a:lnTo>
                <a:lnTo>
                  <a:pt x="16200" y="21600"/>
                </a:lnTo>
                <a:close/>
              </a:path>
            </a:pathLst>
          </a:custGeom>
          <a:noFill/>
          <a:ln cap="flat" cmpd="sng" w="508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59" name="Google Shape;1059;p78"/>
          <p:cNvSpPr/>
          <p:nvPr/>
        </p:nvSpPr>
        <p:spPr>
          <a:xfrm flipH="1" rot="-5400000">
            <a:off x="15149514" y="7802561"/>
            <a:ext cx="3962401" cy="3451227"/>
          </a:xfrm>
          <a:custGeom>
            <a:rect b="b" l="l" r="r" t="t"/>
            <a:pathLst>
              <a:path extrusionOk="0" h="21600" w="21600">
                <a:moveTo>
                  <a:pt x="0" y="21600"/>
                </a:moveTo>
                <a:lnTo>
                  <a:pt x="5400" y="0"/>
                </a:lnTo>
                <a:lnTo>
                  <a:pt x="21600" y="0"/>
                </a:lnTo>
                <a:lnTo>
                  <a:pt x="16200" y="21600"/>
                </a:lnTo>
                <a:close/>
              </a:path>
            </a:pathLst>
          </a:custGeom>
          <a:noFill/>
          <a:ln cap="flat" cmpd="sng" w="508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60" name="Google Shape;1060;p78"/>
          <p:cNvSpPr/>
          <p:nvPr/>
        </p:nvSpPr>
        <p:spPr>
          <a:xfrm>
            <a:off x="10175875" y="8686800"/>
            <a:ext cx="4089401" cy="2940050"/>
          </a:xfrm>
          <a:prstGeom prst="rect">
            <a:avLst/>
          </a:prstGeom>
          <a:noFill/>
          <a:ln cap="flat" cmpd="sng" w="508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1061" name="Google Shape;1061;p78"/>
          <p:cNvCxnSpPr/>
          <p:nvPr/>
        </p:nvCxnSpPr>
        <p:spPr>
          <a:xfrm flipH="1">
            <a:off x="3971925" y="7162799"/>
            <a:ext cx="1066801" cy="4114802"/>
          </a:xfrm>
          <a:prstGeom prst="straightConnector1">
            <a:avLst/>
          </a:prstGeom>
          <a:noFill/>
          <a:ln cap="flat" cmpd="sng" w="12700">
            <a:solidFill>
              <a:srgbClr val="000000"/>
            </a:solidFill>
            <a:prstDash val="solid"/>
            <a:round/>
            <a:headEnd len="sm" w="sm" type="none"/>
            <a:tailEnd len="sm" w="sm" type="none"/>
          </a:ln>
        </p:spPr>
      </p:cxnSp>
      <p:cxnSp>
        <p:nvCxnSpPr>
          <p:cNvPr id="1062" name="Google Shape;1062;p78"/>
          <p:cNvCxnSpPr/>
          <p:nvPr/>
        </p:nvCxnSpPr>
        <p:spPr>
          <a:xfrm flipH="1">
            <a:off x="3971926" y="10058400"/>
            <a:ext cx="1066801" cy="1219200"/>
          </a:xfrm>
          <a:prstGeom prst="straightConnector1">
            <a:avLst/>
          </a:prstGeom>
          <a:noFill/>
          <a:ln cap="flat" cmpd="sng" w="12700">
            <a:solidFill>
              <a:srgbClr val="000000"/>
            </a:solidFill>
            <a:prstDash val="solid"/>
            <a:round/>
            <a:headEnd len="sm" w="sm" type="none"/>
            <a:tailEnd len="sm" w="sm" type="none"/>
          </a:ln>
        </p:spPr>
      </p:cxnSp>
      <p:cxnSp>
        <p:nvCxnSpPr>
          <p:cNvPr id="1063" name="Google Shape;1063;p78"/>
          <p:cNvCxnSpPr/>
          <p:nvPr/>
        </p:nvCxnSpPr>
        <p:spPr>
          <a:xfrm flipH="1">
            <a:off x="3971925" y="8162925"/>
            <a:ext cx="4540252" cy="3114675"/>
          </a:xfrm>
          <a:prstGeom prst="straightConnector1">
            <a:avLst/>
          </a:prstGeom>
          <a:noFill/>
          <a:ln cap="flat" cmpd="sng" w="12700">
            <a:solidFill>
              <a:srgbClr val="000000"/>
            </a:solidFill>
            <a:prstDash val="solid"/>
            <a:round/>
            <a:headEnd len="sm" w="sm" type="none"/>
            <a:tailEnd len="sm" w="sm" type="none"/>
          </a:ln>
        </p:spPr>
      </p:cxnSp>
      <p:cxnSp>
        <p:nvCxnSpPr>
          <p:cNvPr id="1064" name="Google Shape;1064;p78"/>
          <p:cNvCxnSpPr/>
          <p:nvPr/>
        </p:nvCxnSpPr>
        <p:spPr>
          <a:xfrm flipH="1">
            <a:off x="3971926" y="11125200"/>
            <a:ext cx="4419601" cy="152400"/>
          </a:xfrm>
          <a:prstGeom prst="straightConnector1">
            <a:avLst/>
          </a:prstGeom>
          <a:noFill/>
          <a:ln cap="flat" cmpd="sng" w="12700">
            <a:solidFill>
              <a:srgbClr val="000000"/>
            </a:solidFill>
            <a:prstDash val="solid"/>
            <a:round/>
            <a:headEnd len="sm" w="sm" type="none"/>
            <a:tailEnd len="sm" w="sm" type="none"/>
          </a:ln>
        </p:spPr>
      </p:cxnSp>
      <p:cxnSp>
        <p:nvCxnSpPr>
          <p:cNvPr id="1065" name="Google Shape;1065;p78"/>
          <p:cNvCxnSpPr/>
          <p:nvPr/>
        </p:nvCxnSpPr>
        <p:spPr>
          <a:xfrm>
            <a:off x="10150475" y="8693150"/>
            <a:ext cx="1981201" cy="4260850"/>
          </a:xfrm>
          <a:prstGeom prst="straightConnector1">
            <a:avLst/>
          </a:prstGeom>
          <a:noFill/>
          <a:ln cap="flat" cmpd="sng" w="12700">
            <a:solidFill>
              <a:srgbClr val="000000"/>
            </a:solidFill>
            <a:prstDash val="solid"/>
            <a:round/>
            <a:headEnd len="sm" w="sm" type="none"/>
            <a:tailEnd len="sm" w="sm" type="none"/>
          </a:ln>
        </p:spPr>
      </p:cxnSp>
      <p:cxnSp>
        <p:nvCxnSpPr>
          <p:cNvPr id="1066" name="Google Shape;1066;p78"/>
          <p:cNvCxnSpPr/>
          <p:nvPr/>
        </p:nvCxnSpPr>
        <p:spPr>
          <a:xfrm flipH="1">
            <a:off x="12131675" y="8731249"/>
            <a:ext cx="2133601" cy="4222752"/>
          </a:xfrm>
          <a:prstGeom prst="straightConnector1">
            <a:avLst/>
          </a:prstGeom>
          <a:noFill/>
          <a:ln cap="flat" cmpd="sng" w="12700">
            <a:solidFill>
              <a:srgbClr val="000000"/>
            </a:solidFill>
            <a:prstDash val="solid"/>
            <a:round/>
            <a:headEnd len="sm" w="sm" type="none"/>
            <a:tailEnd len="sm" w="sm" type="none"/>
          </a:ln>
        </p:spPr>
      </p:cxnSp>
      <p:cxnSp>
        <p:nvCxnSpPr>
          <p:cNvPr id="1067" name="Google Shape;1067;p78"/>
          <p:cNvCxnSpPr/>
          <p:nvPr/>
        </p:nvCxnSpPr>
        <p:spPr>
          <a:xfrm>
            <a:off x="10150475" y="11626849"/>
            <a:ext cx="1981201" cy="1327152"/>
          </a:xfrm>
          <a:prstGeom prst="straightConnector1">
            <a:avLst/>
          </a:prstGeom>
          <a:noFill/>
          <a:ln cap="flat" cmpd="sng" w="12700">
            <a:solidFill>
              <a:srgbClr val="000000"/>
            </a:solidFill>
            <a:prstDash val="solid"/>
            <a:round/>
            <a:headEnd len="sm" w="sm" type="none"/>
            <a:tailEnd len="sm" w="sm" type="none"/>
          </a:ln>
        </p:spPr>
      </p:cxnSp>
      <p:cxnSp>
        <p:nvCxnSpPr>
          <p:cNvPr id="1068" name="Google Shape;1068;p78"/>
          <p:cNvCxnSpPr/>
          <p:nvPr/>
        </p:nvCxnSpPr>
        <p:spPr>
          <a:xfrm flipH="1">
            <a:off x="12131675" y="11626849"/>
            <a:ext cx="2133601" cy="1327152"/>
          </a:xfrm>
          <a:prstGeom prst="straightConnector1">
            <a:avLst/>
          </a:prstGeom>
          <a:noFill/>
          <a:ln cap="flat" cmpd="sng" w="12700">
            <a:solidFill>
              <a:srgbClr val="000000"/>
            </a:solidFill>
            <a:prstDash val="solid"/>
            <a:round/>
            <a:headEnd len="sm" w="sm" type="none"/>
            <a:tailEnd len="sm" w="sm" type="none"/>
          </a:ln>
        </p:spPr>
      </p:cxnSp>
      <p:cxnSp>
        <p:nvCxnSpPr>
          <p:cNvPr id="1069" name="Google Shape;1069;p78"/>
          <p:cNvCxnSpPr/>
          <p:nvPr/>
        </p:nvCxnSpPr>
        <p:spPr>
          <a:xfrm>
            <a:off x="15376526" y="8547100"/>
            <a:ext cx="4394201" cy="2657477"/>
          </a:xfrm>
          <a:prstGeom prst="straightConnector1">
            <a:avLst/>
          </a:prstGeom>
          <a:noFill/>
          <a:ln cap="flat" cmpd="sng" w="12700">
            <a:solidFill>
              <a:srgbClr val="000000"/>
            </a:solidFill>
            <a:prstDash val="solid"/>
            <a:round/>
            <a:headEnd len="sm" w="sm" type="none"/>
            <a:tailEnd len="sm" w="sm" type="none"/>
          </a:ln>
        </p:spPr>
      </p:cxnSp>
      <p:cxnSp>
        <p:nvCxnSpPr>
          <p:cNvPr id="1070" name="Google Shape;1070;p78"/>
          <p:cNvCxnSpPr/>
          <p:nvPr/>
        </p:nvCxnSpPr>
        <p:spPr>
          <a:xfrm flipH="1" rot="10800000">
            <a:off x="15351124" y="11204575"/>
            <a:ext cx="4419601" cy="304801"/>
          </a:xfrm>
          <a:prstGeom prst="straightConnector1">
            <a:avLst/>
          </a:prstGeom>
          <a:noFill/>
          <a:ln cap="flat" cmpd="sng" w="12700">
            <a:solidFill>
              <a:srgbClr val="000000"/>
            </a:solidFill>
            <a:prstDash val="solid"/>
            <a:round/>
            <a:headEnd len="sm" w="sm" type="none"/>
            <a:tailEnd len="sm" w="sm" type="none"/>
          </a:ln>
        </p:spPr>
      </p:cxnSp>
      <p:cxnSp>
        <p:nvCxnSpPr>
          <p:cNvPr id="1071" name="Google Shape;1071;p78"/>
          <p:cNvCxnSpPr/>
          <p:nvPr/>
        </p:nvCxnSpPr>
        <p:spPr>
          <a:xfrm>
            <a:off x="18856327" y="10442575"/>
            <a:ext cx="914401" cy="762001"/>
          </a:xfrm>
          <a:prstGeom prst="straightConnector1">
            <a:avLst/>
          </a:prstGeom>
          <a:noFill/>
          <a:ln cap="flat" cmpd="sng" w="12700">
            <a:solidFill>
              <a:srgbClr val="000000"/>
            </a:solidFill>
            <a:prstDash val="solid"/>
            <a:round/>
            <a:headEnd len="sm" w="sm" type="none"/>
            <a:tailEnd len="sm" w="sm" type="none"/>
          </a:ln>
        </p:spPr>
      </p:cxnSp>
      <p:cxnSp>
        <p:nvCxnSpPr>
          <p:cNvPr id="1072" name="Google Shape;1072;p78"/>
          <p:cNvCxnSpPr/>
          <p:nvPr/>
        </p:nvCxnSpPr>
        <p:spPr>
          <a:xfrm>
            <a:off x="18856326" y="7546975"/>
            <a:ext cx="914402" cy="3657601"/>
          </a:xfrm>
          <a:prstGeom prst="straightConnector1">
            <a:avLst/>
          </a:prstGeom>
          <a:noFill/>
          <a:ln cap="flat" cmpd="sng" w="12700">
            <a:solidFill>
              <a:srgbClr val="000000"/>
            </a:solidFill>
            <a:prstDash val="solid"/>
            <a:round/>
            <a:headEnd len="sm" w="sm" type="none"/>
            <a:tailEnd len="sm" w="sm" type="none"/>
          </a:ln>
        </p:spPr>
      </p:cxnSp>
      <p:sp>
        <p:nvSpPr>
          <p:cNvPr id="1073" name="Google Shape;1073;p78"/>
          <p:cNvSpPr txBox="1"/>
          <p:nvPr/>
        </p:nvSpPr>
        <p:spPr>
          <a:xfrm>
            <a:off x="4438650" y="11236325"/>
            <a:ext cx="1955175" cy="64077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Camera 1</a:t>
            </a:r>
            <a:endParaRPr/>
          </a:p>
        </p:txBody>
      </p:sp>
      <p:sp>
        <p:nvSpPr>
          <p:cNvPr id="1074" name="Google Shape;1074;p78"/>
          <p:cNvSpPr txBox="1"/>
          <p:nvPr/>
        </p:nvSpPr>
        <p:spPr>
          <a:xfrm>
            <a:off x="8743950" y="12080875"/>
            <a:ext cx="1955175" cy="64077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Camera 2</a:t>
            </a:r>
            <a:endParaRPr/>
          </a:p>
        </p:txBody>
      </p:sp>
      <p:sp>
        <p:nvSpPr>
          <p:cNvPr id="1075" name="Google Shape;1075;p78"/>
          <p:cNvSpPr txBox="1"/>
          <p:nvPr/>
        </p:nvSpPr>
        <p:spPr>
          <a:xfrm>
            <a:off x="17611726" y="11236325"/>
            <a:ext cx="1955176" cy="64077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Camera 3</a:t>
            </a:r>
            <a:endParaRPr/>
          </a:p>
        </p:txBody>
      </p:sp>
      <p:grpSp>
        <p:nvGrpSpPr>
          <p:cNvPr id="1076" name="Google Shape;1076;p78"/>
          <p:cNvGrpSpPr/>
          <p:nvPr/>
        </p:nvGrpSpPr>
        <p:grpSpPr>
          <a:xfrm>
            <a:off x="5899149" y="8239124"/>
            <a:ext cx="2152652" cy="1720853"/>
            <a:chOff x="-1" y="-1"/>
            <a:chExt cx="2152651" cy="1720851"/>
          </a:xfrm>
        </p:grpSpPr>
        <p:sp>
          <p:nvSpPr>
            <p:cNvPr id="1077" name="Google Shape;1077;p78"/>
            <p:cNvSpPr/>
            <p:nvPr/>
          </p:nvSpPr>
          <p:spPr>
            <a:xfrm>
              <a:off x="23569" y="408603"/>
              <a:ext cx="180697" cy="180729"/>
            </a:xfrm>
            <a:prstGeom prst="ellipse">
              <a:avLst/>
            </a:prstGeom>
            <a:solidFill>
              <a:srgbClr val="FF010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78" name="Google Shape;1078;p78"/>
            <p:cNvSpPr/>
            <p:nvPr/>
          </p:nvSpPr>
          <p:spPr>
            <a:xfrm>
              <a:off x="1406293" y="463607"/>
              <a:ext cx="180697" cy="180729"/>
            </a:xfrm>
            <a:prstGeom prst="ellipse">
              <a:avLst/>
            </a:prstGeom>
            <a:solidFill>
              <a:srgbClr val="00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79" name="Google Shape;1079;p78"/>
            <p:cNvSpPr/>
            <p:nvPr/>
          </p:nvSpPr>
          <p:spPr>
            <a:xfrm>
              <a:off x="-1" y="1500832"/>
              <a:ext cx="180697" cy="180729"/>
            </a:xfrm>
            <a:prstGeom prst="ellipse">
              <a:avLst/>
            </a:prstGeom>
            <a:solidFill>
              <a:srgbClr val="6699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80" name="Google Shape;1080;p78"/>
            <p:cNvSpPr/>
            <p:nvPr/>
          </p:nvSpPr>
          <p:spPr>
            <a:xfrm>
              <a:off x="1382724" y="1540121"/>
              <a:ext cx="180697" cy="180729"/>
            </a:xfrm>
            <a:prstGeom prst="ellipse">
              <a:avLst/>
            </a:prstGeom>
            <a:solidFill>
              <a:srgbClr val="FF00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81" name="Google Shape;1081;p78"/>
            <p:cNvSpPr/>
            <p:nvPr/>
          </p:nvSpPr>
          <p:spPr>
            <a:xfrm>
              <a:off x="1971953" y="1162948"/>
              <a:ext cx="180697" cy="18072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82" name="Google Shape;1082;p78"/>
            <p:cNvSpPr/>
            <p:nvPr/>
          </p:nvSpPr>
          <p:spPr>
            <a:xfrm>
              <a:off x="1940527" y="94293"/>
              <a:ext cx="180697" cy="180729"/>
            </a:xfrm>
            <a:prstGeom prst="ellipse">
              <a:avLst/>
            </a:prstGeom>
            <a:solidFill>
              <a:srgbClr val="00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83" name="Google Shape;1083;p78"/>
            <p:cNvSpPr/>
            <p:nvPr/>
          </p:nvSpPr>
          <p:spPr>
            <a:xfrm>
              <a:off x="502808" y="-1"/>
              <a:ext cx="180697" cy="180729"/>
            </a:xfrm>
            <a:prstGeom prst="ellipse">
              <a:avLst/>
            </a:prstGeom>
            <a:solidFill>
              <a:srgbClr val="FF99C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1084" name="Google Shape;1084;p78"/>
          <p:cNvGrpSpPr/>
          <p:nvPr/>
        </p:nvGrpSpPr>
        <p:grpSpPr>
          <a:xfrm>
            <a:off x="10985500" y="9182099"/>
            <a:ext cx="2146302" cy="1901827"/>
            <a:chOff x="0" y="-1"/>
            <a:chExt cx="2146301" cy="1901826"/>
          </a:xfrm>
        </p:grpSpPr>
        <p:sp>
          <p:nvSpPr>
            <p:cNvPr id="1085" name="Google Shape;1085;p78"/>
            <p:cNvSpPr/>
            <p:nvPr/>
          </p:nvSpPr>
          <p:spPr>
            <a:xfrm>
              <a:off x="38464" y="331087"/>
              <a:ext cx="176937" cy="177093"/>
            </a:xfrm>
            <a:prstGeom prst="ellipse">
              <a:avLst/>
            </a:prstGeom>
            <a:solidFill>
              <a:srgbClr val="FF010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86" name="Google Shape;1086;p78"/>
            <p:cNvSpPr/>
            <p:nvPr/>
          </p:nvSpPr>
          <p:spPr>
            <a:xfrm>
              <a:off x="1023146" y="646774"/>
              <a:ext cx="176937" cy="177093"/>
            </a:xfrm>
            <a:prstGeom prst="ellipse">
              <a:avLst/>
            </a:prstGeom>
            <a:solidFill>
              <a:srgbClr val="00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87" name="Google Shape;1087;p78"/>
            <p:cNvSpPr/>
            <p:nvPr/>
          </p:nvSpPr>
          <p:spPr>
            <a:xfrm>
              <a:off x="0" y="1385946"/>
              <a:ext cx="176937" cy="177093"/>
            </a:xfrm>
            <a:prstGeom prst="ellipse">
              <a:avLst/>
            </a:prstGeom>
            <a:solidFill>
              <a:srgbClr val="6699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88" name="Google Shape;1088;p78"/>
            <p:cNvSpPr/>
            <p:nvPr/>
          </p:nvSpPr>
          <p:spPr>
            <a:xfrm>
              <a:off x="1023146" y="1724732"/>
              <a:ext cx="176937" cy="177093"/>
            </a:xfrm>
            <a:prstGeom prst="ellipse">
              <a:avLst/>
            </a:prstGeom>
            <a:solidFill>
              <a:srgbClr val="FF00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89" name="Google Shape;1089;p78"/>
            <p:cNvSpPr/>
            <p:nvPr/>
          </p:nvSpPr>
          <p:spPr>
            <a:xfrm>
              <a:off x="1969364" y="1447543"/>
              <a:ext cx="176937" cy="177093"/>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90" name="Google Shape;1090;p78"/>
            <p:cNvSpPr/>
            <p:nvPr/>
          </p:nvSpPr>
          <p:spPr>
            <a:xfrm>
              <a:off x="1938593" y="331087"/>
              <a:ext cx="176937" cy="177093"/>
            </a:xfrm>
            <a:prstGeom prst="ellipse">
              <a:avLst/>
            </a:prstGeom>
            <a:solidFill>
              <a:srgbClr val="00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91" name="Google Shape;1091;p78"/>
            <p:cNvSpPr/>
            <p:nvPr/>
          </p:nvSpPr>
          <p:spPr>
            <a:xfrm>
              <a:off x="984682" y="-1"/>
              <a:ext cx="176937" cy="177093"/>
            </a:xfrm>
            <a:prstGeom prst="ellipse">
              <a:avLst/>
            </a:prstGeom>
            <a:solidFill>
              <a:srgbClr val="FF99C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1092" name="Google Shape;1092;p78"/>
          <p:cNvGrpSpPr/>
          <p:nvPr/>
        </p:nvGrpSpPr>
        <p:grpSpPr>
          <a:xfrm>
            <a:off x="16068675" y="8394698"/>
            <a:ext cx="2006605" cy="2032005"/>
            <a:chOff x="-1" y="-1"/>
            <a:chExt cx="2006603" cy="2032003"/>
          </a:xfrm>
        </p:grpSpPr>
        <p:sp>
          <p:nvSpPr>
            <p:cNvPr id="1093" name="Google Shape;1093;p78"/>
            <p:cNvSpPr/>
            <p:nvPr/>
          </p:nvSpPr>
          <p:spPr>
            <a:xfrm>
              <a:off x="7962" y="254996"/>
              <a:ext cx="183145" cy="183281"/>
            </a:xfrm>
            <a:prstGeom prst="ellipse">
              <a:avLst/>
            </a:prstGeom>
            <a:solidFill>
              <a:srgbClr val="FF010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94" name="Google Shape;1094;p78"/>
            <p:cNvSpPr/>
            <p:nvPr/>
          </p:nvSpPr>
          <p:spPr>
            <a:xfrm>
              <a:off x="676829" y="701239"/>
              <a:ext cx="183145" cy="183281"/>
            </a:xfrm>
            <a:prstGeom prst="ellipse">
              <a:avLst/>
            </a:prstGeom>
            <a:solidFill>
              <a:srgbClr val="00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95" name="Google Shape;1095;p78"/>
            <p:cNvSpPr/>
            <p:nvPr/>
          </p:nvSpPr>
          <p:spPr>
            <a:xfrm>
              <a:off x="-1" y="1378572"/>
              <a:ext cx="183145" cy="183281"/>
            </a:xfrm>
            <a:prstGeom prst="ellipse">
              <a:avLst/>
            </a:prstGeom>
            <a:solidFill>
              <a:srgbClr val="6699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96" name="Google Shape;1096;p78"/>
            <p:cNvSpPr/>
            <p:nvPr/>
          </p:nvSpPr>
          <p:spPr>
            <a:xfrm>
              <a:off x="637015" y="1848721"/>
              <a:ext cx="183145" cy="183281"/>
            </a:xfrm>
            <a:prstGeom prst="ellipse">
              <a:avLst/>
            </a:prstGeom>
            <a:solidFill>
              <a:srgbClr val="FF00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97" name="Google Shape;1097;p78"/>
            <p:cNvSpPr/>
            <p:nvPr/>
          </p:nvSpPr>
          <p:spPr>
            <a:xfrm>
              <a:off x="1823457" y="1561850"/>
              <a:ext cx="183145" cy="183281"/>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98" name="Google Shape;1098;p78"/>
            <p:cNvSpPr/>
            <p:nvPr/>
          </p:nvSpPr>
          <p:spPr>
            <a:xfrm>
              <a:off x="1751793" y="454211"/>
              <a:ext cx="183145" cy="183281"/>
            </a:xfrm>
            <a:prstGeom prst="ellipse">
              <a:avLst/>
            </a:prstGeom>
            <a:solidFill>
              <a:srgbClr val="00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099" name="Google Shape;1099;p78"/>
            <p:cNvSpPr/>
            <p:nvPr/>
          </p:nvSpPr>
          <p:spPr>
            <a:xfrm>
              <a:off x="1186442" y="-1"/>
              <a:ext cx="183145" cy="183281"/>
            </a:xfrm>
            <a:prstGeom prst="ellipse">
              <a:avLst/>
            </a:prstGeom>
            <a:solidFill>
              <a:srgbClr val="FF99C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1100" name="Google Shape;1100;p78"/>
          <p:cNvSpPr txBox="1"/>
          <p:nvPr/>
        </p:nvSpPr>
        <p:spPr>
          <a:xfrm>
            <a:off x="4632325" y="11658600"/>
            <a:ext cx="1797051" cy="103303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Times New Roman"/>
              <a:buNone/>
            </a:pPr>
            <a:r>
              <a:rPr b="0" i="1" lang="en-US" sz="5600" u="none" cap="none" strike="noStrike">
                <a:solidFill>
                  <a:srgbClr val="000000"/>
                </a:solidFill>
                <a:latin typeface="Times New Roman"/>
                <a:ea typeface="Times New Roman"/>
                <a:cs typeface="Times New Roman"/>
                <a:sym typeface="Times New Roman"/>
              </a:rPr>
              <a:t>R</a:t>
            </a:r>
            <a:r>
              <a:rPr b="0" baseline="-25000" i="0" lang="en-US" sz="5600" u="none" cap="none" strike="noStrike">
                <a:solidFill>
                  <a:srgbClr val="000000"/>
                </a:solidFill>
                <a:latin typeface="Times New Roman"/>
                <a:ea typeface="Times New Roman"/>
                <a:cs typeface="Times New Roman"/>
                <a:sym typeface="Times New Roman"/>
              </a:rPr>
              <a:t>1</a:t>
            </a:r>
            <a:r>
              <a:rPr b="0" i="1" lang="en-US" sz="5600" u="none" cap="none" strike="noStrike">
                <a:solidFill>
                  <a:srgbClr val="000000"/>
                </a:solidFill>
                <a:latin typeface="Times New Roman"/>
                <a:ea typeface="Times New Roman"/>
                <a:cs typeface="Times New Roman"/>
                <a:sym typeface="Times New Roman"/>
              </a:rPr>
              <a:t>,t</a:t>
            </a:r>
            <a:r>
              <a:rPr b="0" baseline="-25000" i="0" lang="en-US" sz="5600" u="none" cap="none" strike="noStrike">
                <a:solidFill>
                  <a:srgbClr val="000000"/>
                </a:solidFill>
                <a:latin typeface="Times New Roman"/>
                <a:ea typeface="Times New Roman"/>
                <a:cs typeface="Times New Roman"/>
                <a:sym typeface="Times New Roman"/>
              </a:rPr>
              <a:t>1</a:t>
            </a:r>
            <a:endParaRPr/>
          </a:p>
        </p:txBody>
      </p:sp>
      <p:sp>
        <p:nvSpPr>
          <p:cNvPr id="1101" name="Google Shape;1101;p78"/>
          <p:cNvSpPr txBox="1"/>
          <p:nvPr/>
        </p:nvSpPr>
        <p:spPr>
          <a:xfrm>
            <a:off x="9020176" y="12503150"/>
            <a:ext cx="1797051" cy="103303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Times New Roman"/>
              <a:buNone/>
            </a:pPr>
            <a:r>
              <a:rPr b="0" i="1" lang="en-US" sz="5600" u="none" cap="none" strike="noStrike">
                <a:solidFill>
                  <a:srgbClr val="000000"/>
                </a:solidFill>
                <a:latin typeface="Times New Roman"/>
                <a:ea typeface="Times New Roman"/>
                <a:cs typeface="Times New Roman"/>
                <a:sym typeface="Times New Roman"/>
              </a:rPr>
              <a:t>R</a:t>
            </a:r>
            <a:r>
              <a:rPr b="0" baseline="-25000" i="0" lang="en-US" sz="5600" u="none" cap="none" strike="noStrike">
                <a:solidFill>
                  <a:srgbClr val="000000"/>
                </a:solidFill>
                <a:latin typeface="Times New Roman"/>
                <a:ea typeface="Times New Roman"/>
                <a:cs typeface="Times New Roman"/>
                <a:sym typeface="Times New Roman"/>
              </a:rPr>
              <a:t>2</a:t>
            </a:r>
            <a:r>
              <a:rPr b="0" i="1" lang="en-US" sz="5600" u="none" cap="none" strike="noStrike">
                <a:solidFill>
                  <a:srgbClr val="000000"/>
                </a:solidFill>
                <a:latin typeface="Times New Roman"/>
                <a:ea typeface="Times New Roman"/>
                <a:cs typeface="Times New Roman"/>
                <a:sym typeface="Times New Roman"/>
              </a:rPr>
              <a:t>,t</a:t>
            </a:r>
            <a:r>
              <a:rPr b="0" baseline="-25000" i="0" lang="en-US" sz="5600" u="none" cap="none" strike="noStrike">
                <a:solidFill>
                  <a:srgbClr val="000000"/>
                </a:solidFill>
                <a:latin typeface="Times New Roman"/>
                <a:ea typeface="Times New Roman"/>
                <a:cs typeface="Times New Roman"/>
                <a:sym typeface="Times New Roman"/>
              </a:rPr>
              <a:t>2</a:t>
            </a:r>
            <a:endParaRPr/>
          </a:p>
        </p:txBody>
      </p:sp>
      <p:sp>
        <p:nvSpPr>
          <p:cNvPr id="1102" name="Google Shape;1102;p78"/>
          <p:cNvSpPr txBox="1"/>
          <p:nvPr/>
        </p:nvSpPr>
        <p:spPr>
          <a:xfrm>
            <a:off x="18056226" y="11658600"/>
            <a:ext cx="1797051" cy="103303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Times New Roman"/>
              <a:buNone/>
            </a:pPr>
            <a:r>
              <a:rPr b="0" i="1" lang="en-US" sz="5600" u="none" cap="none" strike="noStrike">
                <a:solidFill>
                  <a:srgbClr val="000000"/>
                </a:solidFill>
                <a:latin typeface="Times New Roman"/>
                <a:ea typeface="Times New Roman"/>
                <a:cs typeface="Times New Roman"/>
                <a:sym typeface="Times New Roman"/>
              </a:rPr>
              <a:t>R</a:t>
            </a:r>
            <a:r>
              <a:rPr b="0" baseline="-25000" i="0" lang="en-US" sz="5600" u="none" cap="none" strike="noStrike">
                <a:solidFill>
                  <a:srgbClr val="000000"/>
                </a:solidFill>
                <a:latin typeface="Times New Roman"/>
                <a:ea typeface="Times New Roman"/>
                <a:cs typeface="Times New Roman"/>
                <a:sym typeface="Times New Roman"/>
              </a:rPr>
              <a:t>3</a:t>
            </a:r>
            <a:r>
              <a:rPr b="0" i="1" lang="en-US" sz="5600" u="none" cap="none" strike="noStrike">
                <a:solidFill>
                  <a:srgbClr val="000000"/>
                </a:solidFill>
                <a:latin typeface="Times New Roman"/>
                <a:ea typeface="Times New Roman"/>
                <a:cs typeface="Times New Roman"/>
                <a:sym typeface="Times New Roman"/>
              </a:rPr>
              <a:t>,t</a:t>
            </a:r>
            <a:r>
              <a:rPr b="0" baseline="-25000" i="0" lang="en-US" sz="5600" u="none" cap="none" strike="noStrike">
                <a:solidFill>
                  <a:srgbClr val="000000"/>
                </a:solidFill>
                <a:latin typeface="Times New Roman"/>
                <a:ea typeface="Times New Roman"/>
                <a:cs typeface="Times New Roman"/>
                <a:sym typeface="Times New Roman"/>
              </a:rPr>
              <a:t>3</a:t>
            </a:r>
            <a:endParaRPr/>
          </a:p>
        </p:txBody>
      </p:sp>
      <p:grpSp>
        <p:nvGrpSpPr>
          <p:cNvPr id="1103" name="Google Shape;1103;p78"/>
          <p:cNvGrpSpPr/>
          <p:nvPr/>
        </p:nvGrpSpPr>
        <p:grpSpPr>
          <a:xfrm>
            <a:off x="8658226" y="2711450"/>
            <a:ext cx="6677024" cy="4454525"/>
            <a:chOff x="0" y="0"/>
            <a:chExt cx="6677023" cy="4454525"/>
          </a:xfrm>
        </p:grpSpPr>
        <p:sp>
          <p:nvSpPr>
            <p:cNvPr id="1104" name="Google Shape;1104;p78"/>
            <p:cNvSpPr/>
            <p:nvPr/>
          </p:nvSpPr>
          <p:spPr>
            <a:xfrm>
              <a:off x="73024" y="1003300"/>
              <a:ext cx="1073150"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1</a:t>
              </a:r>
              <a:endParaRPr/>
            </a:p>
          </p:txBody>
        </p:sp>
        <p:sp>
          <p:nvSpPr>
            <p:cNvPr id="1105" name="Google Shape;1105;p78"/>
            <p:cNvSpPr/>
            <p:nvPr/>
          </p:nvSpPr>
          <p:spPr>
            <a:xfrm>
              <a:off x="2222499" y="0"/>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4</a:t>
              </a:r>
              <a:endParaRPr/>
            </a:p>
          </p:txBody>
        </p:sp>
        <p:sp>
          <p:nvSpPr>
            <p:cNvPr id="1106" name="Google Shape;1106;p78"/>
            <p:cNvSpPr/>
            <p:nvPr/>
          </p:nvSpPr>
          <p:spPr>
            <a:xfrm>
              <a:off x="5451474" y="1073150"/>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3</a:t>
              </a:r>
              <a:endParaRPr/>
            </a:p>
          </p:txBody>
        </p:sp>
        <p:sp>
          <p:nvSpPr>
            <p:cNvPr id="1107" name="Google Shape;1107;p78"/>
            <p:cNvSpPr/>
            <p:nvPr/>
          </p:nvSpPr>
          <p:spPr>
            <a:xfrm>
              <a:off x="3375024" y="2079625"/>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2</a:t>
              </a:r>
              <a:endParaRPr/>
            </a:p>
          </p:txBody>
        </p:sp>
        <p:sp>
          <p:nvSpPr>
            <p:cNvPr id="1108" name="Google Shape;1108;p78"/>
            <p:cNvSpPr/>
            <p:nvPr/>
          </p:nvSpPr>
          <p:spPr>
            <a:xfrm>
              <a:off x="0" y="3463925"/>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5</a:t>
              </a:r>
              <a:endParaRPr/>
            </a:p>
          </p:txBody>
        </p:sp>
        <p:sp>
          <p:nvSpPr>
            <p:cNvPr id="1109" name="Google Shape;1109;p78"/>
            <p:cNvSpPr/>
            <p:nvPr/>
          </p:nvSpPr>
          <p:spPr>
            <a:xfrm>
              <a:off x="2149474" y="4454525"/>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6</a:t>
              </a:r>
              <a:endParaRPr/>
            </a:p>
          </p:txBody>
        </p:sp>
        <p:sp>
          <p:nvSpPr>
            <p:cNvPr id="1110" name="Google Shape;1110;p78"/>
            <p:cNvSpPr/>
            <p:nvPr/>
          </p:nvSpPr>
          <p:spPr>
            <a:xfrm>
              <a:off x="5603874" y="3540125"/>
              <a:ext cx="1073149" cy="0"/>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rPr b="0" i="1" lang="en-US" sz="4800" u="none" cap="none" strike="noStrike">
                  <a:solidFill>
                    <a:srgbClr val="000000"/>
                  </a:solidFill>
                  <a:latin typeface="Times New Roman"/>
                  <a:ea typeface="Times New Roman"/>
                  <a:cs typeface="Times New Roman"/>
                  <a:sym typeface="Times New Roman"/>
                </a:rPr>
                <a:t>X</a:t>
              </a:r>
              <a:r>
                <a:rPr b="0" baseline="-25000" i="0" lang="en-US" sz="4800" u="none" cap="none" strike="noStrike">
                  <a:solidFill>
                    <a:srgbClr val="000000"/>
                  </a:solidFill>
                  <a:latin typeface="Times New Roman"/>
                  <a:ea typeface="Times New Roman"/>
                  <a:cs typeface="Times New Roman"/>
                  <a:sym typeface="Times New Roman"/>
                </a:rPr>
                <a:t>7</a:t>
              </a:r>
              <a:endParaRPr/>
            </a:p>
          </p:txBody>
        </p:sp>
      </p:grpSp>
      <p:cxnSp>
        <p:nvCxnSpPr>
          <p:cNvPr id="1111" name="Google Shape;1111;p78"/>
          <p:cNvCxnSpPr/>
          <p:nvPr/>
        </p:nvCxnSpPr>
        <p:spPr>
          <a:xfrm flipH="1">
            <a:off x="3981450" y="4324349"/>
            <a:ext cx="5762626" cy="6911977"/>
          </a:xfrm>
          <a:prstGeom prst="straightConnector1">
            <a:avLst/>
          </a:prstGeom>
          <a:noFill/>
          <a:ln cap="flat" cmpd="sng" w="50800">
            <a:solidFill>
              <a:srgbClr val="3366FF"/>
            </a:solidFill>
            <a:prstDash val="dash"/>
            <a:round/>
            <a:headEnd len="sm" w="sm" type="none"/>
            <a:tailEnd len="med" w="med" type="triangle"/>
          </a:ln>
        </p:spPr>
      </p:cxnSp>
      <p:cxnSp>
        <p:nvCxnSpPr>
          <p:cNvPr id="1112" name="Google Shape;1112;p78"/>
          <p:cNvCxnSpPr/>
          <p:nvPr/>
        </p:nvCxnSpPr>
        <p:spPr>
          <a:xfrm>
            <a:off x="9744075" y="4400550"/>
            <a:ext cx="2301876" cy="8524877"/>
          </a:xfrm>
          <a:prstGeom prst="straightConnector1">
            <a:avLst/>
          </a:prstGeom>
          <a:noFill/>
          <a:ln cap="flat" cmpd="sng" w="50800">
            <a:solidFill>
              <a:srgbClr val="3366FF"/>
            </a:solidFill>
            <a:prstDash val="dash"/>
            <a:round/>
            <a:headEnd len="sm" w="sm" type="none"/>
            <a:tailEnd len="med" w="med" type="triangle"/>
          </a:ln>
        </p:spPr>
      </p:cxnSp>
      <p:cxnSp>
        <p:nvCxnSpPr>
          <p:cNvPr id="1113" name="Google Shape;1113;p78"/>
          <p:cNvCxnSpPr/>
          <p:nvPr/>
        </p:nvCxnSpPr>
        <p:spPr>
          <a:xfrm>
            <a:off x="9744076" y="4400549"/>
            <a:ext cx="9985375" cy="6759577"/>
          </a:xfrm>
          <a:prstGeom prst="straightConnector1">
            <a:avLst/>
          </a:prstGeom>
          <a:noFill/>
          <a:ln cap="flat" cmpd="sng" w="50800">
            <a:solidFill>
              <a:srgbClr val="3366FF"/>
            </a:solidFill>
            <a:prstDash val="dash"/>
            <a:round/>
            <a:headEnd len="sm" w="sm" type="none"/>
            <a:tailEnd len="med" w="med" type="triangle"/>
          </a:ln>
        </p:spPr>
      </p:cxnSp>
      <p:grpSp>
        <p:nvGrpSpPr>
          <p:cNvPr id="1114" name="Google Shape;1114;p78"/>
          <p:cNvGrpSpPr/>
          <p:nvPr/>
        </p:nvGrpSpPr>
        <p:grpSpPr>
          <a:xfrm>
            <a:off x="9464675" y="3467099"/>
            <a:ext cx="4724405" cy="4181480"/>
            <a:chOff x="-1" y="0"/>
            <a:chExt cx="4724403" cy="4181477"/>
          </a:xfrm>
        </p:grpSpPr>
        <p:sp>
          <p:nvSpPr>
            <p:cNvPr id="1115" name="Google Shape;1115;p78"/>
            <p:cNvSpPr/>
            <p:nvPr/>
          </p:nvSpPr>
          <p:spPr>
            <a:xfrm>
              <a:off x="84666" y="727949"/>
              <a:ext cx="389469" cy="389369"/>
            </a:xfrm>
            <a:prstGeom prst="ellipse">
              <a:avLst/>
            </a:prstGeom>
            <a:solidFill>
              <a:srgbClr val="FF010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16" name="Google Shape;1116;p78"/>
            <p:cNvSpPr/>
            <p:nvPr/>
          </p:nvSpPr>
          <p:spPr>
            <a:xfrm>
              <a:off x="2252133" y="1422040"/>
              <a:ext cx="389469" cy="389369"/>
            </a:xfrm>
            <a:prstGeom prst="ellipse">
              <a:avLst/>
            </a:prstGeom>
            <a:solidFill>
              <a:srgbClr val="00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17" name="Google Shape;1117;p78"/>
            <p:cNvSpPr/>
            <p:nvPr/>
          </p:nvSpPr>
          <p:spPr>
            <a:xfrm>
              <a:off x="-1" y="3047229"/>
              <a:ext cx="389469" cy="389369"/>
            </a:xfrm>
            <a:prstGeom prst="ellipse">
              <a:avLst/>
            </a:prstGeom>
            <a:solidFill>
              <a:srgbClr val="6699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18" name="Google Shape;1118;p78"/>
            <p:cNvSpPr/>
            <p:nvPr/>
          </p:nvSpPr>
          <p:spPr>
            <a:xfrm>
              <a:off x="2252133" y="3792108"/>
              <a:ext cx="389469" cy="389369"/>
            </a:xfrm>
            <a:prstGeom prst="ellipse">
              <a:avLst/>
            </a:prstGeom>
            <a:solidFill>
              <a:srgbClr val="FF00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19" name="Google Shape;1119;p78"/>
            <p:cNvSpPr/>
            <p:nvPr/>
          </p:nvSpPr>
          <p:spPr>
            <a:xfrm>
              <a:off x="4334933" y="3182661"/>
              <a:ext cx="389469" cy="38936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20" name="Google Shape;1120;p78"/>
            <p:cNvSpPr/>
            <p:nvPr/>
          </p:nvSpPr>
          <p:spPr>
            <a:xfrm>
              <a:off x="4267200" y="727949"/>
              <a:ext cx="389469" cy="389369"/>
            </a:xfrm>
            <a:prstGeom prst="ellipse">
              <a:avLst/>
            </a:prstGeom>
            <a:solidFill>
              <a:srgbClr val="00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21" name="Google Shape;1121;p78"/>
            <p:cNvSpPr/>
            <p:nvPr/>
          </p:nvSpPr>
          <p:spPr>
            <a:xfrm>
              <a:off x="2167466" y="0"/>
              <a:ext cx="389469" cy="389369"/>
            </a:xfrm>
            <a:prstGeom prst="ellipse">
              <a:avLst/>
            </a:prstGeom>
            <a:solidFill>
              <a:srgbClr val="FF99C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grpSp>
        <p:nvGrpSpPr>
          <p:cNvPr id="1122" name="Google Shape;1122;p78"/>
          <p:cNvGrpSpPr/>
          <p:nvPr/>
        </p:nvGrpSpPr>
        <p:grpSpPr>
          <a:xfrm>
            <a:off x="15649575" y="3860801"/>
            <a:ext cx="1958976" cy="2114553"/>
            <a:chOff x="0" y="0"/>
            <a:chExt cx="1958975" cy="2114551"/>
          </a:xfrm>
        </p:grpSpPr>
        <p:cxnSp>
          <p:nvCxnSpPr>
            <p:cNvPr id="1123" name="Google Shape;1123;p78"/>
            <p:cNvCxnSpPr/>
            <p:nvPr/>
          </p:nvCxnSpPr>
          <p:spPr>
            <a:xfrm>
              <a:off x="688974" y="0"/>
              <a:ext cx="1270001" cy="1270000"/>
            </a:xfrm>
            <a:prstGeom prst="straightConnector1">
              <a:avLst/>
            </a:prstGeom>
            <a:noFill/>
            <a:ln>
              <a:noFill/>
            </a:ln>
          </p:spPr>
        </p:cxnSp>
        <p:cxnSp>
          <p:nvCxnSpPr>
            <p:cNvPr id="1124" name="Google Shape;1124;p78"/>
            <p:cNvCxnSpPr/>
            <p:nvPr/>
          </p:nvCxnSpPr>
          <p:spPr>
            <a:xfrm>
              <a:off x="0" y="844550"/>
              <a:ext cx="1270000" cy="1270001"/>
            </a:xfrm>
            <a:prstGeom prst="straightConnector1">
              <a:avLst/>
            </a:prstGeom>
            <a:noFill/>
            <a:ln>
              <a:noFill/>
            </a:ln>
          </p:spPr>
        </p:cxnSp>
      </p:grpSp>
      <p:sp>
        <p:nvSpPr>
          <p:cNvPr id="1125" name="Google Shape;1125;p78"/>
          <p:cNvSpPr txBox="1"/>
          <p:nvPr/>
        </p:nvSpPr>
        <p:spPr>
          <a:xfrm>
            <a:off x="5105400" y="8077200"/>
            <a:ext cx="815673" cy="68420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p</a:t>
            </a:r>
            <a:r>
              <a:rPr b="0" baseline="-25000" i="0" lang="en-US" sz="3600" u="none" cap="none" strike="noStrike">
                <a:solidFill>
                  <a:srgbClr val="000000"/>
                </a:solidFill>
                <a:latin typeface="Calibri"/>
                <a:ea typeface="Calibri"/>
                <a:cs typeface="Calibri"/>
                <a:sym typeface="Calibri"/>
              </a:rPr>
              <a:t>1,1</a:t>
            </a:r>
            <a:endParaRPr/>
          </a:p>
        </p:txBody>
      </p:sp>
      <p:sp>
        <p:nvSpPr>
          <p:cNvPr id="1126" name="Google Shape;1126;p78"/>
          <p:cNvSpPr txBox="1"/>
          <p:nvPr/>
        </p:nvSpPr>
        <p:spPr>
          <a:xfrm>
            <a:off x="10420350" y="8813800"/>
            <a:ext cx="815673" cy="68420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p</a:t>
            </a:r>
            <a:r>
              <a:rPr b="0" baseline="-25000" i="0" lang="en-US" sz="3600" u="none" cap="none" strike="noStrike">
                <a:solidFill>
                  <a:srgbClr val="000000"/>
                </a:solidFill>
                <a:latin typeface="Calibri"/>
                <a:ea typeface="Calibri"/>
                <a:cs typeface="Calibri"/>
                <a:sym typeface="Calibri"/>
              </a:rPr>
              <a:t>1,2</a:t>
            </a:r>
            <a:endParaRPr/>
          </a:p>
        </p:txBody>
      </p:sp>
      <p:sp>
        <p:nvSpPr>
          <p:cNvPr id="1127" name="Google Shape;1127;p78"/>
          <p:cNvSpPr txBox="1"/>
          <p:nvPr/>
        </p:nvSpPr>
        <p:spPr>
          <a:xfrm>
            <a:off x="16158934" y="8251824"/>
            <a:ext cx="815673" cy="68420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p</a:t>
            </a:r>
            <a:r>
              <a:rPr b="0" baseline="-25000" i="0" lang="en-US" sz="3600" u="none" cap="none" strike="noStrike">
                <a:solidFill>
                  <a:srgbClr val="000000"/>
                </a:solidFill>
                <a:latin typeface="Calibri"/>
                <a:ea typeface="Calibri"/>
                <a:cs typeface="Calibri"/>
                <a:sym typeface="Calibri"/>
              </a:rPr>
              <a:t>1,3</a:t>
            </a:r>
            <a:endParaRPr/>
          </a:p>
        </p:txBody>
      </p:sp>
      <p:pic>
        <p:nvPicPr>
          <p:cNvPr descr="image44.png" id="1128" name="Google Shape;1128;p78"/>
          <p:cNvPicPr preferRelativeResize="0"/>
          <p:nvPr/>
        </p:nvPicPr>
        <p:blipFill rotWithShape="1">
          <a:blip r:embed="rId7">
            <a:alphaModFix/>
          </a:blip>
          <a:srcRect b="0" l="0" r="0" t="0"/>
          <a:stretch/>
        </p:blipFill>
        <p:spPr>
          <a:xfrm>
            <a:off x="3657600" y="5638800"/>
            <a:ext cx="5008034" cy="990600"/>
          </a:xfrm>
          <a:prstGeom prst="rect">
            <a:avLst/>
          </a:prstGeom>
          <a:noFill/>
          <a:ln cap="flat" cmpd="sng" w="12700">
            <a:solidFill>
              <a:srgbClr val="000000"/>
            </a:solidFill>
            <a:prstDash val="solid"/>
            <a:miter lim="8000"/>
            <a:headEnd len="sm" w="sm" type="none"/>
            <a:tailEnd len="sm" w="sm" type="none"/>
          </a:ln>
        </p:spPr>
      </p:pic>
      <p:sp>
        <p:nvSpPr>
          <p:cNvPr id="1129" name="Google Shape;1129;p78"/>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130" name="Google Shape;1130;p78"/>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500"/>
                                        <p:tgtEl>
                                          <p:spTgt spid="10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500"/>
                                        <p:tgtEl>
                                          <p:spTgt spid="10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62"/>
                                        </p:tgtEl>
                                        <p:attrNameLst>
                                          <p:attrName>style.visibility</p:attrName>
                                        </p:attrNameLst>
                                      </p:cBhvr>
                                      <p:to>
                                        <p:strVal val="visible"/>
                                      </p:to>
                                    </p:set>
                                    <p:animEffect filter="fade" transition="in">
                                      <p:cBhvr>
                                        <p:cTn dur="500"/>
                                        <p:tgtEl>
                                          <p:spTgt spid="106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500"/>
                                        <p:tgtEl>
                                          <p:spTgt spid="106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055"/>
                                        </p:tgtEl>
                                        <p:attrNameLst>
                                          <p:attrName>style.visibility</p:attrName>
                                        </p:attrNameLst>
                                      </p:cBhvr>
                                      <p:to>
                                        <p:strVal val="visible"/>
                                      </p:to>
                                    </p:set>
                                    <p:animEffect filter="fade" transition="in">
                                      <p:cBhvr>
                                        <p:cTn dur="500"/>
                                        <p:tgtEl>
                                          <p:spTgt spid="105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
                                        <p:tgtEl>
                                          <p:spTgt spid="1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500"/>
                                        <p:tgtEl>
                                          <p:spTgt spid="10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500"/>
                                        <p:tgtEl>
                                          <p:spTgt spid="106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500"/>
                                        <p:tgtEl>
                                          <p:spTgt spid="106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500"/>
                                        <p:tgtEl>
                                          <p:spTgt spid="107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500"/>
                                        <p:tgtEl>
                                          <p:spTgt spid="10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9"/>
                                        </p:tgtEl>
                                        <p:attrNameLst>
                                          <p:attrName>style.visibility</p:attrName>
                                        </p:attrNameLst>
                                      </p:cBhvr>
                                      <p:to>
                                        <p:strVal val="visible"/>
                                      </p:to>
                                    </p:set>
                                    <p:animEffect filter="fade" transition="in">
                                      <p:cBhvr>
                                        <p:cTn dur="500"/>
                                        <p:tgtEl>
                                          <p:spTgt spid="105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500"/>
                                        <p:tgtEl>
                                          <p:spTgt spid="10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500"/>
                                        <p:tgtEl>
                                          <p:spTgt spid="107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053"/>
                                        </p:tgtEl>
                                        <p:attrNameLst>
                                          <p:attrName>style.visibility</p:attrName>
                                        </p:attrNameLst>
                                      </p:cBhvr>
                                      <p:to>
                                        <p:strVal val="visible"/>
                                      </p:to>
                                    </p:set>
                                    <p:animEffect filter="fade" transition="in">
                                      <p:cBhvr>
                                        <p:cTn dur="500"/>
                                        <p:tgtEl>
                                          <p:spTgt spid="105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500"/>
                                        <p:tgtEl>
                                          <p:spTgt spid="10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500"/>
                                        <p:tgtEl>
                                          <p:spTgt spid="10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84"/>
                                        </p:tgtEl>
                                        <p:attrNameLst>
                                          <p:attrName>style.visibility</p:attrName>
                                        </p:attrNameLst>
                                      </p:cBhvr>
                                      <p:to>
                                        <p:strVal val="visible"/>
                                      </p:to>
                                    </p:set>
                                    <p:animEffect filter="fade" transition="in">
                                      <p:cBhvr>
                                        <p:cTn dur="500"/>
                                        <p:tgtEl>
                                          <p:spTgt spid="10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92"/>
                                        </p:tgtEl>
                                        <p:attrNameLst>
                                          <p:attrName>style.visibility</p:attrName>
                                        </p:attrNameLst>
                                      </p:cBhvr>
                                      <p:to>
                                        <p:strVal val="visible"/>
                                      </p:to>
                                    </p:set>
                                    <p:animEffect filter="fade" transition="in">
                                      <p:cBhvr>
                                        <p:cTn dur="500"/>
                                        <p:tgtEl>
                                          <p:spTgt spid="10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500"/>
                                        <p:tgtEl>
                                          <p:spTgt spid="11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500"/>
                                        <p:tgtEl>
                                          <p:spTgt spid="1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500"/>
                                        <p:tgtEl>
                                          <p:spTgt spid="11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500"/>
                                        <p:tgtEl>
                                          <p:spTgt spid="11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02"/>
                                        </p:tgtEl>
                                        <p:attrNameLst>
                                          <p:attrName>style.visibility</p:attrName>
                                        </p:attrNameLst>
                                      </p:cBhvr>
                                      <p:to>
                                        <p:strVal val="visible"/>
                                      </p:to>
                                    </p:set>
                                    <p:animEffect filter="fade" transition="in">
                                      <p:cBhvr>
                                        <p:cTn dur="500"/>
                                        <p:tgtEl>
                                          <p:spTgt spid="1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7"/>
                                        </p:tgtEl>
                                        <p:attrNameLst>
                                          <p:attrName>style.visibility</p:attrName>
                                        </p:attrNameLst>
                                      </p:cBhvr>
                                      <p:to>
                                        <p:strVal val="visible"/>
                                      </p:to>
                                    </p:set>
                                    <p:animEffect filter="fade" transition="in">
                                      <p:cBhvr>
                                        <p:cTn dur="500"/>
                                        <p:tgtEl>
                                          <p:spTgt spid="11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25"/>
                                        </p:tgtEl>
                                        <p:attrNameLst>
                                          <p:attrName>style.visibility</p:attrName>
                                        </p:attrNameLst>
                                      </p:cBhvr>
                                      <p:to>
                                        <p:strVal val="visible"/>
                                      </p:to>
                                    </p:set>
                                    <p:animEffect filter="fade" transition="in">
                                      <p:cBhvr>
                                        <p:cTn dur="500"/>
                                        <p:tgtEl>
                                          <p:spTgt spid="11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500"/>
                                        <p:tgtEl>
                                          <p:spTgt spid="1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1000"/>
                                        <p:tgtEl>
                                          <p:spTgt spid="1111"/>
                                        </p:tgtEl>
                                      </p:cBhvr>
                                    </p:animEffect>
                                  </p:childTnLst>
                                </p:cTn>
                              </p:par>
                            </p:childTnLst>
                          </p:cTn>
                        </p:par>
                        <p:par>
                          <p:cTn fill="hold">
                            <p:stCondLst>
                              <p:cond delay="1000"/>
                            </p:stCondLst>
                            <p:childTnLst>
                              <p:par>
                                <p:cTn fill="hold" nodeType="afterEffect" presetClass="entr" presetID="10" presetSubtype="0">
                                  <p:stCondLst>
                                    <p:cond delay="150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childTnLst>
                          </p:cTn>
                        </p:par>
                        <p:par>
                          <p:cTn fill="hold">
                            <p:stCondLst>
                              <p:cond delay="2000"/>
                            </p:stCondLst>
                            <p:childTnLst>
                              <p:par>
                                <p:cTn fill="hold" nodeType="afterEffect" presetClass="entr" presetID="10" presetSubtype="0">
                                  <p:stCondLst>
                                    <p:cond delay="1500"/>
                                  </p:stCondLst>
                                  <p:childTnLst>
                                    <p:set>
                                      <p:cBhvr>
                                        <p:cTn dur="1" fill="hold">
                                          <p:stCondLst>
                                            <p:cond delay="0"/>
                                          </p:stCondLst>
                                        </p:cTn>
                                        <p:tgtEl>
                                          <p:spTgt spid="1113"/>
                                        </p:tgtEl>
                                        <p:attrNameLst>
                                          <p:attrName>style.visibility</p:attrName>
                                        </p:attrNameLst>
                                      </p:cBhvr>
                                      <p:to>
                                        <p:strVal val="visible"/>
                                      </p:to>
                                    </p:set>
                                    <p:animEffect filter="fade" transition="in">
                                      <p:cBhvr>
                                        <p:cTn dur="1000"/>
                                        <p:tgtEl>
                                          <p:spTgt spid="1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8"/>
                                        </p:tgtEl>
                                        <p:attrNameLst>
                                          <p:attrName>style.visibility</p:attrName>
                                        </p:attrNameLst>
                                      </p:cBhvr>
                                      <p:to>
                                        <p:strVal val="visible"/>
                                      </p:to>
                                    </p:set>
                                    <p:animEffect filter="fade" transition="in">
                                      <p:cBhvr>
                                        <p:cTn dur="500"/>
                                        <p:tgtEl>
                                          <p:spTgt spid="1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2"/>
                                        </p:tgtEl>
                                        <p:attrNameLst>
                                          <p:attrName>style.visibility</p:attrName>
                                        </p:attrNameLst>
                                      </p:cBhvr>
                                      <p:to>
                                        <p:strVal val="visible"/>
                                      </p:to>
                                    </p:set>
                                    <p:animEffect filter="fade" transition="in">
                                      <p:cBhvr>
                                        <p:cTn dur="500"/>
                                        <p:tgtEl>
                                          <p:spTgt spid="1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79"/>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Structure from motion</a:t>
            </a:r>
            <a:endParaRPr/>
          </a:p>
        </p:txBody>
      </p:sp>
      <p:sp>
        <p:nvSpPr>
          <p:cNvPr id="1136" name="Google Shape;1136;p79"/>
          <p:cNvSpPr txBox="1"/>
          <p:nvPr>
            <p:ph idx="1" type="body"/>
          </p:nvPr>
        </p:nvSpPr>
        <p:spPr>
          <a:xfrm>
            <a:off x="1676400" y="3200400"/>
            <a:ext cx="21015325" cy="10058400"/>
          </a:xfrm>
          <a:prstGeom prst="rect">
            <a:avLst/>
          </a:prstGeom>
          <a:noFill/>
          <a:ln>
            <a:noFill/>
          </a:ln>
        </p:spPr>
        <p:txBody>
          <a:bodyPr anchorCtr="0" anchor="t" bIns="91425" lIns="91425" spcFirstLastPara="1" rIns="91425" wrap="square" tIns="91425">
            <a:normAutofit/>
          </a:bodyPr>
          <a:lstStyle/>
          <a:p>
            <a:pPr indent="-685800" lvl="0" marL="685800" rtl="0" algn="l">
              <a:lnSpc>
                <a:spcPct val="90000"/>
              </a:lnSpc>
              <a:spcBef>
                <a:spcPts val="0"/>
              </a:spcBef>
              <a:spcAft>
                <a:spcPts val="0"/>
              </a:spcAft>
              <a:buClr>
                <a:srgbClr val="000000"/>
              </a:buClr>
              <a:buSzPts val="5000"/>
              <a:buChar char="•"/>
            </a:pPr>
            <a:r>
              <a:rPr lang="en-US" sz="5000">
                <a:latin typeface="Helvetica Neue"/>
                <a:ea typeface="Helvetica Neue"/>
                <a:cs typeface="Helvetica Neue"/>
                <a:sym typeface="Helvetica Neue"/>
              </a:rPr>
              <a:t>Minimize sum of squared reprojection errors:</a:t>
            </a:r>
            <a:endParaRPr sz="5800"/>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317500" lvl="0" marL="685800" rtl="0" algn="l">
              <a:lnSpc>
                <a:spcPct val="90000"/>
              </a:lnSpc>
              <a:spcBef>
                <a:spcPts val="1300"/>
              </a:spcBef>
              <a:spcAft>
                <a:spcPts val="0"/>
              </a:spcAft>
              <a:buClr>
                <a:srgbClr val="000000"/>
              </a:buClr>
              <a:buSzPts val="5800"/>
              <a:buNone/>
            </a:pPr>
            <a:r>
              <a:t/>
            </a:r>
            <a:endParaRPr sz="5800"/>
          </a:p>
          <a:p>
            <a:pPr indent="-685800" lvl="0" marL="685800" rtl="0" algn="l">
              <a:lnSpc>
                <a:spcPct val="90000"/>
              </a:lnSpc>
              <a:spcBef>
                <a:spcPts val="1300"/>
              </a:spcBef>
              <a:spcAft>
                <a:spcPts val="0"/>
              </a:spcAft>
              <a:buClr>
                <a:srgbClr val="000000"/>
              </a:buClr>
              <a:buSzPts val="5000"/>
              <a:buChar char="•"/>
            </a:pPr>
            <a:r>
              <a:rPr lang="en-US" sz="5000">
                <a:latin typeface="Helvetica Neue"/>
                <a:ea typeface="Helvetica Neue"/>
                <a:cs typeface="Helvetica Neue"/>
                <a:sym typeface="Helvetica Neue"/>
              </a:rPr>
              <a:t>Minimizing this function is called </a:t>
            </a:r>
            <a:r>
              <a:rPr i="1" lang="en-US"/>
              <a:t>bundle adjustment.</a:t>
            </a:r>
            <a:endParaRPr/>
          </a:p>
          <a:p>
            <a:pPr indent="-571500" lvl="1" marL="1028700" rtl="0" algn="l">
              <a:lnSpc>
                <a:spcPct val="90000"/>
              </a:lnSpc>
              <a:spcBef>
                <a:spcPts val="1200"/>
              </a:spcBef>
              <a:spcAft>
                <a:spcPts val="0"/>
              </a:spcAft>
              <a:buClr>
                <a:srgbClr val="000000"/>
              </a:buClr>
              <a:buSzPts val="5000"/>
              <a:buChar char="–"/>
            </a:pPr>
            <a:r>
              <a:rPr lang="en-US" sz="5000">
                <a:latin typeface="Helvetica Neue"/>
                <a:ea typeface="Helvetica Neue"/>
                <a:cs typeface="Helvetica Neue"/>
                <a:sym typeface="Helvetica Neue"/>
              </a:rPr>
              <a:t>Optimized using non-linear least squares</a:t>
            </a:r>
            <a:endParaRPr/>
          </a:p>
          <a:p>
            <a:pPr indent="-571500" lvl="0" marL="571500" rtl="0" algn="l">
              <a:lnSpc>
                <a:spcPct val="90000"/>
              </a:lnSpc>
              <a:spcBef>
                <a:spcPts val="1200"/>
              </a:spcBef>
              <a:spcAft>
                <a:spcPts val="0"/>
              </a:spcAft>
              <a:buClr>
                <a:srgbClr val="000000"/>
              </a:buClr>
              <a:buSzPts val="5000"/>
              <a:buChar char="•"/>
            </a:pPr>
            <a:r>
              <a:rPr lang="en-US" sz="5000">
                <a:latin typeface="Helvetica Neue"/>
                <a:ea typeface="Helvetica Neue"/>
                <a:cs typeface="Helvetica Neue"/>
                <a:sym typeface="Helvetica Neue"/>
              </a:rPr>
              <a:t>Lots of outliers: use robust loss functions (e.g., Huber) and solve incrementally</a:t>
            </a:r>
            <a:endParaRPr/>
          </a:p>
        </p:txBody>
      </p:sp>
      <p:pic>
        <p:nvPicPr>
          <p:cNvPr descr="image45.png" id="1137" name="Google Shape;1137;p79"/>
          <p:cNvPicPr preferRelativeResize="0"/>
          <p:nvPr/>
        </p:nvPicPr>
        <p:blipFill rotWithShape="1">
          <a:blip r:embed="rId3">
            <a:alphaModFix/>
          </a:blip>
          <a:srcRect b="0" l="0" r="0" t="0"/>
          <a:stretch/>
        </p:blipFill>
        <p:spPr>
          <a:xfrm>
            <a:off x="6708773" y="4193737"/>
            <a:ext cx="11430001" cy="2647951"/>
          </a:xfrm>
          <a:prstGeom prst="rect">
            <a:avLst/>
          </a:prstGeom>
          <a:noFill/>
          <a:ln>
            <a:noFill/>
          </a:ln>
        </p:spPr>
      </p:pic>
      <p:sp>
        <p:nvSpPr>
          <p:cNvPr id="1138" name="Google Shape;1138;p79"/>
          <p:cNvSpPr/>
          <p:nvPr/>
        </p:nvSpPr>
        <p:spPr>
          <a:xfrm rot="5400000">
            <a:off x="12804775" y="4708087"/>
            <a:ext cx="457200" cy="3505201"/>
          </a:xfrm>
          <a:custGeom>
            <a:rect b="b" l="l" r="r" t="t"/>
            <a:pathLst>
              <a:path extrusionOk="0" h="21600" w="21600">
                <a:moveTo>
                  <a:pt x="0" y="0"/>
                </a:moveTo>
                <a:cubicBezTo>
                  <a:pt x="5965" y="0"/>
                  <a:pt x="10800" y="105"/>
                  <a:pt x="10800" y="235"/>
                </a:cubicBezTo>
                <a:lnTo>
                  <a:pt x="10800" y="10565"/>
                </a:lnTo>
                <a:cubicBezTo>
                  <a:pt x="10800" y="10695"/>
                  <a:pt x="15635" y="10800"/>
                  <a:pt x="21600" y="10800"/>
                </a:cubicBezTo>
                <a:cubicBezTo>
                  <a:pt x="15635" y="10800"/>
                  <a:pt x="10800" y="10905"/>
                  <a:pt x="10800" y="11035"/>
                </a:cubicBezTo>
                <a:lnTo>
                  <a:pt x="10800" y="21365"/>
                </a:lnTo>
                <a:cubicBezTo>
                  <a:pt x="10800" y="21495"/>
                  <a:pt x="5965" y="21600"/>
                  <a:pt x="0" y="2160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39" name="Google Shape;1139;p79"/>
          <p:cNvSpPr txBox="1"/>
          <p:nvPr/>
        </p:nvSpPr>
        <p:spPr>
          <a:xfrm>
            <a:off x="11614723" y="6689287"/>
            <a:ext cx="2916680" cy="1199576"/>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predicted</a:t>
            </a:r>
            <a:r>
              <a:rPr b="0" i="0" lang="en-US" sz="3600" u="none" cap="none" strike="noStrike">
                <a:solidFill>
                  <a:srgbClr val="000000"/>
                </a:solidFill>
                <a:latin typeface="Calibri"/>
                <a:ea typeface="Calibri"/>
                <a:cs typeface="Calibri"/>
                <a:sym typeface="Calibri"/>
              </a:rPr>
              <a:t> </a:t>
            </a:r>
            <a:endParaRPr b="1" i="0" sz="30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location</a:t>
            </a:r>
            <a:endParaRPr/>
          </a:p>
        </p:txBody>
      </p:sp>
      <p:sp>
        <p:nvSpPr>
          <p:cNvPr id="1140" name="Google Shape;1140;p79"/>
          <p:cNvSpPr txBox="1"/>
          <p:nvPr/>
        </p:nvSpPr>
        <p:spPr>
          <a:xfrm>
            <a:off x="15119923" y="6689287"/>
            <a:ext cx="2916680" cy="1199576"/>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observed</a:t>
            </a:r>
            <a:endParaRPr/>
          </a:p>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image location</a:t>
            </a:r>
            <a:endParaRPr/>
          </a:p>
        </p:txBody>
      </p:sp>
      <p:sp>
        <p:nvSpPr>
          <p:cNvPr id="1141" name="Google Shape;1141;p79"/>
          <p:cNvSpPr/>
          <p:nvPr/>
        </p:nvSpPr>
        <p:spPr>
          <a:xfrm rot="5400000">
            <a:off x="16263937" y="5576449"/>
            <a:ext cx="457201" cy="1768475"/>
          </a:xfrm>
          <a:custGeom>
            <a:rect b="b" l="l" r="r" t="t"/>
            <a:pathLst>
              <a:path extrusionOk="0" h="21600" w="21600">
                <a:moveTo>
                  <a:pt x="0" y="0"/>
                </a:moveTo>
                <a:cubicBezTo>
                  <a:pt x="5965" y="0"/>
                  <a:pt x="10800" y="208"/>
                  <a:pt x="10800" y="465"/>
                </a:cubicBezTo>
                <a:lnTo>
                  <a:pt x="10800" y="10335"/>
                </a:lnTo>
                <a:cubicBezTo>
                  <a:pt x="10800" y="10592"/>
                  <a:pt x="15635" y="10800"/>
                  <a:pt x="21600" y="10800"/>
                </a:cubicBezTo>
                <a:cubicBezTo>
                  <a:pt x="15635" y="10800"/>
                  <a:pt x="10800" y="11008"/>
                  <a:pt x="10800" y="11265"/>
                </a:cubicBezTo>
                <a:lnTo>
                  <a:pt x="10800" y="21135"/>
                </a:lnTo>
                <a:cubicBezTo>
                  <a:pt x="10800" y="21392"/>
                  <a:pt x="5965" y="21600"/>
                  <a:pt x="0" y="2160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pic>
        <p:nvPicPr>
          <p:cNvPr descr="image46.tif" id="1142" name="Google Shape;1142;p79"/>
          <p:cNvPicPr preferRelativeResize="0"/>
          <p:nvPr/>
        </p:nvPicPr>
        <p:blipFill rotWithShape="1">
          <a:blip r:embed="rId4">
            <a:alphaModFix/>
          </a:blip>
          <a:srcRect b="0" l="0" r="0" t="0"/>
          <a:stretch/>
        </p:blipFill>
        <p:spPr>
          <a:xfrm>
            <a:off x="2717800" y="4984313"/>
            <a:ext cx="4117974" cy="1066801"/>
          </a:xfrm>
          <a:prstGeom prst="rect">
            <a:avLst/>
          </a:prstGeom>
          <a:noFill/>
          <a:ln>
            <a:noFill/>
          </a:ln>
        </p:spPr>
      </p:pic>
      <p:sp>
        <p:nvSpPr>
          <p:cNvPr id="1143" name="Google Shape;1143;p79"/>
          <p:cNvSpPr/>
          <p:nvPr/>
        </p:nvSpPr>
        <p:spPr>
          <a:xfrm rot="5400000">
            <a:off x="9532255" y="6022538"/>
            <a:ext cx="457201" cy="1066801"/>
          </a:xfrm>
          <a:custGeom>
            <a:rect b="b" l="l" r="r" t="t"/>
            <a:pathLst>
              <a:path extrusionOk="0" h="21600" w="21600">
                <a:moveTo>
                  <a:pt x="0" y="0"/>
                </a:moveTo>
                <a:cubicBezTo>
                  <a:pt x="5965" y="0"/>
                  <a:pt x="10800" y="345"/>
                  <a:pt x="10800" y="771"/>
                </a:cubicBezTo>
                <a:lnTo>
                  <a:pt x="10800" y="10029"/>
                </a:lnTo>
                <a:cubicBezTo>
                  <a:pt x="10800" y="10455"/>
                  <a:pt x="15635" y="10800"/>
                  <a:pt x="21600" y="10800"/>
                </a:cubicBezTo>
                <a:cubicBezTo>
                  <a:pt x="15635" y="10800"/>
                  <a:pt x="10800" y="11145"/>
                  <a:pt x="10800" y="11571"/>
                </a:cubicBezTo>
                <a:lnTo>
                  <a:pt x="10800" y="20829"/>
                </a:lnTo>
                <a:cubicBezTo>
                  <a:pt x="10800" y="21255"/>
                  <a:pt x="5965" y="21600"/>
                  <a:pt x="0" y="2160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44" name="Google Shape;1144;p79"/>
          <p:cNvSpPr txBox="1"/>
          <p:nvPr/>
        </p:nvSpPr>
        <p:spPr>
          <a:xfrm>
            <a:off x="7294462" y="7807793"/>
            <a:ext cx="5245319" cy="1199576"/>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indicator variable</a:t>
            </a:r>
            <a:r>
              <a:rPr b="0" i="0" lang="en-US" sz="3600" u="none" cap="none" strike="noStrike">
                <a:solidFill>
                  <a:srgbClr val="000000"/>
                </a:solidFill>
                <a:latin typeface="Calibri"/>
                <a:ea typeface="Calibri"/>
                <a:cs typeface="Calibri"/>
                <a:sym typeface="Calibri"/>
              </a:rPr>
              <a:t>:</a:t>
            </a:r>
            <a:endParaRPr b="1" i="0" sz="30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is point </a:t>
            </a:r>
            <a:r>
              <a:rPr b="0" i="1" lang="en-US" sz="3600" u="none" cap="none" strike="noStrike">
                <a:solidFill>
                  <a:srgbClr val="000000"/>
                </a:solidFill>
                <a:latin typeface="Calibri"/>
                <a:ea typeface="Calibri"/>
                <a:cs typeface="Calibri"/>
                <a:sym typeface="Calibri"/>
              </a:rPr>
              <a:t>i </a:t>
            </a:r>
            <a:r>
              <a:rPr b="0" i="0" lang="en-US" sz="3600" u="none" cap="none" strike="noStrike">
                <a:solidFill>
                  <a:srgbClr val="000000"/>
                </a:solidFill>
                <a:latin typeface="Calibri"/>
                <a:ea typeface="Calibri"/>
                <a:cs typeface="Calibri"/>
                <a:sym typeface="Calibri"/>
              </a:rPr>
              <a:t>visible in image </a:t>
            </a:r>
            <a:r>
              <a:rPr b="0" i="1" lang="en-US" sz="3600" u="none" cap="none" strike="noStrike">
                <a:solidFill>
                  <a:srgbClr val="000000"/>
                </a:solidFill>
                <a:latin typeface="Calibri"/>
                <a:ea typeface="Calibri"/>
                <a:cs typeface="Calibri"/>
                <a:sym typeface="Calibri"/>
              </a:rPr>
              <a:t>j </a:t>
            </a:r>
            <a:r>
              <a:rPr b="0" i="0" lang="en-US" sz="3600" u="none" cap="none" strike="noStrike">
                <a:solidFill>
                  <a:srgbClr val="000000"/>
                </a:solidFill>
                <a:latin typeface="Calibri"/>
                <a:ea typeface="Calibri"/>
                <a:cs typeface="Calibri"/>
                <a:sym typeface="Calibri"/>
              </a:rPr>
              <a:t>?</a:t>
            </a:r>
            <a:endParaRPr/>
          </a:p>
        </p:txBody>
      </p:sp>
      <p:cxnSp>
        <p:nvCxnSpPr>
          <p:cNvPr id="1145" name="Google Shape;1145;p79"/>
          <p:cNvCxnSpPr/>
          <p:nvPr/>
        </p:nvCxnSpPr>
        <p:spPr>
          <a:xfrm>
            <a:off x="9771740" y="7089337"/>
            <a:ext cx="15397" cy="835463"/>
          </a:xfrm>
          <a:prstGeom prst="straightConnector1">
            <a:avLst/>
          </a:prstGeom>
          <a:noFill/>
          <a:ln cap="flat" cmpd="sng" w="50800">
            <a:solidFill>
              <a:srgbClr val="000000"/>
            </a:solidFill>
            <a:prstDash val="solid"/>
            <a:round/>
            <a:headEnd len="sm" w="sm" type="none"/>
            <a:tailEnd len="med" w="med" type="triangle"/>
          </a:ln>
        </p:spPr>
      </p:cxnSp>
      <p:sp>
        <p:nvSpPr>
          <p:cNvPr id="1146" name="Google Shape;1146;p79"/>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147" name="Google Shape;1147;p79"/>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gtEl>
                                        <p:attrNameLst>
                                          <p:attrName>style.visibility</p:attrName>
                                        </p:attrNameLst>
                                      </p:cBhvr>
                                      <p:to>
                                        <p:strVal val="visible"/>
                                      </p:to>
                                    </p:set>
                                    <p:animEffect filter="fade" transition="in">
                                      <p:cBhvr>
                                        <p:cTn dur="500"/>
                                        <p:tgtEl>
                                          <p:spTgt spid="113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500"/>
                                        <p:tgtEl>
                                          <p:spTgt spid="1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cxnSp>
        <p:nvCxnSpPr>
          <p:cNvPr id="1152" name="Google Shape;1152;p80"/>
          <p:cNvCxnSpPr/>
          <p:nvPr/>
        </p:nvCxnSpPr>
        <p:spPr>
          <a:xfrm rot="10800000">
            <a:off x="8966200" y="7934326"/>
            <a:ext cx="6911977" cy="2686050"/>
          </a:xfrm>
          <a:prstGeom prst="straightConnector1">
            <a:avLst/>
          </a:prstGeom>
          <a:noFill/>
          <a:ln cap="flat" cmpd="sng" w="63500">
            <a:solidFill>
              <a:srgbClr val="000000"/>
            </a:solidFill>
            <a:prstDash val="solid"/>
            <a:round/>
            <a:headEnd len="sm" w="sm" type="none"/>
            <a:tailEnd len="sm" w="sm" type="none"/>
          </a:ln>
        </p:spPr>
      </p:cxnSp>
      <p:sp>
        <p:nvSpPr>
          <p:cNvPr id="1153" name="Google Shape;1153;p80"/>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Incremental structure from motion</a:t>
            </a:r>
            <a:endParaRPr/>
          </a:p>
        </p:txBody>
      </p:sp>
      <p:grpSp>
        <p:nvGrpSpPr>
          <p:cNvPr id="1154" name="Google Shape;1154;p80"/>
          <p:cNvGrpSpPr/>
          <p:nvPr/>
        </p:nvGrpSpPr>
        <p:grpSpPr>
          <a:xfrm>
            <a:off x="7873999" y="3889376"/>
            <a:ext cx="8385177" cy="7423151"/>
            <a:chOff x="-1" y="0"/>
            <a:chExt cx="8385177" cy="7423150"/>
          </a:xfrm>
        </p:grpSpPr>
        <p:cxnSp>
          <p:nvCxnSpPr>
            <p:cNvPr id="1155" name="Google Shape;1155;p80"/>
            <p:cNvCxnSpPr/>
            <p:nvPr/>
          </p:nvCxnSpPr>
          <p:spPr>
            <a:xfrm flipH="1">
              <a:off x="7426325" y="2819400"/>
              <a:ext cx="101601" cy="1793875"/>
            </a:xfrm>
            <a:prstGeom prst="straightConnector1">
              <a:avLst/>
            </a:prstGeom>
            <a:noFill/>
            <a:ln cap="flat" cmpd="sng" w="63500">
              <a:solidFill>
                <a:srgbClr val="000000"/>
              </a:solidFill>
              <a:prstDash val="solid"/>
              <a:round/>
              <a:headEnd len="sm" w="sm" type="none"/>
              <a:tailEnd len="sm" w="sm" type="none"/>
            </a:ln>
          </p:spPr>
        </p:cxnSp>
        <p:cxnSp>
          <p:nvCxnSpPr>
            <p:cNvPr id="1156" name="Google Shape;1156;p80"/>
            <p:cNvCxnSpPr/>
            <p:nvPr/>
          </p:nvCxnSpPr>
          <p:spPr>
            <a:xfrm>
              <a:off x="7327900" y="4714874"/>
              <a:ext cx="495301" cy="1797052"/>
            </a:xfrm>
            <a:prstGeom prst="straightConnector1">
              <a:avLst/>
            </a:prstGeom>
            <a:noFill/>
            <a:ln cap="flat" cmpd="sng" w="63500">
              <a:solidFill>
                <a:srgbClr val="000000"/>
              </a:solidFill>
              <a:prstDash val="solid"/>
              <a:round/>
              <a:headEnd len="sm" w="sm" type="none"/>
              <a:tailEnd len="sm" w="sm" type="none"/>
            </a:ln>
          </p:spPr>
        </p:cxnSp>
        <p:cxnSp>
          <p:nvCxnSpPr>
            <p:cNvPr id="1157" name="Google Shape;1157;p80"/>
            <p:cNvCxnSpPr/>
            <p:nvPr/>
          </p:nvCxnSpPr>
          <p:spPr>
            <a:xfrm flipH="1" rot="10800000">
              <a:off x="3127375" y="2486024"/>
              <a:ext cx="2397125" cy="1930402"/>
            </a:xfrm>
            <a:prstGeom prst="straightConnector1">
              <a:avLst/>
            </a:prstGeom>
            <a:noFill/>
            <a:ln cap="flat" cmpd="sng" w="63500">
              <a:solidFill>
                <a:srgbClr val="000000"/>
              </a:solidFill>
              <a:prstDash val="solid"/>
              <a:round/>
              <a:headEnd len="sm" w="sm" type="none"/>
              <a:tailEnd len="sm" w="sm" type="none"/>
            </a:ln>
          </p:spPr>
        </p:cxnSp>
        <p:cxnSp>
          <p:nvCxnSpPr>
            <p:cNvPr id="1158" name="Google Shape;1158;p80"/>
            <p:cNvCxnSpPr/>
            <p:nvPr/>
          </p:nvCxnSpPr>
          <p:spPr>
            <a:xfrm>
              <a:off x="5527675" y="2520950"/>
              <a:ext cx="1993901" cy="165100"/>
            </a:xfrm>
            <a:prstGeom prst="straightConnector1">
              <a:avLst/>
            </a:prstGeom>
            <a:noFill/>
            <a:ln cap="flat" cmpd="sng" w="63500">
              <a:solidFill>
                <a:srgbClr val="000000"/>
              </a:solidFill>
              <a:prstDash val="solid"/>
              <a:round/>
              <a:headEnd len="sm" w="sm" type="none"/>
              <a:tailEnd len="sm" w="sm" type="none"/>
            </a:ln>
          </p:spPr>
        </p:cxnSp>
        <p:cxnSp>
          <p:nvCxnSpPr>
            <p:cNvPr id="1159" name="Google Shape;1159;p80"/>
            <p:cNvCxnSpPr/>
            <p:nvPr/>
          </p:nvCxnSpPr>
          <p:spPr>
            <a:xfrm>
              <a:off x="2527300" y="574674"/>
              <a:ext cx="685801" cy="1949452"/>
            </a:xfrm>
            <a:prstGeom prst="straightConnector1">
              <a:avLst/>
            </a:prstGeom>
            <a:noFill/>
            <a:ln cap="flat" cmpd="sng" w="63500">
              <a:solidFill>
                <a:srgbClr val="000000"/>
              </a:solidFill>
              <a:prstDash val="solid"/>
              <a:round/>
              <a:headEnd len="sm" w="sm" type="none"/>
              <a:tailEnd len="sm" w="sm" type="none"/>
            </a:ln>
          </p:spPr>
        </p:cxnSp>
        <p:cxnSp>
          <p:nvCxnSpPr>
            <p:cNvPr id="1160" name="Google Shape;1160;p80"/>
            <p:cNvCxnSpPr/>
            <p:nvPr/>
          </p:nvCxnSpPr>
          <p:spPr>
            <a:xfrm>
              <a:off x="2527300" y="574674"/>
              <a:ext cx="574675" cy="4010026"/>
            </a:xfrm>
            <a:prstGeom prst="straightConnector1">
              <a:avLst/>
            </a:prstGeom>
            <a:noFill/>
            <a:ln cap="flat" cmpd="sng" w="63500">
              <a:solidFill>
                <a:srgbClr val="000000"/>
              </a:solidFill>
              <a:prstDash val="solid"/>
              <a:round/>
              <a:headEnd len="sm" w="sm" type="none"/>
              <a:tailEnd len="sm" w="sm" type="none"/>
            </a:ln>
          </p:spPr>
        </p:cxnSp>
        <p:cxnSp>
          <p:nvCxnSpPr>
            <p:cNvPr id="1161" name="Google Shape;1161;p80"/>
            <p:cNvCxnSpPr/>
            <p:nvPr/>
          </p:nvCxnSpPr>
          <p:spPr>
            <a:xfrm flipH="1">
              <a:off x="3101976" y="2524125"/>
              <a:ext cx="111125" cy="2060575"/>
            </a:xfrm>
            <a:prstGeom prst="straightConnector1">
              <a:avLst/>
            </a:prstGeom>
            <a:noFill/>
            <a:ln cap="flat" cmpd="sng" w="63500">
              <a:solidFill>
                <a:srgbClr val="000000"/>
              </a:solidFill>
              <a:prstDash val="solid"/>
              <a:round/>
              <a:headEnd len="sm" w="sm" type="none"/>
              <a:tailEnd len="sm" w="sm" type="none"/>
            </a:ln>
          </p:spPr>
        </p:cxnSp>
        <p:cxnSp>
          <p:nvCxnSpPr>
            <p:cNvPr id="1162" name="Google Shape;1162;p80"/>
            <p:cNvCxnSpPr/>
            <p:nvPr/>
          </p:nvCxnSpPr>
          <p:spPr>
            <a:xfrm>
              <a:off x="917574" y="3895725"/>
              <a:ext cx="2184402" cy="688975"/>
            </a:xfrm>
            <a:prstGeom prst="straightConnector1">
              <a:avLst/>
            </a:prstGeom>
            <a:noFill/>
            <a:ln cap="flat" cmpd="sng" w="63500">
              <a:solidFill>
                <a:srgbClr val="000000"/>
              </a:solidFill>
              <a:prstDash val="solid"/>
              <a:round/>
              <a:headEnd len="sm" w="sm" type="none"/>
              <a:tailEnd len="sm" w="sm" type="none"/>
            </a:ln>
          </p:spPr>
        </p:cxnSp>
        <p:cxnSp>
          <p:nvCxnSpPr>
            <p:cNvPr id="1163" name="Google Shape;1163;p80"/>
            <p:cNvCxnSpPr/>
            <p:nvPr/>
          </p:nvCxnSpPr>
          <p:spPr>
            <a:xfrm>
              <a:off x="917574" y="6080124"/>
              <a:ext cx="1952626" cy="800102"/>
            </a:xfrm>
            <a:prstGeom prst="straightConnector1">
              <a:avLst/>
            </a:prstGeom>
            <a:noFill/>
            <a:ln cap="flat" cmpd="sng" w="63500">
              <a:solidFill>
                <a:srgbClr val="000000"/>
              </a:solidFill>
              <a:prstDash val="solid"/>
              <a:round/>
              <a:headEnd len="sm" w="sm" type="none"/>
              <a:tailEnd len="sm" w="sm" type="none"/>
            </a:ln>
          </p:spPr>
        </p:cxnSp>
        <p:cxnSp>
          <p:nvCxnSpPr>
            <p:cNvPr id="1164" name="Google Shape;1164;p80"/>
            <p:cNvCxnSpPr/>
            <p:nvPr/>
          </p:nvCxnSpPr>
          <p:spPr>
            <a:xfrm flipH="1">
              <a:off x="1263651" y="914400"/>
              <a:ext cx="4251325" cy="3098800"/>
            </a:xfrm>
            <a:prstGeom prst="straightConnector1">
              <a:avLst/>
            </a:prstGeom>
            <a:noFill/>
            <a:ln cap="flat" cmpd="sng" w="63500">
              <a:solidFill>
                <a:srgbClr val="000000"/>
              </a:solidFill>
              <a:prstDash val="solid"/>
              <a:round/>
              <a:headEnd len="sm" w="sm" type="none"/>
              <a:tailEnd len="sm" w="sm" type="none"/>
            </a:ln>
          </p:spPr>
        </p:cxnSp>
        <p:cxnSp>
          <p:nvCxnSpPr>
            <p:cNvPr id="1165" name="Google Shape;1165;p80"/>
            <p:cNvCxnSpPr/>
            <p:nvPr/>
          </p:nvCxnSpPr>
          <p:spPr>
            <a:xfrm>
              <a:off x="4708525" y="6419849"/>
              <a:ext cx="1955801" cy="231775"/>
            </a:xfrm>
            <a:prstGeom prst="straightConnector1">
              <a:avLst/>
            </a:prstGeom>
            <a:noFill/>
            <a:ln cap="flat" cmpd="sng" w="63500">
              <a:solidFill>
                <a:srgbClr val="000000"/>
              </a:solidFill>
              <a:prstDash val="solid"/>
              <a:round/>
              <a:headEnd len="sm" w="sm" type="none"/>
              <a:tailEnd len="sm" w="sm" type="none"/>
            </a:ln>
          </p:spPr>
        </p:cxnSp>
        <p:cxnSp>
          <p:nvCxnSpPr>
            <p:cNvPr id="1166" name="Google Shape;1166;p80"/>
            <p:cNvCxnSpPr/>
            <p:nvPr/>
          </p:nvCxnSpPr>
          <p:spPr>
            <a:xfrm>
              <a:off x="1031875" y="4244974"/>
              <a:ext cx="5632450" cy="2406652"/>
            </a:xfrm>
            <a:prstGeom prst="straightConnector1">
              <a:avLst/>
            </a:prstGeom>
            <a:noFill/>
            <a:ln cap="flat" cmpd="sng" w="63500">
              <a:solidFill>
                <a:srgbClr val="000000"/>
              </a:solidFill>
              <a:prstDash val="solid"/>
              <a:round/>
              <a:headEnd len="sm" w="sm" type="none"/>
              <a:tailEnd len="sm" w="sm" type="none"/>
            </a:ln>
          </p:spPr>
        </p:cxnSp>
        <p:cxnSp>
          <p:nvCxnSpPr>
            <p:cNvPr id="1167" name="Google Shape;1167;p80"/>
            <p:cNvCxnSpPr/>
            <p:nvPr/>
          </p:nvCxnSpPr>
          <p:spPr>
            <a:xfrm flipH="1" rot="10800000">
              <a:off x="688975" y="4584699"/>
              <a:ext cx="2298701" cy="1263652"/>
            </a:xfrm>
            <a:prstGeom prst="straightConnector1">
              <a:avLst/>
            </a:prstGeom>
            <a:noFill/>
            <a:ln cap="flat" cmpd="sng" w="63500">
              <a:solidFill>
                <a:srgbClr val="000000"/>
              </a:solidFill>
              <a:prstDash val="solid"/>
              <a:round/>
              <a:headEnd len="sm" w="sm" type="none"/>
              <a:tailEnd len="sm" w="sm" type="none"/>
            </a:ln>
          </p:spPr>
        </p:cxnSp>
        <p:cxnSp>
          <p:nvCxnSpPr>
            <p:cNvPr id="1168" name="Google Shape;1168;p80"/>
            <p:cNvCxnSpPr/>
            <p:nvPr/>
          </p:nvCxnSpPr>
          <p:spPr>
            <a:xfrm flipH="1" rot="10800000">
              <a:off x="4708525" y="4584700"/>
              <a:ext cx="2644775" cy="1835150"/>
            </a:xfrm>
            <a:prstGeom prst="straightConnector1">
              <a:avLst/>
            </a:prstGeom>
            <a:noFill/>
            <a:ln cap="flat" cmpd="sng" w="63500">
              <a:solidFill>
                <a:srgbClr val="000000"/>
              </a:solidFill>
              <a:prstDash val="solid"/>
              <a:round/>
              <a:headEnd len="sm" w="sm" type="none"/>
              <a:tailEnd len="sm" w="sm" type="none"/>
            </a:ln>
          </p:spPr>
        </p:cxnSp>
        <p:cxnSp>
          <p:nvCxnSpPr>
            <p:cNvPr id="1169" name="Google Shape;1169;p80"/>
            <p:cNvCxnSpPr/>
            <p:nvPr/>
          </p:nvCxnSpPr>
          <p:spPr>
            <a:xfrm flipH="1" rot="10800000">
              <a:off x="5283200" y="1377951"/>
              <a:ext cx="1838325" cy="1031875"/>
            </a:xfrm>
            <a:prstGeom prst="straightConnector1">
              <a:avLst/>
            </a:prstGeom>
            <a:noFill/>
            <a:ln cap="flat" cmpd="sng" w="63500">
              <a:solidFill>
                <a:srgbClr val="000000"/>
              </a:solidFill>
              <a:prstDash val="solid"/>
              <a:round/>
              <a:headEnd len="sm" w="sm" type="none"/>
              <a:tailEnd len="sm" w="sm" type="none"/>
            </a:ln>
          </p:spPr>
        </p:cxnSp>
        <p:cxnSp>
          <p:nvCxnSpPr>
            <p:cNvPr id="1170" name="Google Shape;1170;p80"/>
            <p:cNvCxnSpPr/>
            <p:nvPr/>
          </p:nvCxnSpPr>
          <p:spPr>
            <a:xfrm rot="10800000">
              <a:off x="3213101" y="4359275"/>
              <a:ext cx="2187575" cy="111125"/>
            </a:xfrm>
            <a:prstGeom prst="straightConnector1">
              <a:avLst/>
            </a:prstGeom>
            <a:noFill/>
            <a:ln cap="flat" cmpd="sng" w="63500">
              <a:solidFill>
                <a:srgbClr val="000000"/>
              </a:solidFill>
              <a:prstDash val="solid"/>
              <a:round/>
              <a:headEnd len="sm" w="sm" type="none"/>
              <a:tailEnd len="sm" w="sm" type="none"/>
            </a:ln>
          </p:spPr>
        </p:cxnSp>
        <p:cxnSp>
          <p:nvCxnSpPr>
            <p:cNvPr id="1171" name="Google Shape;1171;p80"/>
            <p:cNvCxnSpPr/>
            <p:nvPr/>
          </p:nvCxnSpPr>
          <p:spPr>
            <a:xfrm flipH="1">
              <a:off x="2755901" y="2867025"/>
              <a:ext cx="4708526" cy="4013200"/>
            </a:xfrm>
            <a:prstGeom prst="straightConnector1">
              <a:avLst/>
            </a:prstGeom>
            <a:noFill/>
            <a:ln cap="flat" cmpd="sng" w="63500">
              <a:solidFill>
                <a:srgbClr val="000000"/>
              </a:solidFill>
              <a:prstDash val="solid"/>
              <a:round/>
              <a:headEnd len="sm" w="sm" type="none"/>
              <a:tailEnd len="sm" w="sm" type="none"/>
            </a:ln>
          </p:spPr>
        </p:cxnSp>
        <p:pic>
          <p:nvPicPr>
            <p:cNvPr descr="vgasull_23497540" id="1172" name="Google Shape;1172;p80"/>
            <p:cNvPicPr preferRelativeResize="0"/>
            <p:nvPr/>
          </p:nvPicPr>
          <p:blipFill rotWithShape="1">
            <a:blip r:embed="rId3">
              <a:alphaModFix/>
            </a:blip>
            <a:srcRect b="0" l="0" r="0" t="0"/>
            <a:stretch/>
          </p:blipFill>
          <p:spPr>
            <a:xfrm>
              <a:off x="1952625" y="6305550"/>
              <a:ext cx="1492251" cy="1117600"/>
            </a:xfrm>
            <a:prstGeom prst="rect">
              <a:avLst/>
            </a:prstGeom>
            <a:noFill/>
            <a:ln>
              <a:noFill/>
            </a:ln>
          </p:spPr>
        </p:pic>
        <p:pic>
          <p:nvPicPr>
            <p:cNvPr descr="vgasull_25138094" id="1173" name="Google Shape;1173;p80"/>
            <p:cNvPicPr preferRelativeResize="0"/>
            <p:nvPr/>
          </p:nvPicPr>
          <p:blipFill rotWithShape="1">
            <a:blip r:embed="rId4">
              <a:alphaModFix/>
            </a:blip>
            <a:srcRect b="0" l="0" r="0" t="0"/>
            <a:stretch/>
          </p:blipFill>
          <p:spPr>
            <a:xfrm>
              <a:off x="6778625" y="803275"/>
              <a:ext cx="1492251" cy="1117600"/>
            </a:xfrm>
            <a:prstGeom prst="rect">
              <a:avLst/>
            </a:prstGeom>
            <a:noFill/>
            <a:ln>
              <a:noFill/>
            </a:ln>
          </p:spPr>
        </p:pic>
        <p:pic>
          <p:nvPicPr>
            <p:cNvPr descr="12537899@N00_61998638" id="1174" name="Google Shape;1174;p80"/>
            <p:cNvPicPr preferRelativeResize="0"/>
            <p:nvPr/>
          </p:nvPicPr>
          <p:blipFill rotWithShape="1">
            <a:blip r:embed="rId5">
              <a:alphaModFix/>
            </a:blip>
            <a:srcRect b="0" l="0" r="0" t="0"/>
            <a:stretch/>
          </p:blipFill>
          <p:spPr>
            <a:xfrm>
              <a:off x="-1" y="5505450"/>
              <a:ext cx="1492252" cy="1117600"/>
            </a:xfrm>
            <a:prstGeom prst="rect">
              <a:avLst/>
            </a:prstGeom>
            <a:noFill/>
            <a:ln>
              <a:noFill/>
            </a:ln>
          </p:spPr>
        </p:pic>
        <p:pic>
          <p:nvPicPr>
            <p:cNvPr descr="amos_33004438" id="1175" name="Google Shape;1175;p80"/>
            <p:cNvPicPr preferRelativeResize="0"/>
            <p:nvPr/>
          </p:nvPicPr>
          <p:blipFill rotWithShape="1">
            <a:blip r:embed="rId6">
              <a:alphaModFix/>
            </a:blip>
            <a:srcRect b="0" l="0" r="0" t="0"/>
            <a:stretch/>
          </p:blipFill>
          <p:spPr>
            <a:xfrm>
              <a:off x="1838325" y="0"/>
              <a:ext cx="1492251" cy="1117600"/>
            </a:xfrm>
            <a:prstGeom prst="rect">
              <a:avLst/>
            </a:prstGeom>
            <a:noFill/>
            <a:ln>
              <a:noFill/>
            </a:ln>
          </p:spPr>
        </p:pic>
        <p:pic>
          <p:nvPicPr>
            <p:cNvPr descr="antmoose_35893232" id="1176" name="Google Shape;1176;p80"/>
            <p:cNvPicPr preferRelativeResize="0"/>
            <p:nvPr/>
          </p:nvPicPr>
          <p:blipFill rotWithShape="1">
            <a:blip r:embed="rId7">
              <a:alphaModFix/>
            </a:blip>
            <a:srcRect b="0" l="0" r="0" t="0"/>
            <a:stretch/>
          </p:blipFill>
          <p:spPr>
            <a:xfrm>
              <a:off x="228599" y="1603375"/>
              <a:ext cx="1495427" cy="1117600"/>
            </a:xfrm>
            <a:prstGeom prst="rect">
              <a:avLst/>
            </a:prstGeom>
            <a:noFill/>
            <a:ln>
              <a:noFill/>
            </a:ln>
          </p:spPr>
        </p:pic>
        <p:pic>
          <p:nvPicPr>
            <p:cNvPr descr="brodo_1608728" id="1177" name="Google Shape;1177;p80"/>
            <p:cNvPicPr preferRelativeResize="0"/>
            <p:nvPr/>
          </p:nvPicPr>
          <p:blipFill rotWithShape="1">
            <a:blip r:embed="rId8">
              <a:alphaModFix/>
            </a:blip>
            <a:srcRect b="0" l="0" r="0" t="0"/>
            <a:stretch/>
          </p:blipFill>
          <p:spPr>
            <a:xfrm>
              <a:off x="3905250" y="5962650"/>
              <a:ext cx="1495426" cy="1117600"/>
            </a:xfrm>
            <a:prstGeom prst="rect">
              <a:avLst/>
            </a:prstGeom>
            <a:noFill/>
            <a:ln>
              <a:noFill/>
            </a:ln>
          </p:spPr>
        </p:pic>
        <p:pic>
          <p:nvPicPr>
            <p:cNvPr descr="daryoush_66536317" id="1178" name="Google Shape;1178;p80"/>
            <p:cNvPicPr preferRelativeResize="0"/>
            <p:nvPr/>
          </p:nvPicPr>
          <p:blipFill rotWithShape="1">
            <a:blip r:embed="rId9">
              <a:alphaModFix/>
            </a:blip>
            <a:srcRect b="0" l="0" r="0" t="0"/>
            <a:stretch/>
          </p:blipFill>
          <p:spPr>
            <a:xfrm>
              <a:off x="6889750" y="2292350"/>
              <a:ext cx="1495426" cy="1117600"/>
            </a:xfrm>
            <a:prstGeom prst="rect">
              <a:avLst/>
            </a:prstGeom>
            <a:noFill/>
            <a:ln>
              <a:noFill/>
            </a:ln>
          </p:spPr>
        </p:pic>
        <p:pic>
          <p:nvPicPr>
            <p:cNvPr descr="ekenzie_18947135" id="1179" name="Google Shape;1179;p80"/>
            <p:cNvPicPr preferRelativeResize="0"/>
            <p:nvPr/>
          </p:nvPicPr>
          <p:blipFill rotWithShape="1">
            <a:blip r:embed="rId10">
              <a:alphaModFix/>
            </a:blip>
            <a:srcRect b="0" l="0" r="0" t="0"/>
            <a:stretch/>
          </p:blipFill>
          <p:spPr>
            <a:xfrm>
              <a:off x="5972175" y="5848350"/>
              <a:ext cx="1006476" cy="1492250"/>
            </a:xfrm>
            <a:prstGeom prst="rect">
              <a:avLst/>
            </a:prstGeom>
            <a:noFill/>
            <a:ln>
              <a:noFill/>
            </a:ln>
          </p:spPr>
        </p:pic>
        <p:pic>
          <p:nvPicPr>
            <p:cNvPr descr="ewanmcdowall_60821586" id="1180" name="Google Shape;1180;p80"/>
            <p:cNvPicPr preferRelativeResize="0"/>
            <p:nvPr/>
          </p:nvPicPr>
          <p:blipFill rotWithShape="1">
            <a:blip r:embed="rId11">
              <a:alphaModFix/>
            </a:blip>
            <a:srcRect b="0" l="0" r="0" t="0"/>
            <a:stretch/>
          </p:blipFill>
          <p:spPr>
            <a:xfrm>
              <a:off x="2413000" y="3895725"/>
              <a:ext cx="1492251" cy="1117600"/>
            </a:xfrm>
            <a:prstGeom prst="rect">
              <a:avLst/>
            </a:prstGeom>
            <a:noFill/>
            <a:ln>
              <a:noFill/>
            </a:ln>
          </p:spPr>
        </p:pic>
        <p:pic>
          <p:nvPicPr>
            <p:cNvPr descr="gauiscaecilius_668314" id="1181" name="Google Shape;1181;p80"/>
            <p:cNvPicPr preferRelativeResize="0"/>
            <p:nvPr/>
          </p:nvPicPr>
          <p:blipFill rotWithShape="1">
            <a:blip r:embed="rId12">
              <a:alphaModFix/>
            </a:blip>
            <a:srcRect b="0" l="0" r="0" t="0"/>
            <a:stretch/>
          </p:blipFill>
          <p:spPr>
            <a:xfrm>
              <a:off x="4594225" y="1949450"/>
              <a:ext cx="1495426" cy="1117600"/>
            </a:xfrm>
            <a:prstGeom prst="rect">
              <a:avLst/>
            </a:prstGeom>
            <a:noFill/>
            <a:ln>
              <a:noFill/>
            </a:ln>
          </p:spPr>
        </p:pic>
        <p:pic>
          <p:nvPicPr>
            <p:cNvPr descr="kurtnaks_31268253" id="1182" name="Google Shape;1182;p80"/>
            <p:cNvPicPr preferRelativeResize="0"/>
            <p:nvPr/>
          </p:nvPicPr>
          <p:blipFill rotWithShape="1">
            <a:blip r:embed="rId13">
              <a:alphaModFix/>
            </a:blip>
            <a:srcRect b="0" l="0" r="0" t="0"/>
            <a:stretch/>
          </p:blipFill>
          <p:spPr>
            <a:xfrm>
              <a:off x="4594225" y="574675"/>
              <a:ext cx="1495426" cy="996950"/>
            </a:xfrm>
            <a:prstGeom prst="rect">
              <a:avLst/>
            </a:prstGeom>
            <a:noFill/>
            <a:ln>
              <a:noFill/>
            </a:ln>
          </p:spPr>
        </p:pic>
        <p:pic>
          <p:nvPicPr>
            <p:cNvPr descr="mrjennings_23299087" id="1183" name="Google Shape;1183;p80"/>
            <p:cNvPicPr preferRelativeResize="0"/>
            <p:nvPr/>
          </p:nvPicPr>
          <p:blipFill rotWithShape="1">
            <a:blip r:embed="rId14">
              <a:alphaModFix/>
            </a:blip>
            <a:srcRect b="0" l="0" r="0" t="0"/>
            <a:stretch/>
          </p:blipFill>
          <p:spPr>
            <a:xfrm>
              <a:off x="4826000" y="3784600"/>
              <a:ext cx="1117601" cy="1489075"/>
            </a:xfrm>
            <a:prstGeom prst="rect">
              <a:avLst/>
            </a:prstGeom>
            <a:noFill/>
            <a:ln>
              <a:noFill/>
            </a:ln>
          </p:spPr>
        </p:pic>
        <p:pic>
          <p:nvPicPr>
            <p:cNvPr descr="mrjennings_62624466" id="1184" name="Google Shape;1184;p80"/>
            <p:cNvPicPr preferRelativeResize="0"/>
            <p:nvPr/>
          </p:nvPicPr>
          <p:blipFill rotWithShape="1">
            <a:blip r:embed="rId15">
              <a:alphaModFix/>
            </a:blip>
            <a:srcRect b="0" l="0" r="0" t="0"/>
            <a:stretch/>
          </p:blipFill>
          <p:spPr>
            <a:xfrm>
              <a:off x="6664325" y="4013200"/>
              <a:ext cx="1489076" cy="1117600"/>
            </a:xfrm>
            <a:prstGeom prst="rect">
              <a:avLst/>
            </a:prstGeom>
            <a:noFill/>
            <a:ln>
              <a:noFill/>
            </a:ln>
          </p:spPr>
        </p:pic>
        <p:pic>
          <p:nvPicPr>
            <p:cNvPr descr="mscolly_8512764" id="1185" name="Google Shape;1185;p80"/>
            <p:cNvPicPr preferRelativeResize="0"/>
            <p:nvPr/>
          </p:nvPicPr>
          <p:blipFill rotWithShape="1">
            <a:blip r:embed="rId16">
              <a:alphaModFix/>
            </a:blip>
            <a:srcRect b="0" l="0" r="0" t="0"/>
            <a:stretch/>
          </p:blipFill>
          <p:spPr>
            <a:xfrm>
              <a:off x="2527300" y="1603375"/>
              <a:ext cx="1120776" cy="1492250"/>
            </a:xfrm>
            <a:prstGeom prst="rect">
              <a:avLst/>
            </a:prstGeom>
            <a:noFill/>
            <a:ln>
              <a:noFill/>
            </a:ln>
          </p:spPr>
        </p:pic>
        <p:pic>
          <p:nvPicPr>
            <p:cNvPr descr="daryoush_66536317" id="1186" name="Google Shape;1186;p80"/>
            <p:cNvPicPr preferRelativeResize="0"/>
            <p:nvPr/>
          </p:nvPicPr>
          <p:blipFill rotWithShape="1">
            <a:blip r:embed="rId17">
              <a:alphaModFix/>
            </a:blip>
            <a:srcRect b="0" l="0" r="0" t="0"/>
            <a:stretch/>
          </p:blipFill>
          <p:spPr>
            <a:xfrm>
              <a:off x="6889750" y="2292350"/>
              <a:ext cx="1495426" cy="1117600"/>
            </a:xfrm>
            <a:prstGeom prst="rect">
              <a:avLst/>
            </a:prstGeom>
            <a:noFill/>
            <a:ln>
              <a:noFill/>
            </a:ln>
          </p:spPr>
        </p:pic>
        <p:pic>
          <p:nvPicPr>
            <p:cNvPr descr="gauiscaecilius_668314" id="1187" name="Google Shape;1187;p80"/>
            <p:cNvPicPr preferRelativeResize="0"/>
            <p:nvPr/>
          </p:nvPicPr>
          <p:blipFill rotWithShape="1">
            <a:blip r:embed="rId12">
              <a:alphaModFix/>
            </a:blip>
            <a:srcRect b="0" l="0" r="0" t="0"/>
            <a:stretch/>
          </p:blipFill>
          <p:spPr>
            <a:xfrm>
              <a:off x="4594225" y="1949450"/>
              <a:ext cx="1495426" cy="1117600"/>
            </a:xfrm>
            <a:prstGeom prst="rect">
              <a:avLst/>
            </a:prstGeom>
            <a:noFill/>
            <a:ln>
              <a:noFill/>
            </a:ln>
          </p:spPr>
        </p:pic>
        <p:pic>
          <p:nvPicPr>
            <p:cNvPr descr="mscolly_8512764" id="1188" name="Google Shape;1188;p80"/>
            <p:cNvPicPr preferRelativeResize="0"/>
            <p:nvPr/>
          </p:nvPicPr>
          <p:blipFill rotWithShape="1">
            <a:blip r:embed="rId18">
              <a:alphaModFix/>
            </a:blip>
            <a:srcRect b="0" l="0" r="0" t="0"/>
            <a:stretch/>
          </p:blipFill>
          <p:spPr>
            <a:xfrm>
              <a:off x="2527300" y="1603375"/>
              <a:ext cx="1120776" cy="1492250"/>
            </a:xfrm>
            <a:prstGeom prst="rect">
              <a:avLst/>
            </a:prstGeom>
            <a:noFill/>
            <a:ln>
              <a:noFill/>
            </a:ln>
          </p:spPr>
        </p:pic>
        <p:sp>
          <p:nvSpPr>
            <p:cNvPr id="1189" name="Google Shape;1189;p80"/>
            <p:cNvSpPr/>
            <p:nvPr/>
          </p:nvSpPr>
          <p:spPr>
            <a:xfrm flipH="1">
              <a:off x="2181225" y="457200"/>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0" name="Google Shape;1190;p80"/>
            <p:cNvSpPr/>
            <p:nvPr/>
          </p:nvSpPr>
          <p:spPr>
            <a:xfrm flipH="1">
              <a:off x="2619376" y="6889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1" name="Google Shape;1191;p80"/>
            <p:cNvSpPr/>
            <p:nvPr/>
          </p:nvSpPr>
          <p:spPr>
            <a:xfrm flipH="1">
              <a:off x="3076576" y="2317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2" name="Google Shape;1192;p80"/>
            <p:cNvSpPr/>
            <p:nvPr/>
          </p:nvSpPr>
          <p:spPr>
            <a:xfrm flipH="1">
              <a:off x="2755900" y="1809750"/>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3" name="Google Shape;1193;p80"/>
            <p:cNvSpPr/>
            <p:nvPr/>
          </p:nvSpPr>
          <p:spPr>
            <a:xfrm flipH="1">
              <a:off x="3213099" y="217805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4" name="Google Shape;1194;p80"/>
            <p:cNvSpPr/>
            <p:nvPr/>
          </p:nvSpPr>
          <p:spPr>
            <a:xfrm flipH="1">
              <a:off x="1952626" y="8032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5" name="Google Shape;1195;p80"/>
            <p:cNvSpPr/>
            <p:nvPr/>
          </p:nvSpPr>
          <p:spPr>
            <a:xfrm flipH="1">
              <a:off x="4826001" y="8032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6" name="Google Shape;1196;p80"/>
            <p:cNvSpPr/>
            <p:nvPr/>
          </p:nvSpPr>
          <p:spPr>
            <a:xfrm flipH="1">
              <a:off x="2755900" y="2524125"/>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7" name="Google Shape;1197;p80"/>
            <p:cNvSpPr/>
            <p:nvPr/>
          </p:nvSpPr>
          <p:spPr>
            <a:xfrm flipH="1">
              <a:off x="5857875" y="914400"/>
              <a:ext cx="139701"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8" name="Google Shape;1198;p80"/>
            <p:cNvSpPr/>
            <p:nvPr/>
          </p:nvSpPr>
          <p:spPr>
            <a:xfrm flipH="1">
              <a:off x="5168900" y="1377950"/>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199" name="Google Shape;1199;p80"/>
            <p:cNvSpPr/>
            <p:nvPr/>
          </p:nvSpPr>
          <p:spPr>
            <a:xfrm flipH="1">
              <a:off x="4708524" y="217805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0" name="Google Shape;1200;p80"/>
            <p:cNvSpPr/>
            <p:nvPr/>
          </p:nvSpPr>
          <p:spPr>
            <a:xfrm flipH="1">
              <a:off x="5857875" y="2749550"/>
              <a:ext cx="139701"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1" name="Google Shape;1201;p80"/>
            <p:cNvSpPr/>
            <p:nvPr/>
          </p:nvSpPr>
          <p:spPr>
            <a:xfrm flipH="1">
              <a:off x="5168900" y="4244975"/>
              <a:ext cx="139701" cy="133352"/>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2" name="Google Shape;1202;p80"/>
            <p:cNvSpPr/>
            <p:nvPr/>
          </p:nvSpPr>
          <p:spPr>
            <a:xfrm flipH="1">
              <a:off x="5626100" y="4470400"/>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3" name="Google Shape;1203;p80"/>
            <p:cNvSpPr/>
            <p:nvPr/>
          </p:nvSpPr>
          <p:spPr>
            <a:xfrm flipH="1">
              <a:off x="3676651" y="4013200"/>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4" name="Google Shape;1204;p80"/>
            <p:cNvSpPr/>
            <p:nvPr/>
          </p:nvSpPr>
          <p:spPr>
            <a:xfrm flipH="1">
              <a:off x="4940301" y="49307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5" name="Google Shape;1205;p80"/>
            <p:cNvSpPr/>
            <p:nvPr/>
          </p:nvSpPr>
          <p:spPr>
            <a:xfrm flipH="1">
              <a:off x="3213099" y="447040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6" name="Google Shape;1206;p80"/>
            <p:cNvSpPr/>
            <p:nvPr/>
          </p:nvSpPr>
          <p:spPr>
            <a:xfrm flipH="1">
              <a:off x="574675" y="1949450"/>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7" name="Google Shape;1207;p80"/>
            <p:cNvSpPr/>
            <p:nvPr/>
          </p:nvSpPr>
          <p:spPr>
            <a:xfrm flipH="1">
              <a:off x="1263651" y="2060575"/>
              <a:ext cx="136525"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8" name="Google Shape;1208;p80"/>
            <p:cNvSpPr/>
            <p:nvPr/>
          </p:nvSpPr>
          <p:spPr>
            <a:xfrm flipH="1">
              <a:off x="1263651" y="5962650"/>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09" name="Google Shape;1209;p80"/>
            <p:cNvSpPr/>
            <p:nvPr/>
          </p:nvSpPr>
          <p:spPr>
            <a:xfrm flipH="1">
              <a:off x="1031874" y="630555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0" name="Google Shape;1210;p80"/>
            <p:cNvSpPr/>
            <p:nvPr/>
          </p:nvSpPr>
          <p:spPr>
            <a:xfrm flipH="1">
              <a:off x="2755900" y="6537325"/>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1" name="Google Shape;1211;p80"/>
            <p:cNvSpPr/>
            <p:nvPr/>
          </p:nvSpPr>
          <p:spPr>
            <a:xfrm flipH="1">
              <a:off x="3213099" y="4470400"/>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2" name="Google Shape;1212;p80"/>
            <p:cNvSpPr/>
            <p:nvPr/>
          </p:nvSpPr>
          <p:spPr>
            <a:xfrm flipH="1">
              <a:off x="2181225" y="6880225"/>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3" name="Google Shape;1213;p80"/>
            <p:cNvSpPr/>
            <p:nvPr/>
          </p:nvSpPr>
          <p:spPr>
            <a:xfrm flipH="1">
              <a:off x="2638424" y="4816475"/>
              <a:ext cx="142877"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4" name="Google Shape;1214;p80"/>
            <p:cNvSpPr/>
            <p:nvPr/>
          </p:nvSpPr>
          <p:spPr>
            <a:xfrm flipH="1">
              <a:off x="2527301" y="6880225"/>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5" name="Google Shape;1215;p80"/>
            <p:cNvSpPr/>
            <p:nvPr/>
          </p:nvSpPr>
          <p:spPr>
            <a:xfrm flipH="1">
              <a:off x="3101976" y="4816475"/>
              <a:ext cx="136525"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6" name="Google Shape;1216;p80"/>
            <p:cNvSpPr/>
            <p:nvPr/>
          </p:nvSpPr>
          <p:spPr>
            <a:xfrm flipH="1">
              <a:off x="4251326" y="6191250"/>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7" name="Google Shape;1217;p80"/>
            <p:cNvSpPr/>
            <p:nvPr/>
          </p:nvSpPr>
          <p:spPr>
            <a:xfrm flipH="1">
              <a:off x="6203951" y="6305550"/>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8" name="Google Shape;1218;p80"/>
            <p:cNvSpPr/>
            <p:nvPr/>
          </p:nvSpPr>
          <p:spPr>
            <a:xfrm flipH="1">
              <a:off x="7581900" y="4584700"/>
              <a:ext cx="139701"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19" name="Google Shape;1219;p80"/>
            <p:cNvSpPr/>
            <p:nvPr/>
          </p:nvSpPr>
          <p:spPr>
            <a:xfrm flipH="1">
              <a:off x="6546850" y="6880225"/>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0" name="Google Shape;1220;p80"/>
            <p:cNvSpPr/>
            <p:nvPr/>
          </p:nvSpPr>
          <p:spPr>
            <a:xfrm flipH="1">
              <a:off x="7007225" y="4816475"/>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1" name="Google Shape;1221;p80"/>
            <p:cNvSpPr/>
            <p:nvPr/>
          </p:nvSpPr>
          <p:spPr>
            <a:xfrm flipH="1">
              <a:off x="6889750" y="1031875"/>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2" name="Google Shape;1222;p80"/>
            <p:cNvSpPr/>
            <p:nvPr/>
          </p:nvSpPr>
          <p:spPr>
            <a:xfrm flipH="1">
              <a:off x="7581900" y="1603375"/>
              <a:ext cx="139701"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3" name="Google Shape;1223;p80"/>
            <p:cNvSpPr/>
            <p:nvPr/>
          </p:nvSpPr>
          <p:spPr>
            <a:xfrm flipH="1">
              <a:off x="7927976" y="2749550"/>
              <a:ext cx="136525" cy="142877"/>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4" name="Google Shape;1224;p80"/>
            <p:cNvSpPr/>
            <p:nvPr/>
          </p:nvSpPr>
          <p:spPr>
            <a:xfrm flipH="1">
              <a:off x="7927976" y="2409825"/>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5" name="Google Shape;1225;p80"/>
            <p:cNvSpPr/>
            <p:nvPr/>
          </p:nvSpPr>
          <p:spPr>
            <a:xfrm flipH="1">
              <a:off x="114300" y="5616575"/>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6" name="Google Shape;1226;p80"/>
            <p:cNvSpPr/>
            <p:nvPr/>
          </p:nvSpPr>
          <p:spPr>
            <a:xfrm flipH="1">
              <a:off x="2527301" y="34290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7" name="Google Shape;1227;p80"/>
            <p:cNvSpPr/>
            <p:nvPr/>
          </p:nvSpPr>
          <p:spPr>
            <a:xfrm flipH="1">
              <a:off x="2987676" y="57467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8" name="Google Shape;1228;p80"/>
            <p:cNvSpPr/>
            <p:nvPr/>
          </p:nvSpPr>
          <p:spPr>
            <a:xfrm flipH="1">
              <a:off x="4940301" y="114617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29" name="Google Shape;1229;p80"/>
            <p:cNvSpPr/>
            <p:nvPr/>
          </p:nvSpPr>
          <p:spPr>
            <a:xfrm flipH="1">
              <a:off x="5514976" y="9144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0" name="Google Shape;1230;p80"/>
            <p:cNvSpPr/>
            <p:nvPr/>
          </p:nvSpPr>
          <p:spPr>
            <a:xfrm flipH="1">
              <a:off x="5626100" y="688975"/>
              <a:ext cx="139701"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1" name="Google Shape;1231;p80"/>
            <p:cNvSpPr/>
            <p:nvPr/>
          </p:nvSpPr>
          <p:spPr>
            <a:xfrm flipH="1">
              <a:off x="7810501" y="114617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2" name="Google Shape;1232;p80"/>
            <p:cNvSpPr/>
            <p:nvPr/>
          </p:nvSpPr>
          <p:spPr>
            <a:xfrm flipH="1">
              <a:off x="7353301" y="9144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3" name="Google Shape;1233;p80"/>
            <p:cNvSpPr/>
            <p:nvPr/>
          </p:nvSpPr>
          <p:spPr>
            <a:xfrm flipH="1">
              <a:off x="7007225" y="1377950"/>
              <a:ext cx="139701"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4" name="Google Shape;1234;p80"/>
            <p:cNvSpPr/>
            <p:nvPr/>
          </p:nvSpPr>
          <p:spPr>
            <a:xfrm flipH="1">
              <a:off x="574675" y="229235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5" name="Google Shape;1235;p80"/>
            <p:cNvSpPr/>
            <p:nvPr/>
          </p:nvSpPr>
          <p:spPr>
            <a:xfrm flipH="1">
              <a:off x="1381126" y="172085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6" name="Google Shape;1236;p80"/>
            <p:cNvSpPr/>
            <p:nvPr/>
          </p:nvSpPr>
          <p:spPr>
            <a:xfrm flipH="1">
              <a:off x="5051424" y="2178050"/>
              <a:ext cx="142877"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7" name="Google Shape;1237;p80"/>
            <p:cNvSpPr/>
            <p:nvPr/>
          </p:nvSpPr>
          <p:spPr>
            <a:xfrm flipH="1">
              <a:off x="4826001" y="286702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8" name="Google Shape;1238;p80"/>
            <p:cNvSpPr/>
            <p:nvPr/>
          </p:nvSpPr>
          <p:spPr>
            <a:xfrm flipH="1">
              <a:off x="5514976" y="2524125"/>
              <a:ext cx="136525"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39" name="Google Shape;1239;p80"/>
            <p:cNvSpPr/>
            <p:nvPr/>
          </p:nvSpPr>
          <p:spPr>
            <a:xfrm flipH="1">
              <a:off x="3213099" y="2524125"/>
              <a:ext cx="142877"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0" name="Google Shape;1240;p80"/>
            <p:cNvSpPr/>
            <p:nvPr/>
          </p:nvSpPr>
          <p:spPr>
            <a:xfrm flipH="1">
              <a:off x="3330575" y="172085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1" name="Google Shape;1241;p80"/>
            <p:cNvSpPr/>
            <p:nvPr/>
          </p:nvSpPr>
          <p:spPr>
            <a:xfrm flipH="1">
              <a:off x="2755900" y="412750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2" name="Google Shape;1242;p80"/>
            <p:cNvSpPr/>
            <p:nvPr/>
          </p:nvSpPr>
          <p:spPr>
            <a:xfrm flipH="1">
              <a:off x="5514976" y="4816475"/>
              <a:ext cx="136525"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3" name="Google Shape;1243;p80"/>
            <p:cNvSpPr/>
            <p:nvPr/>
          </p:nvSpPr>
          <p:spPr>
            <a:xfrm flipH="1">
              <a:off x="5626100" y="401320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4" name="Google Shape;1244;p80"/>
            <p:cNvSpPr/>
            <p:nvPr/>
          </p:nvSpPr>
          <p:spPr>
            <a:xfrm flipH="1">
              <a:off x="7239001" y="45847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5" name="Google Shape;1245;p80"/>
            <p:cNvSpPr/>
            <p:nvPr/>
          </p:nvSpPr>
          <p:spPr>
            <a:xfrm flipH="1">
              <a:off x="7353301" y="412750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6" name="Google Shape;1246;p80"/>
            <p:cNvSpPr/>
            <p:nvPr/>
          </p:nvSpPr>
          <p:spPr>
            <a:xfrm flipH="1">
              <a:off x="6778626" y="45847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7" name="Google Shape;1247;p80"/>
            <p:cNvSpPr/>
            <p:nvPr/>
          </p:nvSpPr>
          <p:spPr>
            <a:xfrm flipH="1">
              <a:off x="6546850" y="6419850"/>
              <a:ext cx="142877"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8" name="Google Shape;1248;p80"/>
            <p:cNvSpPr/>
            <p:nvPr/>
          </p:nvSpPr>
          <p:spPr>
            <a:xfrm flipH="1">
              <a:off x="6664326" y="6080125"/>
              <a:ext cx="136525" cy="133352"/>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49" name="Google Shape;1249;p80"/>
            <p:cNvSpPr/>
            <p:nvPr/>
          </p:nvSpPr>
          <p:spPr>
            <a:xfrm flipH="1">
              <a:off x="4826001" y="641985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0" name="Google Shape;1250;p80"/>
            <p:cNvSpPr/>
            <p:nvPr/>
          </p:nvSpPr>
          <p:spPr>
            <a:xfrm flipH="1">
              <a:off x="4019550" y="6537325"/>
              <a:ext cx="139701"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1" name="Google Shape;1251;p80"/>
            <p:cNvSpPr/>
            <p:nvPr/>
          </p:nvSpPr>
          <p:spPr>
            <a:xfrm flipH="1">
              <a:off x="5168900" y="676275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2" name="Google Shape;1252;p80"/>
            <p:cNvSpPr/>
            <p:nvPr/>
          </p:nvSpPr>
          <p:spPr>
            <a:xfrm flipH="1">
              <a:off x="3101976" y="699452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3" name="Google Shape;1253;p80"/>
            <p:cNvSpPr/>
            <p:nvPr/>
          </p:nvSpPr>
          <p:spPr>
            <a:xfrm flipH="1">
              <a:off x="2181225" y="6419850"/>
              <a:ext cx="139701"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4" name="Google Shape;1254;p80"/>
            <p:cNvSpPr/>
            <p:nvPr/>
          </p:nvSpPr>
          <p:spPr>
            <a:xfrm flipH="1">
              <a:off x="2413001" y="710882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5" name="Google Shape;1255;p80"/>
            <p:cNvSpPr/>
            <p:nvPr/>
          </p:nvSpPr>
          <p:spPr>
            <a:xfrm flipH="1">
              <a:off x="114300" y="6305550"/>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6" name="Google Shape;1256;p80"/>
            <p:cNvSpPr/>
            <p:nvPr/>
          </p:nvSpPr>
          <p:spPr>
            <a:xfrm flipH="1">
              <a:off x="574675" y="5730875"/>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7" name="Google Shape;1257;p80"/>
            <p:cNvSpPr/>
            <p:nvPr/>
          </p:nvSpPr>
          <p:spPr>
            <a:xfrm flipH="1">
              <a:off x="1952626" y="23177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8" name="Google Shape;1258;p80"/>
            <p:cNvSpPr/>
            <p:nvPr/>
          </p:nvSpPr>
          <p:spPr>
            <a:xfrm flipH="1">
              <a:off x="2295524" y="803275"/>
              <a:ext cx="142877"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59" name="Google Shape;1259;p80"/>
            <p:cNvSpPr/>
            <p:nvPr/>
          </p:nvSpPr>
          <p:spPr>
            <a:xfrm flipH="1">
              <a:off x="5514976" y="126047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0" name="Google Shape;1260;p80"/>
            <p:cNvSpPr/>
            <p:nvPr/>
          </p:nvSpPr>
          <p:spPr>
            <a:xfrm flipH="1">
              <a:off x="5168900" y="688975"/>
              <a:ext cx="139701"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1" name="Google Shape;1261;p80"/>
            <p:cNvSpPr/>
            <p:nvPr/>
          </p:nvSpPr>
          <p:spPr>
            <a:xfrm flipH="1">
              <a:off x="7353301" y="1146175"/>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2" name="Google Shape;1262;p80"/>
            <p:cNvSpPr/>
            <p:nvPr/>
          </p:nvSpPr>
          <p:spPr>
            <a:xfrm flipH="1">
              <a:off x="8042276" y="1720850"/>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3" name="Google Shape;1263;p80"/>
            <p:cNvSpPr/>
            <p:nvPr/>
          </p:nvSpPr>
          <p:spPr>
            <a:xfrm flipH="1">
              <a:off x="6778626" y="6994525"/>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4" name="Google Shape;1264;p80"/>
            <p:cNvSpPr/>
            <p:nvPr/>
          </p:nvSpPr>
          <p:spPr>
            <a:xfrm flipH="1">
              <a:off x="6203951" y="6880225"/>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5" name="Google Shape;1265;p80"/>
            <p:cNvSpPr/>
            <p:nvPr/>
          </p:nvSpPr>
          <p:spPr>
            <a:xfrm flipH="1">
              <a:off x="6089651" y="5962650"/>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6" name="Google Shape;1266;p80"/>
            <p:cNvSpPr/>
            <p:nvPr/>
          </p:nvSpPr>
          <p:spPr>
            <a:xfrm flipH="1">
              <a:off x="4594225" y="6080125"/>
              <a:ext cx="139701" cy="133352"/>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7" name="Google Shape;1267;p80"/>
            <p:cNvSpPr/>
            <p:nvPr/>
          </p:nvSpPr>
          <p:spPr>
            <a:xfrm flipH="1">
              <a:off x="5051424" y="6191250"/>
              <a:ext cx="142877"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8" name="Google Shape;1268;p80"/>
            <p:cNvSpPr/>
            <p:nvPr/>
          </p:nvSpPr>
          <p:spPr>
            <a:xfrm flipH="1">
              <a:off x="4365626" y="653732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69" name="Google Shape;1269;p80"/>
            <p:cNvSpPr/>
            <p:nvPr/>
          </p:nvSpPr>
          <p:spPr>
            <a:xfrm flipH="1">
              <a:off x="3101976" y="665162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0" name="Google Shape;1270;p80"/>
            <p:cNvSpPr/>
            <p:nvPr/>
          </p:nvSpPr>
          <p:spPr>
            <a:xfrm flipH="1">
              <a:off x="2755900" y="7108825"/>
              <a:ext cx="139701"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1" name="Google Shape;1271;p80"/>
            <p:cNvSpPr/>
            <p:nvPr/>
          </p:nvSpPr>
          <p:spPr>
            <a:xfrm flipH="1">
              <a:off x="574675" y="6305550"/>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2" name="Google Shape;1272;p80"/>
            <p:cNvSpPr/>
            <p:nvPr/>
          </p:nvSpPr>
          <p:spPr>
            <a:xfrm flipH="1">
              <a:off x="917575" y="5730875"/>
              <a:ext cx="139700"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3" name="Google Shape;1273;p80"/>
            <p:cNvSpPr/>
            <p:nvPr/>
          </p:nvSpPr>
          <p:spPr>
            <a:xfrm flipH="1">
              <a:off x="114300" y="5962650"/>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4" name="Google Shape;1274;p80"/>
            <p:cNvSpPr/>
            <p:nvPr/>
          </p:nvSpPr>
          <p:spPr>
            <a:xfrm flipH="1">
              <a:off x="3101976" y="4013200"/>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5" name="Google Shape;1275;p80"/>
            <p:cNvSpPr/>
            <p:nvPr/>
          </p:nvSpPr>
          <p:spPr>
            <a:xfrm flipH="1">
              <a:off x="3562350" y="4359275"/>
              <a:ext cx="139701"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6" name="Google Shape;1276;p80"/>
            <p:cNvSpPr/>
            <p:nvPr/>
          </p:nvSpPr>
          <p:spPr>
            <a:xfrm flipH="1">
              <a:off x="3330575" y="2867025"/>
              <a:ext cx="139701"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7" name="Google Shape;1277;p80"/>
            <p:cNvSpPr/>
            <p:nvPr/>
          </p:nvSpPr>
          <p:spPr>
            <a:xfrm flipH="1">
              <a:off x="2638424" y="2060575"/>
              <a:ext cx="142877"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8" name="Google Shape;1278;p80"/>
            <p:cNvSpPr/>
            <p:nvPr/>
          </p:nvSpPr>
          <p:spPr>
            <a:xfrm flipH="1">
              <a:off x="4940301" y="263842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79" name="Google Shape;1279;p80"/>
            <p:cNvSpPr/>
            <p:nvPr/>
          </p:nvSpPr>
          <p:spPr>
            <a:xfrm flipH="1">
              <a:off x="5743575" y="2060575"/>
              <a:ext cx="139701"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80" name="Google Shape;1280;p80"/>
            <p:cNvSpPr/>
            <p:nvPr/>
          </p:nvSpPr>
          <p:spPr>
            <a:xfrm flipH="1">
              <a:off x="7581900" y="2749550"/>
              <a:ext cx="139701"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81" name="Google Shape;1281;p80"/>
            <p:cNvSpPr/>
            <p:nvPr/>
          </p:nvSpPr>
          <p:spPr>
            <a:xfrm flipH="1">
              <a:off x="7239001" y="240982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82" name="Google Shape;1282;p80"/>
            <p:cNvSpPr/>
            <p:nvPr/>
          </p:nvSpPr>
          <p:spPr>
            <a:xfrm flipH="1">
              <a:off x="8153400" y="3095625"/>
              <a:ext cx="142877"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83" name="Google Shape;1283;p80"/>
            <p:cNvSpPr/>
            <p:nvPr/>
          </p:nvSpPr>
          <p:spPr>
            <a:xfrm flipH="1">
              <a:off x="5400676" y="4127500"/>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84" name="Google Shape;1284;p80"/>
            <p:cNvSpPr/>
            <p:nvPr/>
          </p:nvSpPr>
          <p:spPr>
            <a:xfrm flipH="1">
              <a:off x="4940301" y="3895725"/>
              <a:ext cx="136525"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85" name="Google Shape;1285;p80"/>
            <p:cNvSpPr/>
            <p:nvPr/>
          </p:nvSpPr>
          <p:spPr>
            <a:xfrm flipH="1">
              <a:off x="5168900" y="5045075"/>
              <a:ext cx="139701"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86" name="Google Shape;1286;p80"/>
            <p:cNvSpPr/>
            <p:nvPr/>
          </p:nvSpPr>
          <p:spPr>
            <a:xfrm flipH="1">
              <a:off x="7810501" y="4359275"/>
              <a:ext cx="136525" cy="136525"/>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1287" name="Google Shape;1287;p80"/>
          <p:cNvSpPr/>
          <p:nvPr/>
        </p:nvSpPr>
        <p:spPr>
          <a:xfrm>
            <a:off x="6737350" y="3171825"/>
            <a:ext cx="11598277" cy="9445625"/>
          </a:xfrm>
          <a:prstGeom prst="rect">
            <a:avLst/>
          </a:prstGeom>
          <a:solidFill>
            <a:srgbClr val="FFFFFF">
              <a:alpha val="745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nvGrpSpPr>
          <p:cNvPr id="1288" name="Google Shape;1288;p80"/>
          <p:cNvGrpSpPr/>
          <p:nvPr/>
        </p:nvGrpSpPr>
        <p:grpSpPr>
          <a:xfrm>
            <a:off x="8448676" y="7213600"/>
            <a:ext cx="993776" cy="1492250"/>
            <a:chOff x="0" y="0"/>
            <a:chExt cx="993775" cy="1492250"/>
          </a:xfrm>
        </p:grpSpPr>
        <p:pic>
          <p:nvPicPr>
            <p:cNvPr descr="kurtnaks_31263284" id="1289" name="Google Shape;1289;p80"/>
            <p:cNvPicPr preferRelativeResize="0"/>
            <p:nvPr/>
          </p:nvPicPr>
          <p:blipFill rotWithShape="1">
            <a:blip r:embed="rId19">
              <a:alphaModFix/>
            </a:blip>
            <a:srcRect b="0" l="0" r="0" t="0"/>
            <a:stretch/>
          </p:blipFill>
          <p:spPr>
            <a:xfrm>
              <a:off x="0" y="0"/>
              <a:ext cx="993775" cy="1492250"/>
            </a:xfrm>
            <a:prstGeom prst="rect">
              <a:avLst/>
            </a:prstGeom>
            <a:noFill/>
            <a:ln>
              <a:noFill/>
            </a:ln>
          </p:spPr>
        </p:pic>
        <p:sp>
          <p:nvSpPr>
            <p:cNvPr id="1290" name="Google Shape;1290;p80"/>
            <p:cNvSpPr/>
            <p:nvPr/>
          </p:nvSpPr>
          <p:spPr>
            <a:xfrm flipH="1">
              <a:off x="457198" y="231775"/>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91" name="Google Shape;1291;p80"/>
            <p:cNvSpPr/>
            <p:nvPr/>
          </p:nvSpPr>
          <p:spPr>
            <a:xfrm flipH="1">
              <a:off x="225423" y="803275"/>
              <a:ext cx="142877"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92" name="Google Shape;1292;p80"/>
            <p:cNvSpPr/>
            <p:nvPr/>
          </p:nvSpPr>
          <p:spPr>
            <a:xfrm flipH="1">
              <a:off x="574674" y="920750"/>
              <a:ext cx="139701" cy="133352"/>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93" name="Google Shape;1293;p80"/>
            <p:cNvSpPr/>
            <p:nvPr/>
          </p:nvSpPr>
          <p:spPr>
            <a:xfrm flipH="1">
              <a:off x="688975" y="571500"/>
              <a:ext cx="136525" cy="142877"/>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94" name="Google Shape;1294;p80"/>
            <p:cNvSpPr/>
            <p:nvPr/>
          </p:nvSpPr>
          <p:spPr>
            <a:xfrm flipH="1">
              <a:off x="114300" y="1146175"/>
              <a:ext cx="136525"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95" name="Google Shape;1295;p80"/>
            <p:cNvSpPr/>
            <p:nvPr/>
          </p:nvSpPr>
          <p:spPr>
            <a:xfrm flipH="1">
              <a:off x="457198" y="1260475"/>
              <a:ext cx="142877" cy="142877"/>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296" name="Google Shape;1296;p80"/>
            <p:cNvSpPr/>
            <p:nvPr/>
          </p:nvSpPr>
          <p:spPr>
            <a:xfrm flipH="1">
              <a:off x="806450" y="1146175"/>
              <a:ext cx="136525" cy="139700"/>
            </a:xfrm>
            <a:prstGeom prst="ellipse">
              <a:avLst/>
            </a:prstGeom>
            <a:solidFill>
              <a:srgbClr val="0000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1297" name="Google Shape;1297;p80"/>
          <p:cNvSpPr/>
          <p:nvPr/>
        </p:nvSpPr>
        <p:spPr>
          <a:xfrm>
            <a:off x="8121650" y="7010400"/>
            <a:ext cx="1612900" cy="1920876"/>
          </a:xfrm>
          <a:prstGeom prst="rect">
            <a:avLst/>
          </a:prstGeom>
          <a:noFill/>
          <a:ln cap="flat" cmpd="sng" w="50800">
            <a:solidFill>
              <a:srgbClr val="0000FF"/>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nvGrpSpPr>
          <p:cNvPr id="1298" name="Google Shape;1298;p80"/>
          <p:cNvGrpSpPr/>
          <p:nvPr/>
        </p:nvGrpSpPr>
        <p:grpSpPr>
          <a:xfrm>
            <a:off x="15338425" y="9737725"/>
            <a:ext cx="1000126" cy="1492251"/>
            <a:chOff x="0" y="0"/>
            <a:chExt cx="1000125" cy="1492250"/>
          </a:xfrm>
        </p:grpSpPr>
        <p:pic>
          <p:nvPicPr>
            <p:cNvPr descr="kurtnaks_31264738" id="1299" name="Google Shape;1299;p80"/>
            <p:cNvPicPr preferRelativeResize="0"/>
            <p:nvPr/>
          </p:nvPicPr>
          <p:blipFill rotWithShape="1">
            <a:blip r:embed="rId20">
              <a:alphaModFix/>
            </a:blip>
            <a:srcRect b="0" l="0" r="0" t="0"/>
            <a:stretch/>
          </p:blipFill>
          <p:spPr>
            <a:xfrm>
              <a:off x="0" y="0"/>
              <a:ext cx="1000125" cy="1492250"/>
            </a:xfrm>
            <a:prstGeom prst="rect">
              <a:avLst/>
            </a:prstGeom>
            <a:noFill/>
            <a:ln>
              <a:noFill/>
            </a:ln>
          </p:spPr>
        </p:pic>
        <p:sp>
          <p:nvSpPr>
            <p:cNvPr id="1300" name="Google Shape;1300;p80"/>
            <p:cNvSpPr/>
            <p:nvPr/>
          </p:nvSpPr>
          <p:spPr>
            <a:xfrm flipH="1">
              <a:off x="346075" y="342900"/>
              <a:ext cx="136525" cy="139700"/>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301" name="Google Shape;1301;p80"/>
            <p:cNvSpPr/>
            <p:nvPr/>
          </p:nvSpPr>
          <p:spPr>
            <a:xfrm flipH="1">
              <a:off x="806449" y="688975"/>
              <a:ext cx="139701" cy="136525"/>
            </a:xfrm>
            <a:prstGeom prst="ellipse">
              <a:avLst/>
            </a:prstGeom>
            <a:solidFill>
              <a:srgbClr val="FF00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302" name="Google Shape;1302;p80"/>
            <p:cNvSpPr/>
            <p:nvPr/>
          </p:nvSpPr>
          <p:spPr>
            <a:xfrm flipH="1">
              <a:off x="463550" y="688975"/>
              <a:ext cx="136525" cy="136525"/>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303" name="Google Shape;1303;p80"/>
            <p:cNvSpPr/>
            <p:nvPr/>
          </p:nvSpPr>
          <p:spPr>
            <a:xfrm flipH="1">
              <a:off x="117474" y="914400"/>
              <a:ext cx="139701" cy="139700"/>
            </a:xfrm>
            <a:prstGeom prst="ellipse">
              <a:avLst/>
            </a:prstGeom>
            <a:solidFill>
              <a:srgbClr val="00FF00"/>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1304" name="Google Shape;1304;p80"/>
          <p:cNvSpPr/>
          <p:nvPr/>
        </p:nvSpPr>
        <p:spPr>
          <a:xfrm>
            <a:off x="15033625" y="9547225"/>
            <a:ext cx="1612900" cy="1920875"/>
          </a:xfrm>
          <a:prstGeom prst="rect">
            <a:avLst/>
          </a:prstGeom>
          <a:noFill/>
          <a:ln cap="flat" cmpd="sng" w="50800">
            <a:solidFill>
              <a:srgbClr val="0000FF"/>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305" name="Google Shape;1305;p80"/>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1306" name="Google Shape;1306;p80"/>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500"/>
                                        <p:tgtEl>
                                          <p:spTgt spid="12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500"/>
                                        <p:tgtEl>
                                          <p:spTgt spid="1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81"/>
          <p:cNvSpPr txBox="1"/>
          <p:nvPr>
            <p:ph type="title"/>
          </p:nvPr>
        </p:nvSpPr>
        <p:spPr>
          <a:xfrm>
            <a:off x="3962400" y="295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624"/>
              <a:buFont typeface="Helvetica Neue"/>
              <a:buNone/>
            </a:pPr>
            <a:r>
              <a:rPr lang="en-US" sz="8624">
                <a:latin typeface="Helvetica Neue"/>
                <a:ea typeface="Helvetica Neue"/>
                <a:cs typeface="Helvetica Neue"/>
                <a:sym typeface="Helvetica Neue"/>
              </a:rPr>
              <a:t>Is SfM always uniquely solvable?</a:t>
            </a:r>
            <a:endParaRPr/>
          </a:p>
        </p:txBody>
      </p:sp>
      <p:sp>
        <p:nvSpPr>
          <p:cNvPr id="1312" name="Google Shape;1312;p81"/>
          <p:cNvSpPr txBox="1"/>
          <p:nvPr>
            <p:ph idx="1" type="body"/>
          </p:nvPr>
        </p:nvSpPr>
        <p:spPr>
          <a:xfrm>
            <a:off x="3962400" y="2523068"/>
            <a:ext cx="16459200" cy="1524001"/>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5900"/>
              <a:buFont typeface="Arial"/>
              <a:buNone/>
            </a:pPr>
            <a:r>
              <a:rPr lang="en-US" sz="5900">
                <a:latin typeface="Helvetica Neue Light"/>
                <a:ea typeface="Helvetica Neue Light"/>
                <a:cs typeface="Helvetica Neue Light"/>
                <a:sym typeface="Helvetica Neue Light"/>
              </a:rPr>
              <a:t>No. Consider the Necker cube:</a:t>
            </a:r>
            <a:endParaRPr/>
          </a:p>
        </p:txBody>
      </p:sp>
      <p:pic>
        <p:nvPicPr>
          <p:cNvPr descr="Picture 2" id="1313" name="Google Shape;1313;p81"/>
          <p:cNvPicPr preferRelativeResize="0"/>
          <p:nvPr/>
        </p:nvPicPr>
        <p:blipFill rotWithShape="1">
          <a:blip r:embed="rId3">
            <a:alphaModFix/>
          </a:blip>
          <a:srcRect b="0" l="0" r="0" t="0"/>
          <a:stretch/>
        </p:blipFill>
        <p:spPr>
          <a:xfrm>
            <a:off x="5888042" y="3718626"/>
            <a:ext cx="12607916" cy="9455939"/>
          </a:xfrm>
          <a:prstGeom prst="rect">
            <a:avLst/>
          </a:prstGeom>
          <a:noFill/>
          <a:ln>
            <a:noFill/>
          </a:ln>
        </p:spPr>
      </p:pic>
      <p:sp>
        <p:nvSpPr>
          <p:cNvPr id="1314" name="Google Shape;1314;p81"/>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82"/>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Is SfM always uniquely solvable?</a:t>
            </a:r>
            <a:endParaRPr/>
          </a:p>
        </p:txBody>
      </p:sp>
      <p:sp>
        <p:nvSpPr>
          <p:cNvPr id="1320" name="Google Shape;1320;p82"/>
          <p:cNvSpPr txBox="1"/>
          <p:nvPr>
            <p:ph idx="1" type="body"/>
          </p:nvPr>
        </p:nvSpPr>
        <p:spPr>
          <a:xfrm>
            <a:off x="999066" y="3185622"/>
            <a:ext cx="16459201" cy="1524001"/>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6400"/>
              <a:buFont typeface="Arial"/>
              <a:buNone/>
            </a:pPr>
            <a:r>
              <a:rPr lang="en-US">
                <a:latin typeface="Helvetica Neue"/>
                <a:ea typeface="Helvetica Neue"/>
                <a:cs typeface="Helvetica Neue"/>
                <a:sym typeface="Helvetica Neue"/>
              </a:rPr>
              <a:t>Two interpretations:</a:t>
            </a:r>
            <a:endParaRPr/>
          </a:p>
        </p:txBody>
      </p:sp>
      <p:pic>
        <p:nvPicPr>
          <p:cNvPr descr="Image" id="1321" name="Google Shape;1321;p82"/>
          <p:cNvPicPr preferRelativeResize="0"/>
          <p:nvPr/>
        </p:nvPicPr>
        <p:blipFill rotWithShape="1">
          <a:blip r:embed="rId3">
            <a:alphaModFix/>
          </a:blip>
          <a:srcRect b="0" l="0" r="0" t="0"/>
          <a:stretch/>
        </p:blipFill>
        <p:spPr>
          <a:xfrm>
            <a:off x="703953" y="4522987"/>
            <a:ext cx="7805304" cy="7024774"/>
          </a:xfrm>
          <a:prstGeom prst="rect">
            <a:avLst/>
          </a:prstGeom>
          <a:noFill/>
          <a:ln>
            <a:noFill/>
          </a:ln>
        </p:spPr>
      </p:pic>
      <p:grpSp>
        <p:nvGrpSpPr>
          <p:cNvPr id="1322" name="Google Shape;1322;p82"/>
          <p:cNvGrpSpPr/>
          <p:nvPr/>
        </p:nvGrpSpPr>
        <p:grpSpPr>
          <a:xfrm>
            <a:off x="8682487" y="5031095"/>
            <a:ext cx="7201269" cy="7742747"/>
            <a:chOff x="0" y="0"/>
            <a:chExt cx="7201267" cy="7742745"/>
          </a:xfrm>
        </p:grpSpPr>
        <p:pic>
          <p:nvPicPr>
            <p:cNvPr descr="Image" id="1323" name="Google Shape;1323;p82"/>
            <p:cNvPicPr preferRelativeResize="0"/>
            <p:nvPr/>
          </p:nvPicPr>
          <p:blipFill rotWithShape="1">
            <a:blip r:embed="rId4">
              <a:alphaModFix/>
            </a:blip>
            <a:srcRect b="0" l="0" r="0" t="0"/>
            <a:stretch/>
          </p:blipFill>
          <p:spPr>
            <a:xfrm>
              <a:off x="0" y="0"/>
              <a:ext cx="7201267" cy="6008558"/>
            </a:xfrm>
            <a:prstGeom prst="rect">
              <a:avLst/>
            </a:prstGeom>
            <a:noFill/>
            <a:ln>
              <a:noFill/>
            </a:ln>
          </p:spPr>
        </p:pic>
        <p:sp>
          <p:nvSpPr>
            <p:cNvPr id="1324" name="Google Shape;1324;p82"/>
            <p:cNvSpPr/>
            <p:nvPr/>
          </p:nvSpPr>
          <p:spPr>
            <a:xfrm>
              <a:off x="534862" y="6593769"/>
              <a:ext cx="5104745" cy="1148976"/>
            </a:xfrm>
            <a:custGeom>
              <a:rect b="b" l="l" r="r" t="t"/>
              <a:pathLst>
                <a:path extrusionOk="0" h="21428" w="21600">
                  <a:moveTo>
                    <a:pt x="21600" y="0"/>
                  </a:moveTo>
                  <a:cubicBezTo>
                    <a:pt x="18828" y="13785"/>
                    <a:pt x="14837" y="21600"/>
                    <a:pt x="10659" y="21425"/>
                  </a:cubicBezTo>
                  <a:cubicBezTo>
                    <a:pt x="6578" y="21254"/>
                    <a:pt x="2705" y="13469"/>
                    <a:pt x="0" y="0"/>
                  </a:cubicBezTo>
                </a:path>
              </a:pathLst>
            </a:custGeom>
            <a:noFill/>
            <a:ln cap="flat" cmpd="sng" w="76200">
              <a:solidFill>
                <a:srgbClr val="000000"/>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grpSp>
      <p:grpSp>
        <p:nvGrpSpPr>
          <p:cNvPr id="1325" name="Google Shape;1325;p82"/>
          <p:cNvGrpSpPr/>
          <p:nvPr/>
        </p:nvGrpSpPr>
        <p:grpSpPr>
          <a:xfrm>
            <a:off x="16478780" y="5031095"/>
            <a:ext cx="7454087" cy="7831145"/>
            <a:chOff x="0" y="0"/>
            <a:chExt cx="7454086" cy="7831143"/>
          </a:xfrm>
        </p:grpSpPr>
        <p:pic>
          <p:nvPicPr>
            <p:cNvPr descr="Image" id="1326" name="Google Shape;1326;p82"/>
            <p:cNvPicPr preferRelativeResize="0"/>
            <p:nvPr/>
          </p:nvPicPr>
          <p:blipFill rotWithShape="1">
            <a:blip r:embed="rId5">
              <a:alphaModFix/>
            </a:blip>
            <a:srcRect b="0" l="0" r="0" t="0"/>
            <a:stretch/>
          </p:blipFill>
          <p:spPr>
            <a:xfrm>
              <a:off x="0" y="0"/>
              <a:ext cx="7201266" cy="6008558"/>
            </a:xfrm>
            <a:prstGeom prst="rect">
              <a:avLst/>
            </a:prstGeom>
            <a:noFill/>
            <a:ln>
              <a:noFill/>
            </a:ln>
          </p:spPr>
        </p:pic>
        <p:sp>
          <p:nvSpPr>
            <p:cNvPr id="1327" name="Google Shape;1327;p82"/>
            <p:cNvSpPr/>
            <p:nvPr/>
          </p:nvSpPr>
          <p:spPr>
            <a:xfrm rot="-1170496">
              <a:off x="2546210" y="6062934"/>
              <a:ext cx="4884302" cy="980823"/>
            </a:xfrm>
            <a:custGeom>
              <a:rect b="b" l="l" r="r" t="t"/>
              <a:pathLst>
                <a:path extrusionOk="0" h="21428" w="21600">
                  <a:moveTo>
                    <a:pt x="21600" y="0"/>
                  </a:moveTo>
                  <a:cubicBezTo>
                    <a:pt x="18828" y="13785"/>
                    <a:pt x="14837" y="21600"/>
                    <a:pt x="10659" y="21425"/>
                  </a:cubicBezTo>
                  <a:cubicBezTo>
                    <a:pt x="6578" y="21254"/>
                    <a:pt x="2705" y="13469"/>
                    <a:pt x="0" y="0"/>
                  </a:cubicBezTo>
                </a:path>
              </a:pathLst>
            </a:custGeom>
            <a:noFill/>
            <a:ln cap="flat" cmpd="sng" w="76200">
              <a:solidFill>
                <a:srgbClr val="000000"/>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grpSp>
      <p:sp>
        <p:nvSpPr>
          <p:cNvPr id="1328" name="Google Shape;1328;p82"/>
          <p:cNvSpPr txBox="1"/>
          <p:nvPr/>
        </p:nvSpPr>
        <p:spPr>
          <a:xfrm>
            <a:off x="351874" y="13035725"/>
            <a:ext cx="4139185" cy="54775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000"/>
              <a:buFont typeface="Helvetica Neue Light"/>
              <a:buNone/>
            </a:pPr>
            <a:r>
              <a:rPr b="0" i="0" lang="en-US" sz="3000" u="none" cap="none" strike="noStrike">
                <a:solidFill>
                  <a:srgbClr val="000000"/>
                </a:solidFill>
                <a:latin typeface="Helvetica Neue Light"/>
                <a:ea typeface="Helvetica Neue Light"/>
                <a:cs typeface="Helvetica Neue Light"/>
                <a:sym typeface="Helvetica Neue Light"/>
              </a:rPr>
              <a:t>Image source: Wikipedia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8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rPr lang="en-US" sz="8800">
                <a:latin typeface="Calibri"/>
                <a:ea typeface="Calibri"/>
                <a:cs typeface="Calibri"/>
                <a:sym typeface="Calibri"/>
              </a:rPr>
              <a:t>Can also reconstruct from video</a:t>
            </a:r>
            <a:endParaRPr/>
          </a:p>
        </p:txBody>
      </p:sp>
      <p:pic>
        <p:nvPicPr>
          <p:cNvPr descr="Picture 2" id="1334" name="Google Shape;1334;p83"/>
          <p:cNvPicPr preferRelativeResize="0"/>
          <p:nvPr/>
        </p:nvPicPr>
        <p:blipFill rotWithShape="1">
          <a:blip r:embed="rId3">
            <a:alphaModFix/>
          </a:blip>
          <a:srcRect b="0" l="0" r="0" t="0"/>
          <a:stretch/>
        </p:blipFill>
        <p:spPr>
          <a:xfrm>
            <a:off x="6201623" y="3200400"/>
            <a:ext cx="12801601" cy="9601200"/>
          </a:xfrm>
          <a:prstGeom prst="rect">
            <a:avLst/>
          </a:prstGeom>
          <a:noFill/>
          <a:ln>
            <a:noFill/>
          </a:ln>
        </p:spPr>
      </p:pic>
      <p:sp>
        <p:nvSpPr>
          <p:cNvPr id="1335" name="Google Shape;1335;p83"/>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84"/>
          <p:cNvSpPr txBox="1"/>
          <p:nvPr>
            <p:ph type="title"/>
          </p:nvPr>
        </p:nvSpPr>
        <p:spPr>
          <a:xfrm>
            <a:off x="2118600" y="185850"/>
            <a:ext cx="20146800" cy="3900600"/>
          </a:xfrm>
          <a:prstGeom prst="rect">
            <a:avLst/>
          </a:prstGeom>
          <a:noFill/>
          <a:ln>
            <a:noFill/>
          </a:ln>
        </p:spPr>
        <p:txBody>
          <a:bodyPr anchorCtr="0" anchor="ctr" bIns="91375" lIns="91375" spcFirstLastPara="1" rIns="91375" wrap="square" tIns="91375">
            <a:normAutofit/>
          </a:bodyPr>
          <a:lstStyle/>
          <a:p>
            <a:pPr indent="0" lvl="0" marL="0" marR="0" rtl="0" algn="ctr">
              <a:lnSpc>
                <a:spcPct val="100000"/>
              </a:lnSpc>
              <a:spcBef>
                <a:spcPts val="0"/>
              </a:spcBef>
              <a:spcAft>
                <a:spcPts val="0"/>
              </a:spcAft>
              <a:buClr>
                <a:srgbClr val="000000"/>
              </a:buClr>
              <a:buSzPts val="6400"/>
              <a:buFont typeface="Calibri"/>
              <a:buNone/>
            </a:pPr>
            <a:r>
              <a:rPr lang="en-US" sz="6400"/>
              <a:t>Applications: Visual Reality &amp; Augmented Reality </a:t>
            </a:r>
            <a:endParaRPr/>
          </a:p>
        </p:txBody>
      </p:sp>
      <p:pic>
        <p:nvPicPr>
          <p:cNvPr descr="Shape 1526" id="1341" name="Google Shape;1341;p84"/>
          <p:cNvPicPr preferRelativeResize="0"/>
          <p:nvPr/>
        </p:nvPicPr>
        <p:blipFill rotWithShape="1">
          <a:blip r:embed="rId3">
            <a:alphaModFix/>
          </a:blip>
          <a:srcRect b="0" l="0" r="0" t="0"/>
          <a:stretch/>
        </p:blipFill>
        <p:spPr>
          <a:xfrm>
            <a:off x="3382552" y="3454871"/>
            <a:ext cx="7992000" cy="5268253"/>
          </a:xfrm>
          <a:prstGeom prst="rect">
            <a:avLst/>
          </a:prstGeom>
          <a:noFill/>
          <a:ln>
            <a:noFill/>
          </a:ln>
        </p:spPr>
      </p:pic>
      <p:pic>
        <p:nvPicPr>
          <p:cNvPr descr="Shape 1528" id="1342" name="Google Shape;1342;p84"/>
          <p:cNvPicPr preferRelativeResize="0"/>
          <p:nvPr/>
        </p:nvPicPr>
        <p:blipFill rotWithShape="1">
          <a:blip r:embed="rId4">
            <a:alphaModFix/>
          </a:blip>
          <a:srcRect b="0" l="0" r="0" t="0"/>
          <a:stretch/>
        </p:blipFill>
        <p:spPr>
          <a:xfrm>
            <a:off x="12191997" y="3454871"/>
            <a:ext cx="8598503" cy="5268252"/>
          </a:xfrm>
          <a:prstGeom prst="rect">
            <a:avLst/>
          </a:prstGeom>
          <a:noFill/>
          <a:ln>
            <a:noFill/>
          </a:ln>
        </p:spPr>
      </p:pic>
      <p:grpSp>
        <p:nvGrpSpPr>
          <p:cNvPr id="1343" name="Google Shape;1343;p84"/>
          <p:cNvGrpSpPr/>
          <p:nvPr/>
        </p:nvGrpSpPr>
        <p:grpSpPr>
          <a:xfrm>
            <a:off x="12178349" y="9463198"/>
            <a:ext cx="8991600" cy="1660762"/>
            <a:chOff x="0" y="-52386"/>
            <a:chExt cx="8991600" cy="1660762"/>
          </a:xfrm>
        </p:grpSpPr>
        <p:sp>
          <p:nvSpPr>
            <p:cNvPr id="1344" name="Google Shape;1344;p84"/>
            <p:cNvSpPr txBox="1"/>
            <p:nvPr/>
          </p:nvSpPr>
          <p:spPr>
            <a:xfrm>
              <a:off x="1299247" y="-52386"/>
              <a:ext cx="6000000" cy="1108200"/>
            </a:xfrm>
            <a:prstGeom prst="rect">
              <a:avLst/>
            </a:prstGeom>
            <a:noFill/>
            <a:ln>
              <a:noFill/>
            </a:ln>
          </p:spPr>
          <p:txBody>
            <a:bodyPr anchorCtr="0" anchor="ctr" bIns="182825" lIns="182825" spcFirstLastPara="1" rIns="182825" wrap="square" tIns="182825">
              <a:spAutoFit/>
            </a:bodyPr>
            <a:lstStyle/>
            <a:p>
              <a:pPr indent="0" lvl="0" marL="0" marR="0" rtl="0" algn="ctr">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Hololens</a:t>
              </a:r>
              <a:endParaRPr/>
            </a:p>
          </p:txBody>
        </p:sp>
        <p:sp>
          <p:nvSpPr>
            <p:cNvPr id="1345" name="Google Shape;1345;p84"/>
            <p:cNvSpPr txBox="1"/>
            <p:nvPr/>
          </p:nvSpPr>
          <p:spPr>
            <a:xfrm>
              <a:off x="0" y="746476"/>
              <a:ext cx="8991600" cy="861900"/>
            </a:xfrm>
            <a:prstGeom prst="rect">
              <a:avLst/>
            </a:prstGeom>
            <a:noFill/>
            <a:ln>
              <a:noFill/>
            </a:ln>
          </p:spPr>
          <p:txBody>
            <a:bodyPr anchorCtr="0" anchor="ctr" bIns="182825" lIns="182825" spcFirstLastPara="1" rIns="182825" wrap="square" tIns="182825">
              <a:spAutoFit/>
            </a:bodyPr>
            <a:lstStyle/>
            <a:p>
              <a:pPr indent="0" lvl="0" marL="0" marR="0" rtl="0" algn="l">
                <a:lnSpc>
                  <a:spcPct val="100000"/>
                </a:lnSpc>
                <a:spcBef>
                  <a:spcPts val="0"/>
                </a:spcBef>
                <a:spcAft>
                  <a:spcPts val="0"/>
                </a:spcAft>
                <a:buClr>
                  <a:srgbClr val="0000FF"/>
                </a:buClr>
                <a:buSzPts val="3200"/>
                <a:buFont typeface="Calibri"/>
                <a:buNone/>
              </a:pPr>
              <a:r>
                <a:rPr b="0" i="0" lang="en-US" sz="3200" u="sng" cap="none" strike="noStrike">
                  <a:solidFill>
                    <a:srgbClr val="0000FF"/>
                  </a:solidFill>
                  <a:latin typeface="Calibri"/>
                  <a:ea typeface="Calibri"/>
                  <a:cs typeface="Calibri"/>
                  <a:sym typeface="Calibri"/>
                  <a:hlinkClick r:id="rId5">
                    <a:extLst>
                      <a:ext uri="{A12FA001-AC4F-418D-AE19-62706E023703}">
                        <ahyp:hlinkClr val="tx"/>
                      </a:ext>
                    </a:extLst>
                  </a:hlinkClick>
                </a:rPr>
                <a:t>https://www.youtube.com/watch?v=FMtvrTGnP04</a:t>
              </a:r>
              <a:endParaRPr/>
            </a:p>
          </p:txBody>
        </p:sp>
      </p:grpSp>
      <p:grpSp>
        <p:nvGrpSpPr>
          <p:cNvPr id="1346" name="Google Shape;1346;p84"/>
          <p:cNvGrpSpPr/>
          <p:nvPr/>
        </p:nvGrpSpPr>
        <p:grpSpPr>
          <a:xfrm>
            <a:off x="3382550" y="9432477"/>
            <a:ext cx="8657100" cy="1715516"/>
            <a:chOff x="0" y="-52386"/>
            <a:chExt cx="8657100" cy="1715516"/>
          </a:xfrm>
        </p:grpSpPr>
        <p:sp>
          <p:nvSpPr>
            <p:cNvPr id="1347" name="Google Shape;1347;p84"/>
            <p:cNvSpPr txBox="1"/>
            <p:nvPr/>
          </p:nvSpPr>
          <p:spPr>
            <a:xfrm>
              <a:off x="1636823" y="-52386"/>
              <a:ext cx="5383500" cy="1108200"/>
            </a:xfrm>
            <a:prstGeom prst="rect">
              <a:avLst/>
            </a:prstGeom>
            <a:noFill/>
            <a:ln>
              <a:noFill/>
            </a:ln>
          </p:spPr>
          <p:txBody>
            <a:bodyPr anchorCtr="0" anchor="ctr" bIns="182825" lIns="182825" spcFirstLastPara="1" rIns="182825" wrap="square" tIns="182825">
              <a:spAutoFit/>
            </a:bodyPr>
            <a:lstStyle/>
            <a:p>
              <a:pPr indent="0" lvl="0" marL="0" marR="0" rtl="0" algn="ctr">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Oculus</a:t>
              </a:r>
              <a:endParaRPr/>
            </a:p>
          </p:txBody>
        </p:sp>
        <p:sp>
          <p:nvSpPr>
            <p:cNvPr id="1348" name="Google Shape;1348;p84"/>
            <p:cNvSpPr txBox="1"/>
            <p:nvPr/>
          </p:nvSpPr>
          <p:spPr>
            <a:xfrm>
              <a:off x="0" y="801230"/>
              <a:ext cx="8657100" cy="861900"/>
            </a:xfrm>
            <a:prstGeom prst="rect">
              <a:avLst/>
            </a:prstGeom>
            <a:noFill/>
            <a:ln>
              <a:noFill/>
            </a:ln>
          </p:spPr>
          <p:txBody>
            <a:bodyPr anchorCtr="0" anchor="ctr" bIns="182825" lIns="182825" spcFirstLastPara="1" rIns="182825" wrap="square" tIns="182825">
              <a:spAutoFit/>
            </a:bodyPr>
            <a:lstStyle/>
            <a:p>
              <a:pPr indent="0" lvl="0" marL="0" marR="0" rtl="0" algn="l">
                <a:lnSpc>
                  <a:spcPct val="100000"/>
                </a:lnSpc>
                <a:spcBef>
                  <a:spcPts val="0"/>
                </a:spcBef>
                <a:spcAft>
                  <a:spcPts val="0"/>
                </a:spcAft>
                <a:buClr>
                  <a:srgbClr val="0000FF"/>
                </a:buClr>
                <a:buSzPts val="3200"/>
                <a:buFont typeface="Calibri"/>
                <a:buNone/>
              </a:pPr>
              <a:r>
                <a:rPr b="0" i="0" lang="en-US" sz="3200" u="sng" cap="none" strike="noStrike">
                  <a:solidFill>
                    <a:srgbClr val="0000FF"/>
                  </a:solidFill>
                  <a:latin typeface="Calibri"/>
                  <a:ea typeface="Calibri"/>
                  <a:cs typeface="Calibri"/>
                  <a:sym typeface="Calibri"/>
                  <a:hlinkClick r:id="rId6">
                    <a:extLst>
                      <a:ext uri="{A12FA001-AC4F-418D-AE19-62706E023703}">
                        <ahyp:hlinkClr val="tx"/>
                      </a:ext>
                    </a:extLst>
                  </a:hlinkClick>
                </a:rPr>
                <a:t>https://www.youtube.com/watch?v=KOG7yTz1iTA</a:t>
              </a:r>
              <a:r>
                <a:rPr b="0" i="0" lang="en-US" sz="3200" u="none" cap="none" strike="noStrike">
                  <a:solidFill>
                    <a:srgbClr val="000000"/>
                  </a:solidFill>
                  <a:latin typeface="Calibri"/>
                  <a:ea typeface="Calibri"/>
                  <a:cs typeface="Calibri"/>
                  <a:sym typeface="Calibri"/>
                </a:rPr>
                <a:t> </a:t>
              </a:r>
              <a:endParaRPr/>
            </a:p>
          </p:txBody>
        </p:sp>
      </p:grpSp>
      <p:sp>
        <p:nvSpPr>
          <p:cNvPr id="1349" name="Google Shape;1349;p84"/>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85"/>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7200"/>
              <a:buFont typeface="Calibri"/>
              <a:buNone/>
            </a:pPr>
            <a:r>
              <a:rPr lang="en-US" sz="7200"/>
              <a:t>Application: Simultaneous localization and mapping (SLAM)</a:t>
            </a:r>
            <a:endParaRPr/>
          </a:p>
        </p:txBody>
      </p:sp>
      <p:pic>
        <p:nvPicPr>
          <p:cNvPr descr="Picture 4" id="1355" name="Google Shape;1355;p85"/>
          <p:cNvPicPr preferRelativeResize="0"/>
          <p:nvPr/>
        </p:nvPicPr>
        <p:blipFill rotWithShape="1">
          <a:blip r:embed="rId3">
            <a:alphaModFix/>
          </a:blip>
          <a:srcRect b="0" l="0" r="0" t="0"/>
          <a:stretch/>
        </p:blipFill>
        <p:spPr>
          <a:xfrm>
            <a:off x="7010400" y="3943350"/>
            <a:ext cx="10363200" cy="5829300"/>
          </a:xfrm>
          <a:prstGeom prst="rect">
            <a:avLst/>
          </a:prstGeom>
          <a:noFill/>
          <a:ln>
            <a:noFill/>
          </a:ln>
        </p:spPr>
      </p:pic>
      <p:sp>
        <p:nvSpPr>
          <p:cNvPr id="1356" name="Google Shape;1356;p85"/>
          <p:cNvSpPr txBox="1"/>
          <p:nvPr/>
        </p:nvSpPr>
        <p:spPr>
          <a:xfrm>
            <a:off x="4663440" y="10058400"/>
            <a:ext cx="14752320" cy="26981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Scape: Building the ‘AR Cloud’: Part Three —3D Maps, the Digital Scaffolding of the 21st Century</a:t>
            </a:r>
            <a:endParaRPr/>
          </a:p>
          <a:p>
            <a:pPr indent="0" lvl="0" marL="0" marR="0" rtl="0" algn="l">
              <a:lnSpc>
                <a:spcPct val="100000"/>
              </a:lnSpc>
              <a:spcBef>
                <a:spcPts val="0"/>
              </a:spcBef>
              <a:spcAft>
                <a:spcPts val="0"/>
              </a:spcAft>
              <a:buClr>
                <a:srgbClr val="0000FF"/>
              </a:buClr>
              <a:buSzPts val="3600"/>
              <a:buFont typeface="Calibri"/>
              <a:buNone/>
            </a:pPr>
            <a:r>
              <a:rPr b="0" i="0" lang="en-US" sz="3600" u="sng" cap="none" strike="noStrike">
                <a:solidFill>
                  <a:srgbClr val="0000FF"/>
                </a:solidFill>
                <a:latin typeface="Calibri"/>
                <a:ea typeface="Calibri"/>
                <a:cs typeface="Calibri"/>
                <a:sym typeface="Calibri"/>
                <a:hlinkClick r:id="rId4">
                  <a:extLst>
                    <a:ext uri="{A12FA001-AC4F-418D-AE19-62706E023703}">
                      <ahyp:hlinkClr val="tx"/>
                    </a:ext>
                  </a:extLst>
                </a:hlinkClick>
              </a:rPr>
              <a:t>https://medium.com/scape-technologies/building-the-ar-cloud-part-three-3d-maps-the-digital-scaffolding-of-the-21st-century-465fa55782dd</a:t>
            </a:r>
            <a:endParaRPr/>
          </a:p>
        </p:txBody>
      </p:sp>
      <p:sp>
        <p:nvSpPr>
          <p:cNvPr id="1357" name="Google Shape;1357;p85"/>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86"/>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Today</a:t>
            </a:r>
            <a:endParaRPr/>
          </a:p>
        </p:txBody>
      </p:sp>
      <p:sp>
        <p:nvSpPr>
          <p:cNvPr id="1363" name="Google Shape;1363;p86"/>
          <p:cNvSpPr txBox="1"/>
          <p:nvPr>
            <p:ph idx="1" type="body"/>
          </p:nvPr>
        </p:nvSpPr>
        <p:spPr>
          <a:xfrm>
            <a:off x="795866" y="3166533"/>
            <a:ext cx="23063201" cy="9051927"/>
          </a:xfrm>
          <a:prstGeom prst="rect">
            <a:avLst/>
          </a:prstGeom>
          <a:noFill/>
          <a:ln>
            <a:noFill/>
          </a:ln>
        </p:spPr>
        <p:txBody>
          <a:bodyPr anchorCtr="0" anchor="t" bIns="91425" lIns="91425" spcFirstLastPara="1" rIns="91425" wrap="square" tIns="91425">
            <a:normAutofit/>
          </a:bodyPr>
          <a:lstStyle/>
          <a:p>
            <a:pPr indent="-1142999" lvl="0" marL="1142999" rtl="0" algn="l">
              <a:lnSpc>
                <a:spcPct val="100000"/>
              </a:lnSpc>
              <a:spcBef>
                <a:spcPts val="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Structure from motion</a:t>
            </a:r>
            <a:endParaRPr/>
          </a:p>
          <a:p>
            <a:pPr indent="-1142999" lvl="0" marL="1142999" rtl="0" algn="l">
              <a:lnSpc>
                <a:spcPct val="100000"/>
              </a:lnSpc>
              <a:spcBef>
                <a:spcPts val="1500"/>
              </a:spcBef>
              <a:spcAft>
                <a:spcPts val="0"/>
              </a:spcAft>
              <a:buClr>
                <a:srgbClr val="000000"/>
              </a:buClr>
              <a:buSzPts val="7100"/>
              <a:buFont typeface="Helvetica Neue"/>
              <a:buChar char="•"/>
            </a:pPr>
            <a:r>
              <a:rPr b="1" lang="en-US" sz="7100"/>
              <a:t>Multi-view stereo</a:t>
            </a:r>
            <a:endParaRPr/>
          </a:p>
          <a:p>
            <a:pPr indent="-1142999" lvl="0" marL="1142999" rtl="0" algn="l">
              <a:lnSpc>
                <a:spcPct val="100000"/>
              </a:lnSpc>
              <a:spcBef>
                <a:spcPts val="150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Stereo matching algorithms</a:t>
            </a:r>
            <a:endParaRPr/>
          </a:p>
        </p:txBody>
      </p:sp>
      <p:sp>
        <p:nvSpPr>
          <p:cNvPr id="1364" name="Google Shape;1364;p86"/>
          <p:cNvSpPr txBox="1"/>
          <p:nvPr>
            <p:ph idx="12" type="sldNum"/>
          </p:nvPr>
        </p:nvSpPr>
        <p:spPr>
          <a:xfrm>
            <a:off x="19830592" y="12490450"/>
            <a:ext cx="591009" cy="604724"/>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87"/>
          <p:cNvSpPr txBox="1"/>
          <p:nvPr>
            <p:ph type="title"/>
          </p:nvPr>
        </p:nvSpPr>
        <p:spPr>
          <a:xfrm>
            <a:off x="3962400" y="-85724"/>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9000"/>
              <a:buFont typeface="Helvetica Neue"/>
              <a:buNone/>
            </a:pPr>
            <a:r>
              <a:rPr lang="en-US" sz="9000">
                <a:latin typeface="Helvetica Neue"/>
                <a:ea typeface="Helvetica Neue"/>
                <a:cs typeface="Helvetica Neue"/>
                <a:sym typeface="Helvetica Neue"/>
              </a:rPr>
              <a:t>Multi-view stereo</a:t>
            </a:r>
            <a:endParaRPr/>
          </a:p>
        </p:txBody>
      </p:sp>
      <p:sp>
        <p:nvSpPr>
          <p:cNvPr id="1370" name="Google Shape;1370;p87"/>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pic>
        <p:nvPicPr>
          <p:cNvPr descr="Image" id="1371" name="Google Shape;1371;p87"/>
          <p:cNvPicPr preferRelativeResize="0"/>
          <p:nvPr/>
        </p:nvPicPr>
        <p:blipFill rotWithShape="1">
          <a:blip r:embed="rId3">
            <a:alphaModFix/>
          </a:blip>
          <a:srcRect b="0" l="0" r="0" t="0"/>
          <a:stretch/>
        </p:blipFill>
        <p:spPr>
          <a:xfrm>
            <a:off x="3403600" y="1482477"/>
            <a:ext cx="17576800" cy="10109201"/>
          </a:xfrm>
          <a:prstGeom prst="rect">
            <a:avLst/>
          </a:prstGeom>
          <a:noFill/>
          <a:ln>
            <a:noFill/>
          </a:ln>
        </p:spPr>
      </p:pic>
      <p:sp>
        <p:nvSpPr>
          <p:cNvPr id="1372" name="Google Shape;1372;p87"/>
          <p:cNvSpPr txBox="1"/>
          <p:nvPr/>
        </p:nvSpPr>
        <p:spPr>
          <a:xfrm>
            <a:off x="1552156" y="11216515"/>
            <a:ext cx="21279688"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7830"/>
              <a:buFont typeface="Helvetica Neue Light"/>
              <a:buNone/>
            </a:pPr>
            <a:r>
              <a:rPr b="0" i="0" lang="en-US" sz="7830" u="none" cap="none" strike="noStrike">
                <a:solidFill>
                  <a:srgbClr val="000000"/>
                </a:solidFill>
                <a:latin typeface="Helvetica Neue Light"/>
                <a:ea typeface="Helvetica Neue Light"/>
                <a:cs typeface="Helvetica Neue Light"/>
                <a:sym typeface="Helvetica Neue Light"/>
              </a:rPr>
              <a:t>Can we estimate depth, now that we have pose?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88"/>
          <p:cNvSpPr/>
          <p:nvPr/>
        </p:nvSpPr>
        <p:spPr>
          <a:xfrm>
            <a:off x="10875818" y="6140825"/>
            <a:ext cx="4502729" cy="5827060"/>
          </a:xfrm>
          <a:prstGeom prst="rect">
            <a:avLst/>
          </a:prstGeom>
          <a:blipFill rotWithShape="1">
            <a:blip r:embed="rId3">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78" name="Google Shape;1378;p88"/>
          <p:cNvSpPr/>
          <p:nvPr/>
        </p:nvSpPr>
        <p:spPr>
          <a:xfrm>
            <a:off x="13231090" y="4437531"/>
            <a:ext cx="4502729" cy="5827060"/>
          </a:xfrm>
          <a:prstGeom prst="rect">
            <a:avLst/>
          </a:prstGeom>
          <a:blipFill rotWithShape="1">
            <a:blip r:embed="rId4">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79" name="Google Shape;1379;p88"/>
          <p:cNvSpPr/>
          <p:nvPr/>
        </p:nvSpPr>
        <p:spPr>
          <a:xfrm>
            <a:off x="15447818" y="3048001"/>
            <a:ext cx="4502729" cy="5827060"/>
          </a:xfrm>
          <a:prstGeom prst="rect">
            <a:avLst/>
          </a:prstGeom>
          <a:blipFill rotWithShape="1">
            <a:blip r:embed="rId5">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nvGrpSpPr>
          <p:cNvPr id="1380" name="Google Shape;1380;p88"/>
          <p:cNvGrpSpPr/>
          <p:nvPr/>
        </p:nvGrpSpPr>
        <p:grpSpPr>
          <a:xfrm>
            <a:off x="8491842" y="4840942"/>
            <a:ext cx="9796159" cy="3697940"/>
            <a:chOff x="-1" y="0"/>
            <a:chExt cx="9796158" cy="3697939"/>
          </a:xfrm>
        </p:grpSpPr>
        <p:cxnSp>
          <p:nvCxnSpPr>
            <p:cNvPr id="1381" name="Google Shape;1381;p88"/>
            <p:cNvCxnSpPr/>
            <p:nvPr/>
          </p:nvCxnSpPr>
          <p:spPr>
            <a:xfrm>
              <a:off x="-1" y="846202"/>
              <a:ext cx="3700143" cy="2582785"/>
            </a:xfrm>
            <a:prstGeom prst="straightConnector1">
              <a:avLst/>
            </a:prstGeom>
            <a:noFill/>
            <a:ln cap="flat" cmpd="sng" w="63500">
              <a:solidFill>
                <a:srgbClr val="8B8FE5"/>
              </a:solidFill>
              <a:prstDash val="solid"/>
              <a:round/>
              <a:headEnd len="sm" w="sm" type="none"/>
              <a:tailEnd len="sm" w="sm" type="none"/>
            </a:ln>
          </p:spPr>
        </p:cxnSp>
        <p:cxnSp>
          <p:nvCxnSpPr>
            <p:cNvPr id="1382" name="Google Shape;1382;p88"/>
            <p:cNvCxnSpPr/>
            <p:nvPr/>
          </p:nvCxnSpPr>
          <p:spPr>
            <a:xfrm>
              <a:off x="-1" y="846202"/>
              <a:ext cx="6332505" cy="1291395"/>
            </a:xfrm>
            <a:prstGeom prst="straightConnector1">
              <a:avLst/>
            </a:prstGeom>
            <a:noFill/>
            <a:ln cap="flat" cmpd="sng" w="63500">
              <a:solidFill>
                <a:srgbClr val="8B8FE5"/>
              </a:solidFill>
              <a:prstDash val="solid"/>
              <a:round/>
              <a:headEnd len="sm" w="sm" type="none"/>
              <a:tailEnd len="sm" w="sm" type="none"/>
            </a:ln>
          </p:spPr>
        </p:cxnSp>
        <p:cxnSp>
          <p:nvCxnSpPr>
            <p:cNvPr id="1383" name="Google Shape;1383;p88"/>
            <p:cNvCxnSpPr/>
            <p:nvPr/>
          </p:nvCxnSpPr>
          <p:spPr>
            <a:xfrm flipH="1" rot="10800000">
              <a:off x="-1" y="403404"/>
              <a:ext cx="9207322" cy="442796"/>
            </a:xfrm>
            <a:prstGeom prst="straightConnector1">
              <a:avLst/>
            </a:prstGeom>
            <a:noFill/>
            <a:ln cap="flat" cmpd="sng" w="63500">
              <a:solidFill>
                <a:srgbClr val="8B8FE5"/>
              </a:solidFill>
              <a:prstDash val="solid"/>
              <a:round/>
              <a:headEnd len="sm" w="sm" type="none"/>
              <a:tailEnd len="sm" w="sm" type="none"/>
            </a:ln>
          </p:spPr>
        </p:cxnSp>
        <p:sp>
          <p:nvSpPr>
            <p:cNvPr id="1384" name="Google Shape;1384;p88"/>
            <p:cNvSpPr/>
            <p:nvPr/>
          </p:nvSpPr>
          <p:spPr>
            <a:xfrm>
              <a:off x="3345133" y="3207190"/>
              <a:ext cx="294409" cy="285749"/>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85" name="Google Shape;1385;p88"/>
            <p:cNvSpPr/>
            <p:nvPr/>
          </p:nvSpPr>
          <p:spPr>
            <a:xfrm>
              <a:off x="3145975" y="3025588"/>
              <a:ext cx="692728"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86" name="Google Shape;1386;p88"/>
            <p:cNvSpPr/>
            <p:nvPr/>
          </p:nvSpPr>
          <p:spPr>
            <a:xfrm>
              <a:off x="6116044" y="2064190"/>
              <a:ext cx="294411" cy="285749"/>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87" name="Google Shape;1387;p88"/>
            <p:cNvSpPr/>
            <p:nvPr/>
          </p:nvSpPr>
          <p:spPr>
            <a:xfrm>
              <a:off x="5916883" y="1882588"/>
              <a:ext cx="692729"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88" name="Google Shape;1388;p88"/>
            <p:cNvSpPr/>
            <p:nvPr/>
          </p:nvSpPr>
          <p:spPr>
            <a:xfrm>
              <a:off x="9302587" y="181602"/>
              <a:ext cx="294409" cy="285749"/>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89" name="Google Shape;1389;p88"/>
            <p:cNvSpPr/>
            <p:nvPr/>
          </p:nvSpPr>
          <p:spPr>
            <a:xfrm>
              <a:off x="9103430" y="0"/>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grpSp>
        <p:nvGrpSpPr>
          <p:cNvPr id="1390" name="Google Shape;1390;p88"/>
          <p:cNvGrpSpPr/>
          <p:nvPr/>
        </p:nvGrpSpPr>
        <p:grpSpPr>
          <a:xfrm>
            <a:off x="4572000" y="6140826"/>
            <a:ext cx="4502729" cy="6595634"/>
            <a:chOff x="0" y="0"/>
            <a:chExt cx="4502728" cy="6595632"/>
          </a:xfrm>
        </p:grpSpPr>
        <p:sp>
          <p:nvSpPr>
            <p:cNvPr id="1391" name="Google Shape;1391;p88"/>
            <p:cNvSpPr/>
            <p:nvPr/>
          </p:nvSpPr>
          <p:spPr>
            <a:xfrm>
              <a:off x="0" y="0"/>
              <a:ext cx="4502728" cy="5827058"/>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92" name="Google Shape;1392;p88"/>
            <p:cNvSpPr txBox="1"/>
            <p:nvPr/>
          </p:nvSpPr>
          <p:spPr>
            <a:xfrm>
              <a:off x="782029" y="5898774"/>
              <a:ext cx="2898598" cy="6968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reference view</a:t>
              </a:r>
              <a:endParaRPr/>
            </a:p>
          </p:txBody>
        </p:sp>
      </p:grpSp>
      <p:sp>
        <p:nvSpPr>
          <p:cNvPr id="1393" name="Google Shape;1393;p88"/>
          <p:cNvSpPr txBox="1"/>
          <p:nvPr/>
        </p:nvSpPr>
        <p:spPr>
          <a:xfrm>
            <a:off x="13863259" y="12039600"/>
            <a:ext cx="3001735" cy="6968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neighbor views</a:t>
            </a:r>
            <a:endParaRPr/>
          </a:p>
        </p:txBody>
      </p:sp>
      <p:sp>
        <p:nvSpPr>
          <p:cNvPr id="1394" name="Google Shape;1394;p88"/>
          <p:cNvSpPr txBox="1"/>
          <p:nvPr/>
        </p:nvSpPr>
        <p:spPr>
          <a:xfrm>
            <a:off x="18088838" y="13129195"/>
            <a:ext cx="3017981" cy="382899"/>
          </a:xfrm>
          <a:prstGeom prst="rect">
            <a:avLst/>
          </a:prstGeom>
          <a:noFill/>
          <a:ln>
            <a:noFill/>
          </a:ln>
        </p:spPr>
        <p:txBody>
          <a:bodyPr anchorCtr="0" anchor="t" bIns="0" lIns="0" spcFirstLastPara="1" rIns="0" wrap="square" tIns="0">
            <a:spAutoFit/>
          </a:bodyPr>
          <a:lstStyle/>
          <a:p>
            <a:pPr indent="11396"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Source: Y. Furukawa</a:t>
            </a:r>
            <a:endParaRPr/>
          </a:p>
        </p:txBody>
      </p:sp>
      <p:grpSp>
        <p:nvGrpSpPr>
          <p:cNvPr id="1395" name="Google Shape;1395;p88"/>
          <p:cNvGrpSpPr/>
          <p:nvPr/>
        </p:nvGrpSpPr>
        <p:grpSpPr>
          <a:xfrm>
            <a:off x="3879274" y="4303059"/>
            <a:ext cx="5888182" cy="7261410"/>
            <a:chOff x="-1" y="-1"/>
            <a:chExt cx="5888180" cy="7261410"/>
          </a:xfrm>
        </p:grpSpPr>
        <p:cxnSp>
          <p:nvCxnSpPr>
            <p:cNvPr id="1396" name="Google Shape;1396;p88"/>
            <p:cNvCxnSpPr/>
            <p:nvPr/>
          </p:nvCxnSpPr>
          <p:spPr>
            <a:xfrm flipH="1">
              <a:off x="2944091" y="-1"/>
              <a:ext cx="2944088" cy="3630704"/>
            </a:xfrm>
            <a:prstGeom prst="straightConnector1">
              <a:avLst/>
            </a:prstGeom>
            <a:noFill/>
            <a:ln cap="flat" cmpd="sng" w="63500">
              <a:solidFill>
                <a:srgbClr val="8B8FE5"/>
              </a:solidFill>
              <a:prstDash val="solid"/>
              <a:round/>
              <a:headEnd len="sm" w="sm" type="none"/>
              <a:tailEnd len="sm" w="sm" type="none"/>
            </a:ln>
          </p:spPr>
        </p:cxnSp>
        <p:cxnSp>
          <p:nvCxnSpPr>
            <p:cNvPr id="1397" name="Google Shape;1397;p88"/>
            <p:cNvCxnSpPr/>
            <p:nvPr/>
          </p:nvCxnSpPr>
          <p:spPr>
            <a:xfrm flipH="1">
              <a:off x="-1" y="3630705"/>
              <a:ext cx="2944088" cy="3630704"/>
            </a:xfrm>
            <a:prstGeom prst="straightConnector1">
              <a:avLst/>
            </a:prstGeom>
            <a:noFill/>
            <a:ln cap="flat" cmpd="sng" w="63500">
              <a:solidFill>
                <a:srgbClr val="8B8FE5"/>
              </a:solidFill>
              <a:prstDash val="solid"/>
              <a:round/>
              <a:headEnd len="sm" w="sm" type="none"/>
              <a:tailEnd len="sm" w="sm" type="none"/>
            </a:ln>
          </p:spPr>
        </p:cxnSp>
      </p:grpSp>
      <p:pic>
        <p:nvPicPr>
          <p:cNvPr descr="Graphic 20" id="1398" name="Google Shape;1398;p88"/>
          <p:cNvPicPr preferRelativeResize="0"/>
          <p:nvPr/>
        </p:nvPicPr>
        <p:blipFill rotWithShape="1">
          <a:blip r:embed="rId8">
            <a:alphaModFix/>
          </a:blip>
          <a:srcRect b="0" l="0" r="0" t="0"/>
          <a:stretch/>
        </p:blipFill>
        <p:spPr>
          <a:xfrm rot="-2700000">
            <a:off x="2975523" y="11252040"/>
            <a:ext cx="1066801" cy="1346201"/>
          </a:xfrm>
          <a:prstGeom prst="rect">
            <a:avLst/>
          </a:prstGeom>
          <a:noFill/>
          <a:ln>
            <a:noFill/>
          </a:ln>
        </p:spPr>
      </p:pic>
      <p:sp>
        <p:nvSpPr>
          <p:cNvPr id="1399" name="Google Shape;1399;p88"/>
          <p:cNvSpPr/>
          <p:nvPr/>
        </p:nvSpPr>
        <p:spPr>
          <a:xfrm>
            <a:off x="6676158" y="7779190"/>
            <a:ext cx="294409" cy="285749"/>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00" name="Google Shape;1400;p88"/>
          <p:cNvSpPr/>
          <p:nvPr/>
        </p:nvSpPr>
        <p:spPr>
          <a:xfrm>
            <a:off x="6477000" y="7597588"/>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nvGrpSpPr>
          <p:cNvPr id="1401" name="Google Shape;1401;p88"/>
          <p:cNvGrpSpPr/>
          <p:nvPr/>
        </p:nvGrpSpPr>
        <p:grpSpPr>
          <a:xfrm>
            <a:off x="4541880" y="3729880"/>
            <a:ext cx="4195141" cy="2195230"/>
            <a:chOff x="-1" y="-1"/>
            <a:chExt cx="4195140" cy="2195228"/>
          </a:xfrm>
        </p:grpSpPr>
        <p:sp>
          <p:nvSpPr>
            <p:cNvPr id="1402" name="Google Shape;1402;p88"/>
            <p:cNvSpPr/>
            <p:nvPr/>
          </p:nvSpPr>
          <p:spPr>
            <a:xfrm>
              <a:off x="3900730" y="1909478"/>
              <a:ext cx="294409" cy="285749"/>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nvGrpSpPr>
            <p:cNvPr id="1403" name="Google Shape;1403;p88"/>
            <p:cNvGrpSpPr/>
            <p:nvPr/>
          </p:nvGrpSpPr>
          <p:grpSpPr>
            <a:xfrm>
              <a:off x="-1" y="-1"/>
              <a:ext cx="3753533" cy="1909480"/>
              <a:chOff x="0" y="0"/>
              <a:chExt cx="3753531" cy="1909478"/>
            </a:xfrm>
          </p:grpSpPr>
          <p:sp>
            <p:nvSpPr>
              <p:cNvPr id="1404" name="Google Shape;1404;p88"/>
              <p:cNvSpPr txBox="1"/>
              <p:nvPr/>
            </p:nvSpPr>
            <p:spPr>
              <a:xfrm>
                <a:off x="0" y="0"/>
                <a:ext cx="2761211" cy="123025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Is this a surface point?</a:t>
                </a:r>
                <a:endParaRPr/>
              </a:p>
            </p:txBody>
          </p:sp>
          <p:cxnSp>
            <p:nvCxnSpPr>
              <p:cNvPr id="1405" name="Google Shape;1405;p88"/>
              <p:cNvCxnSpPr/>
              <p:nvPr/>
            </p:nvCxnSpPr>
            <p:spPr>
              <a:xfrm>
                <a:off x="2627846" y="1111059"/>
                <a:ext cx="1125685" cy="798419"/>
              </a:xfrm>
              <a:prstGeom prst="straightConnector1">
                <a:avLst/>
              </a:prstGeom>
              <a:noFill/>
              <a:ln cap="flat" cmpd="sng" w="114300">
                <a:solidFill>
                  <a:srgbClr val="0D0D0D"/>
                </a:solidFill>
                <a:prstDash val="solid"/>
                <a:miter lim="800000"/>
                <a:headEnd len="sm" w="sm" type="none"/>
                <a:tailEnd len="med" w="med" type="triangle"/>
              </a:ln>
            </p:spPr>
          </p:cxnSp>
        </p:grpSp>
      </p:grpSp>
      <p:sp>
        <p:nvSpPr>
          <p:cNvPr id="1406" name="Google Shape;1406;p88"/>
          <p:cNvSpPr txBox="1"/>
          <p:nvPr>
            <p:ph type="title"/>
          </p:nvPr>
        </p:nvSpPr>
        <p:spPr>
          <a:xfrm>
            <a:off x="740229" y="512537"/>
            <a:ext cx="22903544" cy="1642837"/>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sz="8800">
                <a:latin typeface="Helvetica Neue"/>
                <a:ea typeface="Helvetica Neue"/>
                <a:cs typeface="Helvetica Neue"/>
                <a:sym typeface="Helvetica Neue"/>
              </a:rPr>
              <a:t>Multi-view stereo</a:t>
            </a:r>
            <a:endParaRPr/>
          </a:p>
        </p:txBody>
      </p:sp>
    </p:spTree>
  </p:cSld>
  <p:clrMapOvr>
    <a:masterClrMapping/>
  </p:clrMapOvr>
  <mc:AlternateContent>
    <mc:Choice Requires="p14">
      <p:transition spd="slow" p14:dur="1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gtEl>
                                        <p:attrNameLst>
                                          <p:attrName>style.visibility</p:attrName>
                                        </p:attrNameLst>
                                      </p:cBhvr>
                                      <p:to>
                                        <p:strVal val="visible"/>
                                      </p:to>
                                    </p:set>
                                    <p:animEffect filter="fade" transition="in">
                                      <p:cBhvr>
                                        <p:cTn dur="500"/>
                                        <p:tgtEl>
                                          <p:spTgt spid="1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3"/>
                                        </p:tgtEl>
                                        <p:attrNameLst>
                                          <p:attrName>style.visibility</p:attrName>
                                        </p:attrNameLst>
                                      </p:cBhvr>
                                      <p:to>
                                        <p:strVal val="visible"/>
                                      </p:to>
                                    </p:set>
                                    <p:animEffect filter="fade" transition="in">
                                      <p:cBhvr>
                                        <p:cTn dur="500"/>
                                        <p:tgtEl>
                                          <p:spTgt spid="13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77"/>
                                        </p:tgtEl>
                                        <p:attrNameLst>
                                          <p:attrName>style.visibility</p:attrName>
                                        </p:attrNameLst>
                                      </p:cBhvr>
                                      <p:to>
                                        <p:strVal val="visible"/>
                                      </p:to>
                                    </p:set>
                                    <p:animEffect filter="fade" transition="in">
                                      <p:cBhvr>
                                        <p:cTn dur="500"/>
                                        <p:tgtEl>
                                          <p:spTgt spid="137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78"/>
                                        </p:tgtEl>
                                        <p:attrNameLst>
                                          <p:attrName>style.visibility</p:attrName>
                                        </p:attrNameLst>
                                      </p:cBhvr>
                                      <p:to>
                                        <p:strVal val="visible"/>
                                      </p:to>
                                    </p:set>
                                    <p:animEffect filter="fade" transition="in">
                                      <p:cBhvr>
                                        <p:cTn dur="500"/>
                                        <p:tgtEl>
                                          <p:spTgt spid="137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79"/>
                                        </p:tgtEl>
                                        <p:attrNameLst>
                                          <p:attrName>style.visibility</p:attrName>
                                        </p:attrNameLst>
                                      </p:cBhvr>
                                      <p:to>
                                        <p:strVal val="visible"/>
                                      </p:to>
                                    </p:set>
                                    <p:animEffect filter="fade" transition="in">
                                      <p:cBhvr>
                                        <p:cTn dur="500"/>
                                        <p:tgtEl>
                                          <p:spTgt spid="1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98"/>
                                        </p:tgtEl>
                                        <p:attrNameLst>
                                          <p:attrName>style.visibility</p:attrName>
                                        </p:attrNameLst>
                                      </p:cBhvr>
                                      <p:to>
                                        <p:strVal val="visible"/>
                                      </p:to>
                                    </p:set>
                                    <p:animEffect filter="fade" transition="in">
                                      <p:cBhvr>
                                        <p:cTn dur="500"/>
                                        <p:tgtEl>
                                          <p:spTgt spid="139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9"/>
                                        </p:tgtEl>
                                        <p:attrNameLst>
                                          <p:attrName>style.visibility</p:attrName>
                                        </p:attrNameLst>
                                      </p:cBhvr>
                                      <p:to>
                                        <p:strVal val="visible"/>
                                      </p:to>
                                    </p:set>
                                    <p:animEffect filter="fade" transition="in">
                                      <p:cBhvr>
                                        <p:cTn dur="500"/>
                                        <p:tgtEl>
                                          <p:spTgt spid="1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gtEl>
                                        <p:attrNameLst>
                                          <p:attrName>style.visibility</p:attrName>
                                        </p:attrNameLst>
                                      </p:cBhvr>
                                      <p:to>
                                        <p:strVal val="visible"/>
                                      </p:to>
                                    </p:set>
                                    <p:animEffect filter="fade" transition="in">
                                      <p:cBhvr>
                                        <p:cTn dur="500"/>
                                        <p:tgtEl>
                                          <p:spTgt spid="13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500"/>
                                        <p:tgtEl>
                                          <p:spTgt spid="1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0"/>
                                        </p:tgtEl>
                                        <p:attrNameLst>
                                          <p:attrName>style.visibility</p:attrName>
                                        </p:attrNameLst>
                                      </p:cBhvr>
                                      <p:to>
                                        <p:strVal val="visible"/>
                                      </p:to>
                                    </p:set>
                                    <p:animEffect filter="fade" transition="in">
                                      <p:cBhvr>
                                        <p:cTn dur="500"/>
                                        <p:tgtEl>
                                          <p:spTgt spid="1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89"/>
          <p:cNvSpPr txBox="1"/>
          <p:nvPr/>
        </p:nvSpPr>
        <p:spPr>
          <a:xfrm>
            <a:off x="21144278" y="13149036"/>
            <a:ext cx="3017981" cy="382898"/>
          </a:xfrm>
          <a:prstGeom prst="rect">
            <a:avLst/>
          </a:prstGeom>
          <a:noFill/>
          <a:ln>
            <a:noFill/>
          </a:ln>
        </p:spPr>
        <p:txBody>
          <a:bodyPr anchorCtr="0" anchor="t" bIns="0" lIns="0" spcFirstLastPara="1" rIns="0" wrap="square" tIns="0">
            <a:spAutoFit/>
          </a:bodyPr>
          <a:lstStyle/>
          <a:p>
            <a:pPr indent="11396"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Source: Y. Furukawa</a:t>
            </a:r>
            <a:endParaRPr/>
          </a:p>
        </p:txBody>
      </p:sp>
      <p:grpSp>
        <p:nvGrpSpPr>
          <p:cNvPr id="1412" name="Google Shape;1412;p89"/>
          <p:cNvGrpSpPr/>
          <p:nvPr/>
        </p:nvGrpSpPr>
        <p:grpSpPr>
          <a:xfrm>
            <a:off x="1800599" y="5904584"/>
            <a:ext cx="8886683" cy="5317075"/>
            <a:chOff x="0" y="0"/>
            <a:chExt cx="8886681" cy="5317074"/>
          </a:xfrm>
        </p:grpSpPr>
        <p:sp>
          <p:nvSpPr>
            <p:cNvPr id="1413" name="Google Shape;1413;p89"/>
            <p:cNvSpPr/>
            <p:nvPr/>
          </p:nvSpPr>
          <p:spPr>
            <a:xfrm>
              <a:off x="984614" y="1589207"/>
              <a:ext cx="2313669" cy="2994157"/>
            </a:xfrm>
            <a:prstGeom prst="rect">
              <a:avLst/>
            </a:prstGeom>
            <a:blipFill rotWithShape="1">
              <a:blip r:embed="rId3">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14" name="Google Shape;1414;p89"/>
            <p:cNvSpPr/>
            <p:nvPr/>
          </p:nvSpPr>
          <p:spPr>
            <a:xfrm>
              <a:off x="4223749" y="1589207"/>
              <a:ext cx="2313669" cy="2994157"/>
            </a:xfrm>
            <a:prstGeom prst="rect">
              <a:avLst/>
            </a:prstGeom>
            <a:blipFill rotWithShape="1">
              <a:blip r:embed="rId4">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15" name="Google Shape;1415;p89"/>
            <p:cNvSpPr/>
            <p:nvPr/>
          </p:nvSpPr>
          <p:spPr>
            <a:xfrm>
              <a:off x="5433974" y="713991"/>
              <a:ext cx="2313669" cy="2994157"/>
            </a:xfrm>
            <a:prstGeom prst="rect">
              <a:avLst/>
            </a:prstGeom>
            <a:blipFill rotWithShape="1">
              <a:blip r:embed="rId5">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16" name="Google Shape;1416;p89"/>
            <p:cNvSpPr/>
            <p:nvPr/>
          </p:nvSpPr>
          <p:spPr>
            <a:xfrm>
              <a:off x="6573011" y="0"/>
              <a:ext cx="2313670" cy="2994156"/>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nvGrpSpPr>
            <p:cNvPr id="1417" name="Google Shape;1417;p89"/>
            <p:cNvGrpSpPr/>
            <p:nvPr/>
          </p:nvGrpSpPr>
          <p:grpSpPr>
            <a:xfrm>
              <a:off x="2998774" y="921278"/>
              <a:ext cx="5033630" cy="1900140"/>
              <a:chOff x="-1" y="0"/>
              <a:chExt cx="5033629" cy="1900138"/>
            </a:xfrm>
          </p:grpSpPr>
          <p:cxnSp>
            <p:nvCxnSpPr>
              <p:cNvPr id="1418" name="Google Shape;1418;p89"/>
              <p:cNvCxnSpPr/>
              <p:nvPr/>
            </p:nvCxnSpPr>
            <p:spPr>
              <a:xfrm>
                <a:off x="-1" y="434810"/>
                <a:ext cx="1901271" cy="1327131"/>
              </a:xfrm>
              <a:prstGeom prst="straightConnector1">
                <a:avLst/>
              </a:prstGeom>
              <a:noFill/>
              <a:ln cap="flat" cmpd="sng" w="63500">
                <a:solidFill>
                  <a:srgbClr val="8B8FE5"/>
                </a:solidFill>
                <a:prstDash val="solid"/>
                <a:round/>
                <a:headEnd len="sm" w="sm" type="none"/>
                <a:tailEnd len="sm" w="sm" type="none"/>
              </a:ln>
            </p:spPr>
          </p:cxnSp>
          <p:cxnSp>
            <p:nvCxnSpPr>
              <p:cNvPr id="1419" name="Google Shape;1419;p89"/>
              <p:cNvCxnSpPr/>
              <p:nvPr/>
            </p:nvCxnSpPr>
            <p:spPr>
              <a:xfrm>
                <a:off x="-1" y="434810"/>
                <a:ext cx="3253876" cy="663567"/>
              </a:xfrm>
              <a:prstGeom prst="straightConnector1">
                <a:avLst/>
              </a:prstGeom>
              <a:noFill/>
              <a:ln cap="flat" cmpd="sng" w="63500">
                <a:solidFill>
                  <a:srgbClr val="8B8FE5"/>
                </a:solidFill>
                <a:prstDash val="solid"/>
                <a:round/>
                <a:headEnd len="sm" w="sm" type="none"/>
                <a:tailEnd len="sm" w="sm" type="none"/>
              </a:ln>
            </p:spPr>
          </p:cxnSp>
          <p:cxnSp>
            <p:nvCxnSpPr>
              <p:cNvPr id="1420" name="Google Shape;1420;p89"/>
              <p:cNvCxnSpPr/>
              <p:nvPr/>
            </p:nvCxnSpPr>
            <p:spPr>
              <a:xfrm flipH="1" rot="10800000">
                <a:off x="-1" y="207283"/>
                <a:ext cx="4731063" cy="227526"/>
              </a:xfrm>
              <a:prstGeom prst="straightConnector1">
                <a:avLst/>
              </a:prstGeom>
              <a:noFill/>
              <a:ln cap="flat" cmpd="sng" w="63500">
                <a:solidFill>
                  <a:srgbClr val="8B8FE5"/>
                </a:solidFill>
                <a:prstDash val="solid"/>
                <a:round/>
                <a:headEnd len="sm" w="sm" type="none"/>
                <a:tailEnd len="sm" w="sm" type="none"/>
              </a:ln>
            </p:spPr>
          </p:cxnSp>
          <p:sp>
            <p:nvSpPr>
              <p:cNvPr id="1421" name="Google Shape;1421;p89"/>
              <p:cNvSpPr/>
              <p:nvPr/>
            </p:nvSpPr>
            <p:spPr>
              <a:xfrm>
                <a:off x="1718853" y="1647972"/>
                <a:ext cx="151277" cy="146827"/>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22" name="Google Shape;1422;p89"/>
              <p:cNvSpPr/>
              <p:nvPr/>
            </p:nvSpPr>
            <p:spPr>
              <a:xfrm>
                <a:off x="1616518" y="1554658"/>
                <a:ext cx="355950" cy="345480"/>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23" name="Google Shape;1423;p89"/>
              <p:cNvSpPr/>
              <p:nvPr/>
            </p:nvSpPr>
            <p:spPr>
              <a:xfrm>
                <a:off x="3142649" y="1060657"/>
                <a:ext cx="151279" cy="146827"/>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24" name="Google Shape;1424;p89"/>
              <p:cNvSpPr/>
              <p:nvPr/>
            </p:nvSpPr>
            <p:spPr>
              <a:xfrm>
                <a:off x="3040313" y="967343"/>
                <a:ext cx="355950" cy="345479"/>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25" name="Google Shape;1425;p89"/>
              <p:cNvSpPr/>
              <p:nvPr/>
            </p:nvSpPr>
            <p:spPr>
              <a:xfrm>
                <a:off x="4780013" y="93313"/>
                <a:ext cx="151277" cy="146827"/>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26" name="Google Shape;1426;p89"/>
              <p:cNvSpPr/>
              <p:nvPr/>
            </p:nvSpPr>
            <p:spPr>
              <a:xfrm>
                <a:off x="4677678" y="0"/>
                <a:ext cx="355950" cy="345479"/>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sp>
          <p:nvSpPr>
            <p:cNvPr id="1427" name="Google Shape;1427;p89"/>
            <p:cNvSpPr txBox="1"/>
            <p:nvPr/>
          </p:nvSpPr>
          <p:spPr>
            <a:xfrm>
              <a:off x="1430905" y="4620215"/>
              <a:ext cx="2898597" cy="69685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reference view</a:t>
              </a:r>
              <a:endParaRPr/>
            </a:p>
          </p:txBody>
        </p:sp>
        <p:sp>
          <p:nvSpPr>
            <p:cNvPr id="1428" name="Google Shape;1428;p89"/>
            <p:cNvSpPr txBox="1"/>
            <p:nvPr/>
          </p:nvSpPr>
          <p:spPr>
            <a:xfrm>
              <a:off x="5803262" y="4620215"/>
              <a:ext cx="3001735" cy="69685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neighbor views</a:t>
              </a:r>
              <a:endParaRPr/>
            </a:p>
          </p:txBody>
        </p:sp>
        <p:grpSp>
          <p:nvGrpSpPr>
            <p:cNvPr id="1429" name="Google Shape;1429;p89"/>
            <p:cNvGrpSpPr/>
            <p:nvPr/>
          </p:nvGrpSpPr>
          <p:grpSpPr>
            <a:xfrm>
              <a:off x="628666" y="644895"/>
              <a:ext cx="3025567" cy="3731182"/>
              <a:chOff x="-1" y="0"/>
              <a:chExt cx="3025565" cy="3731181"/>
            </a:xfrm>
          </p:grpSpPr>
          <p:cxnSp>
            <p:nvCxnSpPr>
              <p:cNvPr id="1430" name="Google Shape;1430;p89"/>
              <p:cNvCxnSpPr/>
              <p:nvPr/>
            </p:nvCxnSpPr>
            <p:spPr>
              <a:xfrm flipH="1">
                <a:off x="1512783" y="0"/>
                <a:ext cx="1512781" cy="1865590"/>
              </a:xfrm>
              <a:prstGeom prst="straightConnector1">
                <a:avLst/>
              </a:prstGeom>
              <a:noFill/>
              <a:ln cap="flat" cmpd="sng" w="63500">
                <a:solidFill>
                  <a:srgbClr val="8B8FE5"/>
                </a:solidFill>
                <a:prstDash val="solid"/>
                <a:round/>
                <a:headEnd len="sm" w="sm" type="none"/>
                <a:tailEnd len="sm" w="sm" type="none"/>
              </a:ln>
            </p:spPr>
          </p:cxnSp>
          <p:cxnSp>
            <p:nvCxnSpPr>
              <p:cNvPr id="1431" name="Google Shape;1431;p89"/>
              <p:cNvCxnSpPr/>
              <p:nvPr/>
            </p:nvCxnSpPr>
            <p:spPr>
              <a:xfrm flipH="1">
                <a:off x="-1" y="1865590"/>
                <a:ext cx="1512782" cy="1865591"/>
              </a:xfrm>
              <a:prstGeom prst="straightConnector1">
                <a:avLst/>
              </a:prstGeom>
              <a:noFill/>
              <a:ln cap="flat" cmpd="sng" w="63500">
                <a:solidFill>
                  <a:srgbClr val="8B8FE5"/>
                </a:solidFill>
                <a:prstDash val="solid"/>
                <a:round/>
                <a:headEnd len="sm" w="sm" type="none"/>
                <a:tailEnd len="sm" w="sm" type="none"/>
              </a:ln>
            </p:spPr>
          </p:cxnSp>
        </p:grpSp>
        <p:pic>
          <p:nvPicPr>
            <p:cNvPr descr="Graphic 20" id="1432" name="Google Shape;1432;p89"/>
            <p:cNvPicPr preferRelativeResize="0"/>
            <p:nvPr/>
          </p:nvPicPr>
          <p:blipFill rotWithShape="1">
            <a:blip r:embed="rId8">
              <a:alphaModFix/>
            </a:blip>
            <a:srcRect b="0" l="0" r="0" t="0"/>
            <a:stretch/>
          </p:blipFill>
          <p:spPr>
            <a:xfrm rot="-2700000">
              <a:off x="164286" y="4215538"/>
              <a:ext cx="548162" cy="691728"/>
            </a:xfrm>
            <a:prstGeom prst="rect">
              <a:avLst/>
            </a:prstGeom>
            <a:noFill/>
            <a:ln>
              <a:noFill/>
            </a:ln>
          </p:spPr>
        </p:pic>
        <p:sp>
          <p:nvSpPr>
            <p:cNvPr id="1433" name="Google Shape;1433;p89"/>
            <p:cNvSpPr/>
            <p:nvPr/>
          </p:nvSpPr>
          <p:spPr>
            <a:xfrm>
              <a:off x="2065808" y="2431059"/>
              <a:ext cx="151277" cy="146827"/>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34" name="Google Shape;1434;p89"/>
            <p:cNvSpPr/>
            <p:nvPr/>
          </p:nvSpPr>
          <p:spPr>
            <a:xfrm>
              <a:off x="1963473" y="2337745"/>
              <a:ext cx="355950" cy="345479"/>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35" name="Google Shape;1435;p89"/>
            <p:cNvSpPr/>
            <p:nvPr/>
          </p:nvSpPr>
          <p:spPr>
            <a:xfrm>
              <a:off x="2973477" y="1331535"/>
              <a:ext cx="151277" cy="146827"/>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sp>
        <p:nvSpPr>
          <p:cNvPr id="1436" name="Google Shape;1436;p89"/>
          <p:cNvSpPr txBox="1"/>
          <p:nvPr>
            <p:ph type="title"/>
          </p:nvPr>
        </p:nvSpPr>
        <p:spPr>
          <a:xfrm>
            <a:off x="740229" y="512537"/>
            <a:ext cx="22903544" cy="1642837"/>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sz="8800">
                <a:latin typeface="Helvetica Neue"/>
                <a:ea typeface="Helvetica Neue"/>
                <a:cs typeface="Helvetica Neue"/>
                <a:sym typeface="Helvetica Neue"/>
              </a:rPr>
              <a:t>Multi-view stereo</a:t>
            </a:r>
            <a:endParaRPr/>
          </a:p>
        </p:txBody>
      </p:sp>
      <p:sp>
        <p:nvSpPr>
          <p:cNvPr id="1437" name="Google Shape;1437;p89"/>
          <p:cNvSpPr txBox="1"/>
          <p:nvPr/>
        </p:nvSpPr>
        <p:spPr>
          <a:xfrm>
            <a:off x="1892037" y="2782404"/>
            <a:ext cx="21731766" cy="8897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Evaluate the likelihood of a particular depth for a particular reference patch:</a:t>
            </a:r>
            <a:endParaRPr/>
          </a:p>
        </p:txBody>
      </p:sp>
      <p:grpSp>
        <p:nvGrpSpPr>
          <p:cNvPr id="1438" name="Google Shape;1438;p89"/>
          <p:cNvGrpSpPr/>
          <p:nvPr/>
        </p:nvGrpSpPr>
        <p:grpSpPr>
          <a:xfrm>
            <a:off x="12283440" y="5910021"/>
            <a:ext cx="10325147" cy="5220393"/>
            <a:chOff x="0" y="0"/>
            <a:chExt cx="10325146" cy="5220391"/>
          </a:xfrm>
        </p:grpSpPr>
        <p:sp>
          <p:nvSpPr>
            <p:cNvPr id="1439" name="Google Shape;1439;p89"/>
            <p:cNvSpPr/>
            <p:nvPr/>
          </p:nvSpPr>
          <p:spPr>
            <a:xfrm>
              <a:off x="6468077" y="3577556"/>
              <a:ext cx="1692621" cy="1642835"/>
            </a:xfrm>
            <a:prstGeom prst="rect">
              <a:avLst/>
            </a:prstGeom>
            <a:blipFill rotWithShape="1">
              <a:blip r:embed="rId3">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nvGrpSpPr>
            <p:cNvPr id="1440" name="Google Shape;1440;p89"/>
            <p:cNvGrpSpPr/>
            <p:nvPr/>
          </p:nvGrpSpPr>
          <p:grpSpPr>
            <a:xfrm>
              <a:off x="4493100" y="217844"/>
              <a:ext cx="5642575" cy="1642842"/>
              <a:chOff x="-1" y="-1"/>
              <a:chExt cx="5642573" cy="1642840"/>
            </a:xfrm>
          </p:grpSpPr>
          <p:sp>
            <p:nvSpPr>
              <p:cNvPr id="1441" name="Google Shape;1441;p89"/>
              <p:cNvSpPr/>
              <p:nvPr/>
            </p:nvSpPr>
            <p:spPr>
              <a:xfrm>
                <a:off x="-1" y="0"/>
                <a:ext cx="1692621" cy="1642835"/>
              </a:xfrm>
              <a:prstGeom prst="rect">
                <a:avLst/>
              </a:prstGeom>
              <a:blipFill rotWithShape="1">
                <a:blip r:embed="rId4">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42" name="Google Shape;1442;p89"/>
              <p:cNvSpPr/>
              <p:nvPr/>
            </p:nvSpPr>
            <p:spPr>
              <a:xfrm>
                <a:off x="1974975" y="0"/>
                <a:ext cx="1692621" cy="1642835"/>
              </a:xfrm>
              <a:prstGeom prst="rect">
                <a:avLst/>
              </a:prstGeom>
              <a:blipFill rotWithShape="1">
                <a:blip r:embed="rId5">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43" name="Google Shape;1443;p89"/>
              <p:cNvSpPr/>
              <p:nvPr/>
            </p:nvSpPr>
            <p:spPr>
              <a:xfrm>
                <a:off x="3949951" y="-1"/>
                <a:ext cx="1692621" cy="1642840"/>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grpSp>
        <p:grpSp>
          <p:nvGrpSpPr>
            <p:cNvPr id="1444" name="Google Shape;1444;p89"/>
            <p:cNvGrpSpPr/>
            <p:nvPr/>
          </p:nvGrpSpPr>
          <p:grpSpPr>
            <a:xfrm>
              <a:off x="5339410" y="1933831"/>
              <a:ext cx="3949955" cy="1437572"/>
              <a:chOff x="-1" y="0"/>
              <a:chExt cx="3949954" cy="1437571"/>
            </a:xfrm>
          </p:grpSpPr>
          <p:cxnSp>
            <p:nvCxnSpPr>
              <p:cNvPr id="1445" name="Google Shape;1445;p89"/>
              <p:cNvCxnSpPr/>
              <p:nvPr/>
            </p:nvCxnSpPr>
            <p:spPr>
              <a:xfrm>
                <a:off x="-1" y="0"/>
                <a:ext cx="1524607" cy="1363010"/>
              </a:xfrm>
              <a:prstGeom prst="straightConnector1">
                <a:avLst/>
              </a:prstGeom>
              <a:noFill/>
              <a:ln cap="flat" cmpd="sng" w="114300">
                <a:solidFill>
                  <a:srgbClr val="4472C4"/>
                </a:solidFill>
                <a:prstDash val="solid"/>
                <a:miter lim="800000"/>
                <a:headEnd len="sm" w="sm" type="none"/>
                <a:tailEnd len="med" w="med" type="triangle"/>
              </a:ln>
            </p:spPr>
          </p:cxnSp>
          <p:cxnSp>
            <p:nvCxnSpPr>
              <p:cNvPr id="1446" name="Google Shape;1446;p89"/>
              <p:cNvCxnSpPr/>
              <p:nvPr/>
            </p:nvCxnSpPr>
            <p:spPr>
              <a:xfrm flipH="1">
                <a:off x="1974975" y="0"/>
                <a:ext cx="1" cy="1437571"/>
              </a:xfrm>
              <a:prstGeom prst="straightConnector1">
                <a:avLst/>
              </a:prstGeom>
              <a:noFill/>
              <a:ln cap="flat" cmpd="sng" w="114300">
                <a:solidFill>
                  <a:srgbClr val="4472C4"/>
                </a:solidFill>
                <a:prstDash val="solid"/>
                <a:miter lim="800000"/>
                <a:headEnd len="sm" w="sm" type="none"/>
                <a:tailEnd len="med" w="med" type="triangle"/>
              </a:ln>
            </p:spPr>
          </p:cxnSp>
          <p:cxnSp>
            <p:nvCxnSpPr>
              <p:cNvPr id="1447" name="Google Shape;1447;p89"/>
              <p:cNvCxnSpPr/>
              <p:nvPr/>
            </p:nvCxnSpPr>
            <p:spPr>
              <a:xfrm flipH="1">
                <a:off x="2425347" y="4"/>
                <a:ext cx="1524606" cy="1363004"/>
              </a:xfrm>
              <a:prstGeom prst="straightConnector1">
                <a:avLst/>
              </a:prstGeom>
              <a:noFill/>
              <a:ln cap="flat" cmpd="sng" w="114300">
                <a:solidFill>
                  <a:srgbClr val="4472C4"/>
                </a:solidFill>
                <a:prstDash val="solid"/>
                <a:miter lim="800000"/>
                <a:headEnd len="sm" w="sm" type="none"/>
                <a:tailEnd len="med" w="med" type="triangle"/>
              </a:ln>
            </p:spPr>
          </p:cxnSp>
        </p:grpSp>
        <p:sp>
          <p:nvSpPr>
            <p:cNvPr id="1448" name="Google Shape;1448;p89"/>
            <p:cNvSpPr txBox="1"/>
            <p:nvPr/>
          </p:nvSpPr>
          <p:spPr>
            <a:xfrm>
              <a:off x="2110155" y="3821422"/>
              <a:ext cx="3893371" cy="1230259"/>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Patch from reference View</a:t>
              </a:r>
              <a:endParaRPr/>
            </a:p>
          </p:txBody>
        </p:sp>
        <p:sp>
          <p:nvSpPr>
            <p:cNvPr id="1449" name="Google Shape;1449;p89"/>
            <p:cNvSpPr txBox="1"/>
            <p:nvPr/>
          </p:nvSpPr>
          <p:spPr>
            <a:xfrm>
              <a:off x="0" y="0"/>
              <a:ext cx="4330159" cy="176365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Corresponding patches at depth guess in other views</a:t>
              </a:r>
              <a:endParaRPr/>
            </a:p>
          </p:txBody>
        </p:sp>
        <p:sp>
          <p:nvSpPr>
            <p:cNvPr id="1450" name="Google Shape;1450;p89"/>
            <p:cNvSpPr txBox="1"/>
            <p:nvPr/>
          </p:nvSpPr>
          <p:spPr>
            <a:xfrm>
              <a:off x="8437057" y="2425622"/>
              <a:ext cx="1888089" cy="96546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600"/>
                <a:buFont typeface="Times New Roman"/>
                <a:buNone/>
              </a:pPr>
              <a:r>
                <a:rPr b="1" i="0" lang="en-US" sz="5600" u="none" cap="none" strike="noStrike">
                  <a:solidFill>
                    <a:srgbClr val="000000"/>
                  </a:solidFill>
                  <a:latin typeface="Times New Roman"/>
                  <a:ea typeface="Times New Roman"/>
                  <a:cs typeface="Times New Roman"/>
                  <a:sym typeface="Times New Roman"/>
                </a:rPr>
                <a: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90"/>
          <p:cNvSpPr/>
          <p:nvPr/>
        </p:nvSpPr>
        <p:spPr>
          <a:xfrm>
            <a:off x="10875818" y="6140825"/>
            <a:ext cx="4502729" cy="5827060"/>
          </a:xfrm>
          <a:prstGeom prst="rect">
            <a:avLst/>
          </a:prstGeom>
          <a:blipFill rotWithShape="1">
            <a:blip r:embed="rId3">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56" name="Google Shape;1456;p90"/>
          <p:cNvSpPr/>
          <p:nvPr/>
        </p:nvSpPr>
        <p:spPr>
          <a:xfrm>
            <a:off x="13231090" y="4437531"/>
            <a:ext cx="4502729" cy="5827060"/>
          </a:xfrm>
          <a:prstGeom prst="rect">
            <a:avLst/>
          </a:prstGeom>
          <a:blipFill rotWithShape="1">
            <a:blip r:embed="rId4">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57" name="Google Shape;1457;p90"/>
          <p:cNvSpPr/>
          <p:nvPr/>
        </p:nvSpPr>
        <p:spPr>
          <a:xfrm>
            <a:off x="15447818" y="3048001"/>
            <a:ext cx="4502729" cy="5827060"/>
          </a:xfrm>
          <a:prstGeom prst="rect">
            <a:avLst/>
          </a:prstGeom>
          <a:blipFill rotWithShape="1">
            <a:blip r:embed="rId5">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58" name="Google Shape;1458;p90"/>
          <p:cNvSpPr/>
          <p:nvPr/>
        </p:nvSpPr>
        <p:spPr>
          <a:xfrm>
            <a:off x="4572000" y="6140825"/>
            <a:ext cx="4502729" cy="5827060"/>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59" name="Google Shape;1459;p90"/>
          <p:cNvCxnSpPr/>
          <p:nvPr/>
        </p:nvCxnSpPr>
        <p:spPr>
          <a:xfrm flipH="1">
            <a:off x="3879275" y="7933766"/>
            <a:ext cx="2944088" cy="3630703"/>
          </a:xfrm>
          <a:prstGeom prst="straightConnector1">
            <a:avLst/>
          </a:prstGeom>
          <a:noFill/>
          <a:ln cap="flat" cmpd="sng" w="63500">
            <a:solidFill>
              <a:srgbClr val="8B8FE5"/>
            </a:solidFill>
            <a:prstDash val="solid"/>
            <a:round/>
            <a:headEnd len="sm" w="sm" type="none"/>
            <a:tailEnd len="sm" w="sm" type="none"/>
          </a:ln>
        </p:spPr>
      </p:cxnSp>
      <p:cxnSp>
        <p:nvCxnSpPr>
          <p:cNvPr id="1460" name="Google Shape;1460;p90"/>
          <p:cNvCxnSpPr/>
          <p:nvPr/>
        </p:nvCxnSpPr>
        <p:spPr>
          <a:xfrm flipH="1">
            <a:off x="6823367" y="4303059"/>
            <a:ext cx="2944088" cy="3630704"/>
          </a:xfrm>
          <a:prstGeom prst="straightConnector1">
            <a:avLst/>
          </a:prstGeom>
          <a:noFill/>
          <a:ln cap="flat" cmpd="sng" w="63500">
            <a:solidFill>
              <a:srgbClr val="8B8FE5"/>
            </a:solidFill>
            <a:prstDash val="solid"/>
            <a:round/>
            <a:headEnd len="sm" w="sm" type="none"/>
            <a:tailEnd len="sm" w="sm" type="none"/>
          </a:ln>
        </p:spPr>
      </p:cxnSp>
      <p:sp>
        <p:nvSpPr>
          <p:cNvPr id="1461" name="Google Shape;1461;p90"/>
          <p:cNvSpPr/>
          <p:nvPr/>
        </p:nvSpPr>
        <p:spPr>
          <a:xfrm>
            <a:off x="6676158" y="7779190"/>
            <a:ext cx="294409"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62" name="Google Shape;1462;p90"/>
          <p:cNvSpPr/>
          <p:nvPr/>
        </p:nvSpPr>
        <p:spPr>
          <a:xfrm>
            <a:off x="6477000" y="7597588"/>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63" name="Google Shape;1463;p90"/>
          <p:cNvCxnSpPr/>
          <p:nvPr/>
        </p:nvCxnSpPr>
        <p:spPr>
          <a:xfrm>
            <a:off x="8491843" y="5687143"/>
            <a:ext cx="3700143" cy="2582786"/>
          </a:xfrm>
          <a:prstGeom prst="straightConnector1">
            <a:avLst/>
          </a:prstGeom>
          <a:noFill/>
          <a:ln cap="flat" cmpd="sng" w="63500">
            <a:solidFill>
              <a:srgbClr val="8B8FE5"/>
            </a:solidFill>
            <a:prstDash val="solid"/>
            <a:round/>
            <a:headEnd len="sm" w="sm" type="none"/>
            <a:tailEnd len="sm" w="sm" type="none"/>
          </a:ln>
        </p:spPr>
      </p:cxnSp>
      <p:cxnSp>
        <p:nvCxnSpPr>
          <p:cNvPr id="1464" name="Google Shape;1464;p90"/>
          <p:cNvCxnSpPr/>
          <p:nvPr/>
        </p:nvCxnSpPr>
        <p:spPr>
          <a:xfrm>
            <a:off x="8491842" y="5687146"/>
            <a:ext cx="6332506" cy="1291395"/>
          </a:xfrm>
          <a:prstGeom prst="straightConnector1">
            <a:avLst/>
          </a:prstGeom>
          <a:noFill/>
          <a:ln cap="flat" cmpd="sng" w="63500">
            <a:solidFill>
              <a:srgbClr val="8B8FE5"/>
            </a:solidFill>
            <a:prstDash val="solid"/>
            <a:round/>
            <a:headEnd len="sm" w="sm" type="none"/>
            <a:tailEnd len="sm" w="sm" type="none"/>
          </a:ln>
        </p:spPr>
      </p:cxnSp>
      <p:cxnSp>
        <p:nvCxnSpPr>
          <p:cNvPr id="1465" name="Google Shape;1465;p90"/>
          <p:cNvCxnSpPr/>
          <p:nvPr/>
        </p:nvCxnSpPr>
        <p:spPr>
          <a:xfrm flipH="1" rot="10800000">
            <a:off x="8491842" y="5244346"/>
            <a:ext cx="9207321" cy="442796"/>
          </a:xfrm>
          <a:prstGeom prst="straightConnector1">
            <a:avLst/>
          </a:prstGeom>
          <a:noFill/>
          <a:ln cap="flat" cmpd="sng" w="63500">
            <a:solidFill>
              <a:srgbClr val="8B8FE5"/>
            </a:solidFill>
            <a:prstDash val="solid"/>
            <a:round/>
            <a:headEnd len="sm" w="sm" type="none"/>
            <a:tailEnd len="sm" w="sm" type="none"/>
          </a:ln>
        </p:spPr>
      </p:cxnSp>
      <p:sp>
        <p:nvSpPr>
          <p:cNvPr id="1466" name="Google Shape;1466;p90"/>
          <p:cNvSpPr/>
          <p:nvPr/>
        </p:nvSpPr>
        <p:spPr>
          <a:xfrm>
            <a:off x="8442611" y="5639360"/>
            <a:ext cx="294409"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67" name="Google Shape;1467;p90"/>
          <p:cNvSpPr/>
          <p:nvPr/>
        </p:nvSpPr>
        <p:spPr>
          <a:xfrm>
            <a:off x="11836975" y="8048132"/>
            <a:ext cx="294409" cy="285748"/>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68" name="Google Shape;1468;p90"/>
          <p:cNvSpPr/>
          <p:nvPr/>
        </p:nvSpPr>
        <p:spPr>
          <a:xfrm>
            <a:off x="11637818" y="7866529"/>
            <a:ext cx="692727" cy="672352"/>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69" name="Google Shape;1469;p90"/>
          <p:cNvSpPr/>
          <p:nvPr/>
        </p:nvSpPr>
        <p:spPr>
          <a:xfrm>
            <a:off x="14607888" y="6905132"/>
            <a:ext cx="294411" cy="285748"/>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70" name="Google Shape;1470;p90"/>
          <p:cNvSpPr/>
          <p:nvPr/>
        </p:nvSpPr>
        <p:spPr>
          <a:xfrm>
            <a:off x="14408726" y="6723529"/>
            <a:ext cx="692729" cy="672352"/>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71" name="Google Shape;1471;p90"/>
          <p:cNvSpPr/>
          <p:nvPr/>
        </p:nvSpPr>
        <p:spPr>
          <a:xfrm>
            <a:off x="17794430" y="5022543"/>
            <a:ext cx="294409"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72" name="Google Shape;1472;p90"/>
          <p:cNvSpPr/>
          <p:nvPr/>
        </p:nvSpPr>
        <p:spPr>
          <a:xfrm>
            <a:off x="17595271" y="4840942"/>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73" name="Google Shape;1473;p90"/>
          <p:cNvSpPr/>
          <p:nvPr/>
        </p:nvSpPr>
        <p:spPr>
          <a:xfrm>
            <a:off x="4066759" y="2411197"/>
            <a:ext cx="6875307" cy="1897711"/>
          </a:xfrm>
          <a:prstGeom prst="rect">
            <a:avLst/>
          </a:prstGeom>
          <a:blipFill rotWithShape="1">
            <a:blip r:embed="rId8">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74" name="Google Shape;1474;p90"/>
          <p:cNvSpPr/>
          <p:nvPr/>
        </p:nvSpPr>
        <p:spPr>
          <a:xfrm>
            <a:off x="5948793" y="2905124"/>
            <a:ext cx="294409"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75" name="Google Shape;1475;p90"/>
          <p:cNvSpPr txBox="1"/>
          <p:nvPr/>
        </p:nvSpPr>
        <p:spPr>
          <a:xfrm>
            <a:off x="5354030" y="12039600"/>
            <a:ext cx="2898597" cy="6968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reference view</a:t>
            </a:r>
            <a:endParaRPr/>
          </a:p>
        </p:txBody>
      </p:sp>
      <p:sp>
        <p:nvSpPr>
          <p:cNvPr id="1476" name="Google Shape;1476;p90"/>
          <p:cNvSpPr txBox="1"/>
          <p:nvPr/>
        </p:nvSpPr>
        <p:spPr>
          <a:xfrm>
            <a:off x="13863259" y="12039600"/>
            <a:ext cx="3001735" cy="6968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neighbor views</a:t>
            </a:r>
            <a:endParaRPr/>
          </a:p>
        </p:txBody>
      </p:sp>
      <p:sp>
        <p:nvSpPr>
          <p:cNvPr id="1477" name="Google Shape;1477;p90"/>
          <p:cNvSpPr txBox="1"/>
          <p:nvPr/>
        </p:nvSpPr>
        <p:spPr>
          <a:xfrm>
            <a:off x="18088838" y="13129195"/>
            <a:ext cx="3017981" cy="382899"/>
          </a:xfrm>
          <a:prstGeom prst="rect">
            <a:avLst/>
          </a:prstGeom>
          <a:noFill/>
          <a:ln>
            <a:noFill/>
          </a:ln>
        </p:spPr>
        <p:txBody>
          <a:bodyPr anchorCtr="0" anchor="t" bIns="0" lIns="0" spcFirstLastPara="1" rIns="0" wrap="square" tIns="0">
            <a:spAutoFit/>
          </a:bodyPr>
          <a:lstStyle/>
          <a:p>
            <a:pPr indent="11396"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Source: Y. Furukawa</a:t>
            </a:r>
            <a:endParaRPr/>
          </a:p>
        </p:txBody>
      </p:sp>
      <p:pic>
        <p:nvPicPr>
          <p:cNvPr descr="Graphic 30" id="1478" name="Google Shape;1478;p90"/>
          <p:cNvPicPr preferRelativeResize="0"/>
          <p:nvPr/>
        </p:nvPicPr>
        <p:blipFill rotWithShape="1">
          <a:blip r:embed="rId9">
            <a:alphaModFix/>
          </a:blip>
          <a:srcRect b="0" l="0" r="0" t="0"/>
          <a:stretch/>
        </p:blipFill>
        <p:spPr>
          <a:xfrm rot="-2700000">
            <a:off x="2975523" y="11252040"/>
            <a:ext cx="1066801" cy="1346201"/>
          </a:xfrm>
          <a:prstGeom prst="rect">
            <a:avLst/>
          </a:prstGeom>
          <a:noFill/>
          <a:ln>
            <a:noFill/>
          </a:ln>
        </p:spPr>
      </p:pic>
      <p:sp>
        <p:nvSpPr>
          <p:cNvPr id="1479" name="Google Shape;1479;p90"/>
          <p:cNvSpPr txBox="1"/>
          <p:nvPr/>
        </p:nvSpPr>
        <p:spPr>
          <a:xfrm>
            <a:off x="644186" y="2151527"/>
            <a:ext cx="3143651" cy="1763659"/>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Photometric error across different depths</a:t>
            </a:r>
            <a:endParaRPr/>
          </a:p>
        </p:txBody>
      </p:sp>
      <p:sp>
        <p:nvSpPr>
          <p:cNvPr id="1480" name="Google Shape;1480;p90"/>
          <p:cNvSpPr txBox="1"/>
          <p:nvPr>
            <p:ph type="title"/>
          </p:nvPr>
        </p:nvSpPr>
        <p:spPr>
          <a:xfrm>
            <a:off x="740229" y="512537"/>
            <a:ext cx="22903544" cy="1642837"/>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sz="8800">
                <a:latin typeface="Helvetica Neue"/>
                <a:ea typeface="Helvetica Neue"/>
                <a:cs typeface="Helvetica Neue"/>
                <a:sym typeface="Helvetica Neue"/>
              </a:rPr>
              <a:t>Multi-view stereo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91"/>
          <p:cNvSpPr/>
          <p:nvPr/>
        </p:nvSpPr>
        <p:spPr>
          <a:xfrm>
            <a:off x="10875818" y="6140825"/>
            <a:ext cx="4502729" cy="5827060"/>
          </a:xfrm>
          <a:prstGeom prst="rect">
            <a:avLst/>
          </a:prstGeom>
          <a:blipFill rotWithShape="1">
            <a:blip r:embed="rId3">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86" name="Google Shape;1486;p91"/>
          <p:cNvSpPr/>
          <p:nvPr/>
        </p:nvSpPr>
        <p:spPr>
          <a:xfrm>
            <a:off x="13231090" y="4437531"/>
            <a:ext cx="4502729" cy="5827060"/>
          </a:xfrm>
          <a:prstGeom prst="rect">
            <a:avLst/>
          </a:prstGeom>
          <a:blipFill rotWithShape="1">
            <a:blip r:embed="rId4">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87" name="Google Shape;1487;p91"/>
          <p:cNvSpPr/>
          <p:nvPr/>
        </p:nvSpPr>
        <p:spPr>
          <a:xfrm>
            <a:off x="15447818" y="3048001"/>
            <a:ext cx="4502729" cy="5827060"/>
          </a:xfrm>
          <a:prstGeom prst="rect">
            <a:avLst/>
          </a:prstGeom>
          <a:blipFill rotWithShape="1">
            <a:blip r:embed="rId5">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88" name="Google Shape;1488;p91"/>
          <p:cNvSpPr/>
          <p:nvPr/>
        </p:nvSpPr>
        <p:spPr>
          <a:xfrm>
            <a:off x="4572000" y="6140825"/>
            <a:ext cx="4502729" cy="5827060"/>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89" name="Google Shape;1489;p91"/>
          <p:cNvCxnSpPr/>
          <p:nvPr/>
        </p:nvCxnSpPr>
        <p:spPr>
          <a:xfrm flipH="1">
            <a:off x="3879275" y="7933766"/>
            <a:ext cx="2944088" cy="3630703"/>
          </a:xfrm>
          <a:prstGeom prst="straightConnector1">
            <a:avLst/>
          </a:prstGeom>
          <a:noFill/>
          <a:ln cap="flat" cmpd="sng" w="63500">
            <a:solidFill>
              <a:srgbClr val="8B8FE5"/>
            </a:solidFill>
            <a:prstDash val="solid"/>
            <a:round/>
            <a:headEnd len="sm" w="sm" type="none"/>
            <a:tailEnd len="sm" w="sm" type="none"/>
          </a:ln>
        </p:spPr>
      </p:cxnSp>
      <p:cxnSp>
        <p:nvCxnSpPr>
          <p:cNvPr id="1490" name="Google Shape;1490;p91"/>
          <p:cNvCxnSpPr/>
          <p:nvPr/>
        </p:nvCxnSpPr>
        <p:spPr>
          <a:xfrm flipH="1">
            <a:off x="6823367" y="4303059"/>
            <a:ext cx="2944088" cy="3630704"/>
          </a:xfrm>
          <a:prstGeom prst="straightConnector1">
            <a:avLst/>
          </a:prstGeom>
          <a:noFill/>
          <a:ln cap="flat" cmpd="sng" w="63500">
            <a:solidFill>
              <a:srgbClr val="8B8FE5"/>
            </a:solidFill>
            <a:prstDash val="solid"/>
            <a:round/>
            <a:headEnd len="sm" w="sm" type="none"/>
            <a:tailEnd len="sm" w="sm" type="none"/>
          </a:ln>
        </p:spPr>
      </p:cxnSp>
      <p:sp>
        <p:nvSpPr>
          <p:cNvPr id="1491" name="Google Shape;1491;p91"/>
          <p:cNvSpPr/>
          <p:nvPr/>
        </p:nvSpPr>
        <p:spPr>
          <a:xfrm>
            <a:off x="6676158" y="7779190"/>
            <a:ext cx="294409"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92" name="Google Shape;1492;p91"/>
          <p:cNvSpPr/>
          <p:nvPr/>
        </p:nvSpPr>
        <p:spPr>
          <a:xfrm>
            <a:off x="6477000" y="7597588"/>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93" name="Google Shape;1493;p91"/>
          <p:cNvCxnSpPr/>
          <p:nvPr/>
        </p:nvCxnSpPr>
        <p:spPr>
          <a:xfrm>
            <a:off x="8838206" y="5283733"/>
            <a:ext cx="3561596" cy="3041753"/>
          </a:xfrm>
          <a:prstGeom prst="straightConnector1">
            <a:avLst/>
          </a:prstGeom>
          <a:noFill/>
          <a:ln cap="flat" cmpd="sng" w="63500">
            <a:solidFill>
              <a:srgbClr val="8B8FE5"/>
            </a:solidFill>
            <a:prstDash val="solid"/>
            <a:round/>
            <a:headEnd len="sm" w="sm" type="none"/>
            <a:tailEnd len="sm" w="sm" type="none"/>
          </a:ln>
        </p:spPr>
      </p:cxnSp>
      <p:cxnSp>
        <p:nvCxnSpPr>
          <p:cNvPr id="1494" name="Google Shape;1494;p91"/>
          <p:cNvCxnSpPr/>
          <p:nvPr/>
        </p:nvCxnSpPr>
        <p:spPr>
          <a:xfrm>
            <a:off x="8838207" y="5283729"/>
            <a:ext cx="6014832" cy="1590421"/>
          </a:xfrm>
          <a:prstGeom prst="straightConnector1">
            <a:avLst/>
          </a:prstGeom>
          <a:noFill/>
          <a:ln cap="flat" cmpd="sng" w="63500">
            <a:solidFill>
              <a:srgbClr val="8B8FE5"/>
            </a:solidFill>
            <a:prstDash val="solid"/>
            <a:round/>
            <a:headEnd len="sm" w="sm" type="none"/>
            <a:tailEnd len="sm" w="sm" type="none"/>
          </a:ln>
        </p:spPr>
      </p:cxnSp>
      <p:cxnSp>
        <p:nvCxnSpPr>
          <p:cNvPr id="1495" name="Google Shape;1495;p91"/>
          <p:cNvCxnSpPr/>
          <p:nvPr/>
        </p:nvCxnSpPr>
        <p:spPr>
          <a:xfrm flipH="1" rot="10800000">
            <a:off x="8838207" y="5070409"/>
            <a:ext cx="8979467" cy="213320"/>
          </a:xfrm>
          <a:prstGeom prst="straightConnector1">
            <a:avLst/>
          </a:prstGeom>
          <a:noFill/>
          <a:ln cap="flat" cmpd="sng" w="63500">
            <a:solidFill>
              <a:srgbClr val="8B8FE5"/>
            </a:solidFill>
            <a:prstDash val="solid"/>
            <a:round/>
            <a:headEnd len="sm" w="sm" type="none"/>
            <a:tailEnd len="sm" w="sm" type="none"/>
          </a:ln>
        </p:spPr>
      </p:cxnSp>
      <p:sp>
        <p:nvSpPr>
          <p:cNvPr id="1496" name="Google Shape;1496;p91"/>
          <p:cNvSpPr/>
          <p:nvPr/>
        </p:nvSpPr>
        <p:spPr>
          <a:xfrm>
            <a:off x="8788975" y="5235947"/>
            <a:ext cx="294409"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97" name="Google Shape;1497;p91"/>
          <p:cNvSpPr/>
          <p:nvPr/>
        </p:nvSpPr>
        <p:spPr>
          <a:xfrm>
            <a:off x="12252611" y="8048132"/>
            <a:ext cx="294409" cy="285748"/>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98" name="Google Shape;1498;p91"/>
          <p:cNvSpPr/>
          <p:nvPr/>
        </p:nvSpPr>
        <p:spPr>
          <a:xfrm>
            <a:off x="12053454" y="7866529"/>
            <a:ext cx="692727" cy="672352"/>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99" name="Google Shape;1499;p91"/>
          <p:cNvSpPr/>
          <p:nvPr/>
        </p:nvSpPr>
        <p:spPr>
          <a:xfrm>
            <a:off x="14607888" y="6636190"/>
            <a:ext cx="294411"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00" name="Google Shape;1500;p91"/>
          <p:cNvSpPr/>
          <p:nvPr/>
        </p:nvSpPr>
        <p:spPr>
          <a:xfrm>
            <a:off x="14408726" y="6454588"/>
            <a:ext cx="692729"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01" name="Google Shape;1501;p91"/>
          <p:cNvSpPr/>
          <p:nvPr/>
        </p:nvSpPr>
        <p:spPr>
          <a:xfrm>
            <a:off x="17809026" y="4927537"/>
            <a:ext cx="294411"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02" name="Google Shape;1502;p91"/>
          <p:cNvSpPr/>
          <p:nvPr/>
        </p:nvSpPr>
        <p:spPr>
          <a:xfrm>
            <a:off x="17595271" y="4706472"/>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03" name="Google Shape;1503;p91"/>
          <p:cNvSpPr/>
          <p:nvPr/>
        </p:nvSpPr>
        <p:spPr>
          <a:xfrm>
            <a:off x="4066759" y="2411197"/>
            <a:ext cx="6875307" cy="1897711"/>
          </a:xfrm>
          <a:prstGeom prst="rect">
            <a:avLst/>
          </a:prstGeom>
          <a:blipFill rotWithShape="1">
            <a:blip r:embed="rId8">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04" name="Google Shape;1504;p91"/>
          <p:cNvSpPr/>
          <p:nvPr/>
        </p:nvSpPr>
        <p:spPr>
          <a:xfrm>
            <a:off x="6252993" y="3215459"/>
            <a:ext cx="294409" cy="285749"/>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05" name="Google Shape;1505;p91"/>
          <p:cNvSpPr txBox="1"/>
          <p:nvPr/>
        </p:nvSpPr>
        <p:spPr>
          <a:xfrm>
            <a:off x="5354030" y="12039600"/>
            <a:ext cx="2898597" cy="6968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reference view</a:t>
            </a:r>
            <a:endParaRPr/>
          </a:p>
        </p:txBody>
      </p:sp>
      <p:sp>
        <p:nvSpPr>
          <p:cNvPr id="1506" name="Google Shape;1506;p91"/>
          <p:cNvSpPr txBox="1"/>
          <p:nvPr/>
        </p:nvSpPr>
        <p:spPr>
          <a:xfrm>
            <a:off x="13863259" y="12039600"/>
            <a:ext cx="3001735" cy="6968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neighbor views</a:t>
            </a:r>
            <a:endParaRPr/>
          </a:p>
        </p:txBody>
      </p:sp>
      <p:sp>
        <p:nvSpPr>
          <p:cNvPr id="1507" name="Google Shape;1507;p91"/>
          <p:cNvSpPr txBox="1"/>
          <p:nvPr/>
        </p:nvSpPr>
        <p:spPr>
          <a:xfrm>
            <a:off x="18088838" y="13129195"/>
            <a:ext cx="3017981" cy="382899"/>
          </a:xfrm>
          <a:prstGeom prst="rect">
            <a:avLst/>
          </a:prstGeom>
          <a:noFill/>
          <a:ln>
            <a:noFill/>
          </a:ln>
        </p:spPr>
        <p:txBody>
          <a:bodyPr anchorCtr="0" anchor="t" bIns="0" lIns="0" spcFirstLastPara="1" rIns="0" wrap="square" tIns="0">
            <a:spAutoFit/>
          </a:bodyPr>
          <a:lstStyle/>
          <a:p>
            <a:pPr indent="11396"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Source: Y. Furukawa</a:t>
            </a:r>
            <a:endParaRPr/>
          </a:p>
        </p:txBody>
      </p:sp>
      <p:pic>
        <p:nvPicPr>
          <p:cNvPr descr="Graphic 29" id="1508" name="Google Shape;1508;p91"/>
          <p:cNvPicPr preferRelativeResize="0"/>
          <p:nvPr/>
        </p:nvPicPr>
        <p:blipFill rotWithShape="1">
          <a:blip r:embed="rId9">
            <a:alphaModFix/>
          </a:blip>
          <a:srcRect b="0" l="0" r="0" t="0"/>
          <a:stretch/>
        </p:blipFill>
        <p:spPr>
          <a:xfrm rot="-2700000">
            <a:off x="2975523" y="11252040"/>
            <a:ext cx="1066801" cy="1346201"/>
          </a:xfrm>
          <a:prstGeom prst="rect">
            <a:avLst/>
          </a:prstGeom>
          <a:noFill/>
          <a:ln>
            <a:noFill/>
          </a:ln>
        </p:spPr>
      </p:pic>
      <p:sp>
        <p:nvSpPr>
          <p:cNvPr id="1509" name="Google Shape;1509;p91"/>
          <p:cNvSpPr txBox="1"/>
          <p:nvPr/>
        </p:nvSpPr>
        <p:spPr>
          <a:xfrm>
            <a:off x="644186" y="2151527"/>
            <a:ext cx="3143651" cy="1763659"/>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Photometric error across different depths</a:t>
            </a:r>
            <a:endParaRPr/>
          </a:p>
        </p:txBody>
      </p:sp>
      <p:sp>
        <p:nvSpPr>
          <p:cNvPr id="1510" name="Google Shape;1510;p91"/>
          <p:cNvSpPr txBox="1"/>
          <p:nvPr>
            <p:ph type="title"/>
          </p:nvPr>
        </p:nvSpPr>
        <p:spPr>
          <a:xfrm>
            <a:off x="740229" y="512537"/>
            <a:ext cx="22903544" cy="1642837"/>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sz="8800">
                <a:latin typeface="Helvetica Neue"/>
                <a:ea typeface="Helvetica Neue"/>
                <a:cs typeface="Helvetica Neue"/>
                <a:sym typeface="Helvetica Neue"/>
              </a:rPr>
              <a:t>Multi-view stereo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pic>
        <p:nvPicPr>
          <p:cNvPr descr="Graphic 31" id="1515" name="Google Shape;1515;p92"/>
          <p:cNvPicPr preferRelativeResize="0"/>
          <p:nvPr/>
        </p:nvPicPr>
        <p:blipFill rotWithShape="1">
          <a:blip r:embed="rId3">
            <a:alphaModFix/>
          </a:blip>
          <a:srcRect b="0" l="0" r="0" t="0"/>
          <a:stretch/>
        </p:blipFill>
        <p:spPr>
          <a:xfrm rot="-2700000">
            <a:off x="2975523" y="11252040"/>
            <a:ext cx="1066801" cy="1346201"/>
          </a:xfrm>
          <a:prstGeom prst="rect">
            <a:avLst/>
          </a:prstGeom>
          <a:noFill/>
          <a:ln>
            <a:noFill/>
          </a:ln>
        </p:spPr>
      </p:pic>
      <p:sp>
        <p:nvSpPr>
          <p:cNvPr id="1516" name="Google Shape;1516;p92"/>
          <p:cNvSpPr/>
          <p:nvPr/>
        </p:nvSpPr>
        <p:spPr>
          <a:xfrm>
            <a:off x="10875818" y="6140825"/>
            <a:ext cx="4502729" cy="5827060"/>
          </a:xfrm>
          <a:prstGeom prst="rect">
            <a:avLst/>
          </a:prstGeom>
          <a:blipFill rotWithShape="1">
            <a:blip r:embed="rId4">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17" name="Google Shape;1517;p92"/>
          <p:cNvSpPr/>
          <p:nvPr/>
        </p:nvSpPr>
        <p:spPr>
          <a:xfrm>
            <a:off x="13231090" y="4437531"/>
            <a:ext cx="4502729" cy="5827060"/>
          </a:xfrm>
          <a:prstGeom prst="rect">
            <a:avLst/>
          </a:prstGeom>
          <a:blipFill rotWithShape="1">
            <a:blip r:embed="rId5">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18" name="Google Shape;1518;p92"/>
          <p:cNvSpPr/>
          <p:nvPr/>
        </p:nvSpPr>
        <p:spPr>
          <a:xfrm>
            <a:off x="15447818" y="3048001"/>
            <a:ext cx="4502729" cy="5827060"/>
          </a:xfrm>
          <a:prstGeom prst="rect">
            <a:avLst/>
          </a:prstGeom>
          <a:blipFill rotWithShape="1">
            <a:blip r:embed="rId6">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19" name="Google Shape;1519;p92"/>
          <p:cNvSpPr/>
          <p:nvPr/>
        </p:nvSpPr>
        <p:spPr>
          <a:xfrm>
            <a:off x="4572000" y="6140825"/>
            <a:ext cx="4502729" cy="5827060"/>
          </a:xfrm>
          <a:prstGeom prst="rect">
            <a:avLst/>
          </a:prstGeom>
          <a:blipFill rotWithShape="1">
            <a:blip r:embed="rId7">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20" name="Google Shape;1520;p92"/>
          <p:cNvCxnSpPr/>
          <p:nvPr/>
        </p:nvCxnSpPr>
        <p:spPr>
          <a:xfrm flipH="1">
            <a:off x="3879275" y="7933766"/>
            <a:ext cx="2944088" cy="3630703"/>
          </a:xfrm>
          <a:prstGeom prst="straightConnector1">
            <a:avLst/>
          </a:prstGeom>
          <a:noFill/>
          <a:ln cap="flat" cmpd="sng" w="63500">
            <a:solidFill>
              <a:srgbClr val="8B8FE5"/>
            </a:solidFill>
            <a:prstDash val="solid"/>
            <a:round/>
            <a:headEnd len="sm" w="sm" type="none"/>
            <a:tailEnd len="sm" w="sm" type="none"/>
          </a:ln>
        </p:spPr>
      </p:cxnSp>
      <p:cxnSp>
        <p:nvCxnSpPr>
          <p:cNvPr id="1521" name="Google Shape;1521;p92"/>
          <p:cNvCxnSpPr/>
          <p:nvPr/>
        </p:nvCxnSpPr>
        <p:spPr>
          <a:xfrm flipH="1">
            <a:off x="6823367" y="4303059"/>
            <a:ext cx="2944088" cy="3630704"/>
          </a:xfrm>
          <a:prstGeom prst="straightConnector1">
            <a:avLst/>
          </a:prstGeom>
          <a:noFill/>
          <a:ln cap="flat" cmpd="sng" w="63500">
            <a:solidFill>
              <a:srgbClr val="8B8FE5"/>
            </a:solidFill>
            <a:prstDash val="solid"/>
            <a:round/>
            <a:headEnd len="sm" w="sm" type="none"/>
            <a:tailEnd len="sm" w="sm" type="none"/>
          </a:ln>
        </p:spPr>
      </p:cxnSp>
      <p:sp>
        <p:nvSpPr>
          <p:cNvPr id="1522" name="Google Shape;1522;p92"/>
          <p:cNvSpPr/>
          <p:nvPr/>
        </p:nvSpPr>
        <p:spPr>
          <a:xfrm>
            <a:off x="6676158" y="7779190"/>
            <a:ext cx="294409" cy="285749"/>
          </a:xfrm>
          <a:prstGeom prst="rect">
            <a:avLst/>
          </a:prstGeom>
          <a:blipFill rotWithShape="1">
            <a:blip r:embed="rId8">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23" name="Google Shape;1523;p92"/>
          <p:cNvSpPr/>
          <p:nvPr/>
        </p:nvSpPr>
        <p:spPr>
          <a:xfrm>
            <a:off x="6477000" y="7597588"/>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24" name="Google Shape;1524;p92"/>
          <p:cNvCxnSpPr/>
          <p:nvPr/>
        </p:nvCxnSpPr>
        <p:spPr>
          <a:xfrm>
            <a:off x="9184570" y="4959253"/>
            <a:ext cx="3492324" cy="3097286"/>
          </a:xfrm>
          <a:prstGeom prst="straightConnector1">
            <a:avLst/>
          </a:prstGeom>
          <a:noFill/>
          <a:ln cap="flat" cmpd="sng" w="63500">
            <a:solidFill>
              <a:srgbClr val="8B8FE5"/>
            </a:solidFill>
            <a:prstDash val="solid"/>
            <a:round/>
            <a:headEnd len="sm" w="sm" type="none"/>
            <a:tailEnd len="sm" w="sm" type="none"/>
          </a:ln>
        </p:spPr>
      </p:cxnSp>
      <p:cxnSp>
        <p:nvCxnSpPr>
          <p:cNvPr id="1525" name="Google Shape;1525;p92"/>
          <p:cNvCxnSpPr/>
          <p:nvPr/>
        </p:nvCxnSpPr>
        <p:spPr>
          <a:xfrm>
            <a:off x="9184569" y="4959253"/>
            <a:ext cx="5709051" cy="1550878"/>
          </a:xfrm>
          <a:prstGeom prst="straightConnector1">
            <a:avLst/>
          </a:prstGeom>
          <a:noFill/>
          <a:ln cap="flat" cmpd="sng" w="63500">
            <a:solidFill>
              <a:srgbClr val="8B8FE5"/>
            </a:solidFill>
            <a:prstDash val="solid"/>
            <a:round/>
            <a:headEnd len="sm" w="sm" type="none"/>
            <a:tailEnd len="sm" w="sm" type="none"/>
          </a:ln>
        </p:spPr>
      </p:cxnSp>
      <p:cxnSp>
        <p:nvCxnSpPr>
          <p:cNvPr id="1526" name="Google Shape;1526;p92"/>
          <p:cNvCxnSpPr/>
          <p:nvPr/>
        </p:nvCxnSpPr>
        <p:spPr>
          <a:xfrm flipH="1" rot="10800000">
            <a:off x="9184569" y="4896484"/>
            <a:ext cx="8895593" cy="62772"/>
          </a:xfrm>
          <a:prstGeom prst="straightConnector1">
            <a:avLst/>
          </a:prstGeom>
          <a:noFill/>
          <a:ln cap="flat" cmpd="sng" w="63500">
            <a:solidFill>
              <a:srgbClr val="8B8FE5"/>
            </a:solidFill>
            <a:prstDash val="solid"/>
            <a:round/>
            <a:headEnd len="sm" w="sm" type="none"/>
            <a:tailEnd len="sm" w="sm" type="none"/>
          </a:ln>
        </p:spPr>
      </p:cxnSp>
      <p:sp>
        <p:nvSpPr>
          <p:cNvPr id="1527" name="Google Shape;1527;p92"/>
          <p:cNvSpPr/>
          <p:nvPr/>
        </p:nvSpPr>
        <p:spPr>
          <a:xfrm>
            <a:off x="9135341" y="4911469"/>
            <a:ext cx="294411" cy="285749"/>
          </a:xfrm>
          <a:prstGeom prst="rect">
            <a:avLst/>
          </a:prstGeom>
          <a:blipFill rotWithShape="1">
            <a:blip r:embed="rId8">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28" name="Google Shape;1528;p92"/>
          <p:cNvSpPr/>
          <p:nvPr/>
        </p:nvSpPr>
        <p:spPr>
          <a:xfrm>
            <a:off x="12529704" y="7980895"/>
            <a:ext cx="294409" cy="285749"/>
          </a:xfrm>
          <a:prstGeom prst="rect">
            <a:avLst/>
          </a:prstGeom>
          <a:blipFill rotWithShape="1">
            <a:blip r:embed="rId8">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29" name="Google Shape;1529;p92"/>
          <p:cNvSpPr/>
          <p:nvPr/>
        </p:nvSpPr>
        <p:spPr>
          <a:xfrm>
            <a:off x="12330545" y="7799293"/>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0" name="Google Shape;1530;p92"/>
          <p:cNvSpPr/>
          <p:nvPr/>
        </p:nvSpPr>
        <p:spPr>
          <a:xfrm>
            <a:off x="14884978" y="6367250"/>
            <a:ext cx="294411" cy="285749"/>
          </a:xfrm>
          <a:prstGeom prst="rect">
            <a:avLst/>
          </a:prstGeom>
          <a:blipFill rotWithShape="1">
            <a:blip r:embed="rId8">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1" name="Google Shape;1531;p92"/>
          <p:cNvSpPr/>
          <p:nvPr/>
        </p:nvSpPr>
        <p:spPr>
          <a:xfrm>
            <a:off x="14685816" y="6185648"/>
            <a:ext cx="692729"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2" name="Google Shape;1532;p92"/>
          <p:cNvSpPr/>
          <p:nvPr/>
        </p:nvSpPr>
        <p:spPr>
          <a:xfrm>
            <a:off x="17794430" y="4753602"/>
            <a:ext cx="294409" cy="285749"/>
          </a:xfrm>
          <a:prstGeom prst="rect">
            <a:avLst/>
          </a:prstGeom>
          <a:blipFill rotWithShape="1">
            <a:blip r:embed="rId8">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3" name="Google Shape;1533;p92"/>
          <p:cNvSpPr/>
          <p:nvPr/>
        </p:nvSpPr>
        <p:spPr>
          <a:xfrm>
            <a:off x="17595271" y="4572000"/>
            <a:ext cx="692727" cy="672351"/>
          </a:xfrm>
          <a:prstGeom prst="rect">
            <a:avLst/>
          </a:prstGeom>
          <a:noFill/>
          <a:ln cap="flat" cmpd="sng" w="63500">
            <a:solidFill>
              <a:srgbClr val="FF26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4" name="Google Shape;1534;p92"/>
          <p:cNvSpPr/>
          <p:nvPr/>
        </p:nvSpPr>
        <p:spPr>
          <a:xfrm>
            <a:off x="4066759" y="2411197"/>
            <a:ext cx="6875307" cy="1897711"/>
          </a:xfrm>
          <a:prstGeom prst="rect">
            <a:avLst/>
          </a:prstGeom>
          <a:blipFill rotWithShape="1">
            <a:blip r:embed="rId9">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5" name="Google Shape;1535;p92"/>
          <p:cNvSpPr/>
          <p:nvPr/>
        </p:nvSpPr>
        <p:spPr>
          <a:xfrm>
            <a:off x="6798078" y="3468668"/>
            <a:ext cx="294409" cy="285749"/>
          </a:xfrm>
          <a:prstGeom prst="rect">
            <a:avLst/>
          </a:prstGeom>
          <a:blipFill rotWithShape="1">
            <a:blip r:embed="rId8">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6" name="Google Shape;1536;p92"/>
          <p:cNvSpPr txBox="1"/>
          <p:nvPr/>
        </p:nvSpPr>
        <p:spPr>
          <a:xfrm>
            <a:off x="5354030" y="12039600"/>
            <a:ext cx="2898597" cy="6968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reference view</a:t>
            </a:r>
            <a:endParaRPr/>
          </a:p>
        </p:txBody>
      </p:sp>
      <p:sp>
        <p:nvSpPr>
          <p:cNvPr id="1537" name="Google Shape;1537;p92"/>
          <p:cNvSpPr txBox="1"/>
          <p:nvPr/>
        </p:nvSpPr>
        <p:spPr>
          <a:xfrm>
            <a:off x="13863259" y="12039600"/>
            <a:ext cx="3001735" cy="6968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neighbor views</a:t>
            </a:r>
            <a:endParaRPr/>
          </a:p>
        </p:txBody>
      </p:sp>
      <p:sp>
        <p:nvSpPr>
          <p:cNvPr id="1538" name="Google Shape;1538;p92"/>
          <p:cNvSpPr txBox="1"/>
          <p:nvPr/>
        </p:nvSpPr>
        <p:spPr>
          <a:xfrm>
            <a:off x="18088838" y="13129195"/>
            <a:ext cx="3017981" cy="382899"/>
          </a:xfrm>
          <a:prstGeom prst="rect">
            <a:avLst/>
          </a:prstGeom>
          <a:noFill/>
          <a:ln>
            <a:noFill/>
          </a:ln>
        </p:spPr>
        <p:txBody>
          <a:bodyPr anchorCtr="0" anchor="t" bIns="0" lIns="0" spcFirstLastPara="1" rIns="0" wrap="square" tIns="0">
            <a:spAutoFit/>
          </a:bodyPr>
          <a:lstStyle/>
          <a:p>
            <a:pPr indent="11396"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Source: Y. Furukawa</a:t>
            </a:r>
            <a:endParaRPr/>
          </a:p>
        </p:txBody>
      </p:sp>
      <p:sp>
        <p:nvSpPr>
          <p:cNvPr id="1539" name="Google Shape;1539;p92"/>
          <p:cNvSpPr txBox="1"/>
          <p:nvPr/>
        </p:nvSpPr>
        <p:spPr>
          <a:xfrm>
            <a:off x="3048002" y="9954824"/>
            <a:ext cx="18429930" cy="2717336"/>
          </a:xfrm>
          <a:prstGeom prst="rect">
            <a:avLst/>
          </a:prstGeom>
          <a:solidFill>
            <a:srgbClr val="F2F2F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400"/>
              <a:buFont typeface="Helvetica Neue Light"/>
              <a:buNone/>
            </a:pPr>
            <a:r>
              <a:rPr b="0" i="0" lang="en-US" sz="8400" u="none" cap="none" strike="noStrike">
                <a:solidFill>
                  <a:srgbClr val="000000"/>
                </a:solidFill>
                <a:latin typeface="Helvetica Neue Light"/>
                <a:ea typeface="Helvetica Neue Light"/>
                <a:cs typeface="Helvetica Neue Light"/>
                <a:sym typeface="Helvetica Neue Light"/>
              </a:rPr>
              <a:t>Solve for a depth map over the whole reference view</a:t>
            </a:r>
            <a:endParaRPr/>
          </a:p>
        </p:txBody>
      </p:sp>
      <p:sp>
        <p:nvSpPr>
          <p:cNvPr id="1540" name="Google Shape;1540;p92"/>
          <p:cNvSpPr txBox="1"/>
          <p:nvPr/>
        </p:nvSpPr>
        <p:spPr>
          <a:xfrm>
            <a:off x="644186" y="2151527"/>
            <a:ext cx="3143651" cy="1763659"/>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Times New Roman"/>
              <a:buNone/>
            </a:pPr>
            <a:r>
              <a:rPr b="0" i="0" lang="en-US" sz="3600" u="none" cap="none" strike="noStrike">
                <a:solidFill>
                  <a:srgbClr val="000000"/>
                </a:solidFill>
                <a:latin typeface="Times New Roman"/>
                <a:ea typeface="Times New Roman"/>
                <a:cs typeface="Times New Roman"/>
                <a:sym typeface="Times New Roman"/>
              </a:rPr>
              <a:t>Photometric error across different depths</a:t>
            </a:r>
            <a:endParaRPr/>
          </a:p>
        </p:txBody>
      </p:sp>
      <p:sp>
        <p:nvSpPr>
          <p:cNvPr id="1541" name="Google Shape;1541;p92"/>
          <p:cNvSpPr txBox="1"/>
          <p:nvPr>
            <p:ph type="title"/>
          </p:nvPr>
        </p:nvSpPr>
        <p:spPr>
          <a:xfrm>
            <a:off x="740229" y="512537"/>
            <a:ext cx="22903544" cy="1642837"/>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sz="8800">
                <a:latin typeface="Helvetica Neue"/>
                <a:ea typeface="Helvetica Neue"/>
                <a:cs typeface="Helvetica Neue"/>
                <a:sym typeface="Helvetica Neue"/>
              </a:rPr>
              <a:t>Multi-view stereo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93"/>
          <p:cNvSpPr txBox="1"/>
          <p:nvPr>
            <p:ph type="title"/>
          </p:nvPr>
        </p:nvSpPr>
        <p:spPr>
          <a:xfrm>
            <a:off x="740229" y="512537"/>
            <a:ext cx="22903544" cy="1642837"/>
          </a:xfrm>
          <a:prstGeom prst="rect">
            <a:avLst/>
          </a:prstGeom>
          <a:noFill/>
          <a:ln>
            <a:noFill/>
          </a:ln>
        </p:spPr>
        <p:txBody>
          <a:bodyPr anchorCtr="0" anchor="ctr" bIns="91425" lIns="91425" spcFirstLastPara="1" rIns="91425" wrap="square" tIns="91425">
            <a:normAutofit/>
          </a:bodyPr>
          <a:lstStyle/>
          <a:p>
            <a:pPr indent="0" lvl="0" marL="0" marR="0" rtl="0" algn="l">
              <a:lnSpc>
                <a:spcPct val="90000"/>
              </a:lnSpc>
              <a:spcBef>
                <a:spcPts val="0"/>
              </a:spcBef>
              <a:spcAft>
                <a:spcPts val="0"/>
              </a:spcAft>
              <a:buClr>
                <a:srgbClr val="000000"/>
              </a:buClr>
              <a:buSzPts val="7200"/>
              <a:buFont typeface="Helvetica Neue"/>
              <a:buNone/>
            </a:pPr>
            <a:r>
              <a:rPr lang="en-US">
                <a:latin typeface="Helvetica Neue"/>
                <a:ea typeface="Helvetica Neue"/>
                <a:cs typeface="Helvetica Neue"/>
                <a:sym typeface="Helvetica Neue"/>
              </a:rPr>
              <a:t>Multi-view stereo: advantages</a:t>
            </a:r>
            <a:endParaRPr/>
          </a:p>
        </p:txBody>
      </p:sp>
      <p:sp>
        <p:nvSpPr>
          <p:cNvPr id="1547" name="Google Shape;1547;p93"/>
          <p:cNvSpPr txBox="1"/>
          <p:nvPr>
            <p:ph idx="1" type="body"/>
          </p:nvPr>
        </p:nvSpPr>
        <p:spPr>
          <a:xfrm>
            <a:off x="754482" y="2735514"/>
            <a:ext cx="22889290" cy="9806670"/>
          </a:xfrm>
          <a:prstGeom prst="rect">
            <a:avLst/>
          </a:prstGeom>
          <a:noFill/>
          <a:ln>
            <a:noFill/>
          </a:ln>
        </p:spPr>
        <p:txBody>
          <a:bodyPr anchorCtr="0" anchor="t" bIns="91425" lIns="91425" spcFirstLastPara="1" rIns="91425" wrap="square" tIns="91425">
            <a:normAutofit/>
          </a:bodyPr>
          <a:lstStyle/>
          <a:p>
            <a:pPr indent="-457200" lvl="0" marL="457200" rtl="0" algn="l">
              <a:lnSpc>
                <a:spcPct val="90000"/>
              </a:lnSpc>
              <a:spcBef>
                <a:spcPts val="0"/>
              </a:spcBef>
              <a:spcAft>
                <a:spcPts val="0"/>
              </a:spcAft>
              <a:buClr>
                <a:srgbClr val="000000"/>
              </a:buClr>
              <a:buSzPts val="5600"/>
              <a:buChar char="•"/>
            </a:pPr>
            <a:r>
              <a:rPr lang="en-US">
                <a:latin typeface="Helvetica Neue"/>
                <a:ea typeface="Helvetica Neue"/>
                <a:cs typeface="Helvetica Neue"/>
                <a:sym typeface="Helvetica Neue"/>
              </a:rPr>
              <a:t>Can match windows using more than 1 neighbor, giving a </a:t>
            </a:r>
            <a:r>
              <a:rPr b="1" lang="en-US"/>
              <a:t>stronger match signal</a:t>
            </a:r>
            <a:endParaRPr b="1"/>
          </a:p>
          <a:p>
            <a:pPr indent="-101600" lvl="0" marL="457200" rtl="0" algn="l">
              <a:lnSpc>
                <a:spcPct val="90000"/>
              </a:lnSpc>
              <a:spcBef>
                <a:spcPts val="2000"/>
              </a:spcBef>
              <a:spcAft>
                <a:spcPts val="0"/>
              </a:spcAft>
              <a:buClr>
                <a:srgbClr val="000000"/>
              </a:buClr>
              <a:buSzPts val="5600"/>
              <a:buNone/>
            </a:pPr>
            <a:r>
              <a:t/>
            </a:r>
            <a:endParaRPr b="1"/>
          </a:p>
          <a:p>
            <a:pPr indent="-457200" lvl="0" marL="457200" rtl="0" algn="l">
              <a:lnSpc>
                <a:spcPct val="90000"/>
              </a:lnSpc>
              <a:spcBef>
                <a:spcPts val="2000"/>
              </a:spcBef>
              <a:spcAft>
                <a:spcPts val="0"/>
              </a:spcAft>
              <a:buClr>
                <a:srgbClr val="000000"/>
              </a:buClr>
              <a:buSzPts val="5600"/>
              <a:buChar char="•"/>
            </a:pPr>
            <a:r>
              <a:rPr lang="en-US">
                <a:latin typeface="Helvetica Neue"/>
                <a:ea typeface="Helvetica Neue"/>
                <a:cs typeface="Helvetica Neue"/>
                <a:sym typeface="Helvetica Neue"/>
              </a:rPr>
              <a:t>If you have lots of potential neighbors, can </a:t>
            </a:r>
            <a:r>
              <a:rPr b="1" lang="en-US"/>
              <a:t>choose</a:t>
            </a:r>
            <a:r>
              <a:rPr lang="en-US">
                <a:latin typeface="Helvetica Neue"/>
                <a:ea typeface="Helvetica Neue"/>
                <a:cs typeface="Helvetica Neue"/>
                <a:sym typeface="Helvetica Neue"/>
              </a:rPr>
              <a:t> </a:t>
            </a:r>
            <a:r>
              <a:rPr b="1" lang="en-US"/>
              <a:t>the best subset </a:t>
            </a:r>
            <a:r>
              <a:rPr lang="en-US">
                <a:latin typeface="Helvetica Neue"/>
                <a:ea typeface="Helvetica Neue"/>
                <a:cs typeface="Helvetica Neue"/>
                <a:sym typeface="Helvetica Neue"/>
              </a:rPr>
              <a:t>of neighbors to match per reference image</a:t>
            </a:r>
            <a:endParaRPr/>
          </a:p>
          <a:p>
            <a:pPr indent="-101600" lvl="0" marL="457200" rtl="0" algn="l">
              <a:lnSpc>
                <a:spcPct val="90000"/>
              </a:lnSpc>
              <a:spcBef>
                <a:spcPts val="2000"/>
              </a:spcBef>
              <a:spcAft>
                <a:spcPts val="0"/>
              </a:spcAft>
              <a:buClr>
                <a:srgbClr val="000000"/>
              </a:buClr>
              <a:buSzPts val="5600"/>
              <a:buNone/>
            </a:pPr>
            <a:r>
              <a:t/>
            </a:r>
            <a:endParaRPr>
              <a:latin typeface="Helvetica Neue"/>
              <a:ea typeface="Helvetica Neue"/>
              <a:cs typeface="Helvetica Neue"/>
              <a:sym typeface="Helvetica Neue"/>
            </a:endParaRPr>
          </a:p>
          <a:p>
            <a:pPr indent="-457200" lvl="0" marL="457200" rtl="0" algn="l">
              <a:lnSpc>
                <a:spcPct val="90000"/>
              </a:lnSpc>
              <a:spcBef>
                <a:spcPts val="2000"/>
              </a:spcBef>
              <a:spcAft>
                <a:spcPts val="0"/>
              </a:spcAft>
              <a:buClr>
                <a:srgbClr val="000000"/>
              </a:buClr>
              <a:buSzPts val="5600"/>
              <a:buChar char="•"/>
            </a:pPr>
            <a:r>
              <a:rPr lang="en-US">
                <a:latin typeface="Helvetica Neue"/>
                <a:ea typeface="Helvetica Neue"/>
                <a:cs typeface="Helvetica Neue"/>
                <a:sym typeface="Helvetica Neue"/>
              </a:rPr>
              <a:t>Can reconstruct a depth map for each reference frame, and the merge into a </a:t>
            </a:r>
            <a:r>
              <a:rPr b="1" lang="en-US"/>
              <a:t>complete 3D model</a:t>
            </a:r>
            <a:endParaRPr/>
          </a:p>
        </p:txBody>
      </p:sp>
      <p:sp>
        <p:nvSpPr>
          <p:cNvPr id="1548" name="Google Shape;1548;p93"/>
          <p:cNvSpPr txBox="1"/>
          <p:nvPr/>
        </p:nvSpPr>
        <p:spPr>
          <a:xfrm>
            <a:off x="21303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7">
                                            <p:txEl>
                                              <p:pRg end="0" st="0"/>
                                            </p:txEl>
                                          </p:spTgt>
                                        </p:tgtEl>
                                        <p:attrNameLst>
                                          <p:attrName>style.visibility</p:attrName>
                                        </p:attrNameLst>
                                      </p:cBhvr>
                                      <p:to>
                                        <p:strVal val="visible"/>
                                      </p:to>
                                    </p:set>
                                    <p:animEffect filter="fade" transition="in">
                                      <p:cBhvr>
                                        <p:cTn dur="500"/>
                                        <p:tgtEl>
                                          <p:spTgt spid="15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7">
                                            <p:txEl>
                                              <p:pRg end="1" st="1"/>
                                            </p:txEl>
                                          </p:spTgt>
                                        </p:tgtEl>
                                        <p:attrNameLst>
                                          <p:attrName>style.visibility</p:attrName>
                                        </p:attrNameLst>
                                      </p:cBhvr>
                                      <p:to>
                                        <p:strVal val="visible"/>
                                      </p:to>
                                    </p:set>
                                    <p:animEffect filter="fade" transition="in">
                                      <p:cBhvr>
                                        <p:cTn dur="500"/>
                                        <p:tgtEl>
                                          <p:spTgt spid="15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7">
                                            <p:txEl>
                                              <p:pRg end="2" st="2"/>
                                            </p:txEl>
                                          </p:spTgt>
                                        </p:tgtEl>
                                        <p:attrNameLst>
                                          <p:attrName>style.visibility</p:attrName>
                                        </p:attrNameLst>
                                      </p:cBhvr>
                                      <p:to>
                                        <p:strVal val="visible"/>
                                      </p:to>
                                    </p:set>
                                    <p:animEffect filter="fade" transition="in">
                                      <p:cBhvr>
                                        <p:cTn dur="500"/>
                                        <p:tgtEl>
                                          <p:spTgt spid="15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7">
                                            <p:txEl>
                                              <p:pRg end="3" st="3"/>
                                            </p:txEl>
                                          </p:spTgt>
                                        </p:tgtEl>
                                        <p:attrNameLst>
                                          <p:attrName>style.visibility</p:attrName>
                                        </p:attrNameLst>
                                      </p:cBhvr>
                                      <p:to>
                                        <p:strVal val="visible"/>
                                      </p:to>
                                    </p:set>
                                    <p:animEffect filter="fade" transition="in">
                                      <p:cBhvr>
                                        <p:cTn dur="500"/>
                                        <p:tgtEl>
                                          <p:spTgt spid="15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7">
                                            <p:txEl>
                                              <p:pRg end="4" st="4"/>
                                            </p:txEl>
                                          </p:spTgt>
                                        </p:tgtEl>
                                        <p:attrNameLst>
                                          <p:attrName>style.visibility</p:attrName>
                                        </p:attrNameLst>
                                      </p:cBhvr>
                                      <p:to>
                                        <p:strVal val="visible"/>
                                      </p:to>
                                    </p:set>
                                    <p:animEffect filter="fade" transition="in">
                                      <p:cBhvr>
                                        <p:cTn dur="500"/>
                                        <p:tgtEl>
                                          <p:spTgt spid="154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grpSp>
        <p:nvGrpSpPr>
          <p:cNvPr id="1553" name="Google Shape;1553;p94"/>
          <p:cNvGrpSpPr/>
          <p:nvPr/>
        </p:nvGrpSpPr>
        <p:grpSpPr>
          <a:xfrm>
            <a:off x="3657600" y="5486400"/>
            <a:ext cx="2590800" cy="1371600"/>
            <a:chOff x="0" y="0"/>
            <a:chExt cx="2590800" cy="1371600"/>
          </a:xfrm>
        </p:grpSpPr>
        <p:sp>
          <p:nvSpPr>
            <p:cNvPr id="1554" name="Google Shape;1554;p94"/>
            <p:cNvSpPr/>
            <p:nvPr/>
          </p:nvSpPr>
          <p:spPr>
            <a:xfrm>
              <a:off x="0" y="0"/>
              <a:ext cx="2590800" cy="1371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55" name="Google Shape;1555;p94"/>
            <p:cNvSpPr txBox="1"/>
            <p:nvPr/>
          </p:nvSpPr>
          <p:spPr>
            <a:xfrm>
              <a:off x="535461" y="193776"/>
              <a:ext cx="1519878" cy="984048"/>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width of </a:t>
              </a:r>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 pixel</a:t>
              </a:r>
              <a:endParaRPr/>
            </a:p>
          </p:txBody>
        </p:sp>
      </p:grpSp>
      <p:cxnSp>
        <p:nvCxnSpPr>
          <p:cNvPr id="1556" name="Google Shape;1556;p94"/>
          <p:cNvCxnSpPr/>
          <p:nvPr/>
        </p:nvCxnSpPr>
        <p:spPr>
          <a:xfrm flipH="1">
            <a:off x="6254752" y="3200401"/>
            <a:ext cx="2584450" cy="4425952"/>
          </a:xfrm>
          <a:prstGeom prst="straightConnector1">
            <a:avLst/>
          </a:prstGeom>
          <a:noFill/>
          <a:ln cap="flat" cmpd="sng" w="38100">
            <a:solidFill>
              <a:srgbClr val="FF0000"/>
            </a:solidFill>
            <a:prstDash val="solid"/>
            <a:round/>
            <a:headEnd len="sm" w="sm" type="none"/>
            <a:tailEnd len="sm" w="sm" type="none"/>
          </a:ln>
        </p:spPr>
      </p:cxnSp>
      <p:cxnSp>
        <p:nvCxnSpPr>
          <p:cNvPr id="1557" name="Google Shape;1557;p94"/>
          <p:cNvCxnSpPr/>
          <p:nvPr/>
        </p:nvCxnSpPr>
        <p:spPr>
          <a:xfrm flipH="1">
            <a:off x="6254752" y="3657601"/>
            <a:ext cx="3346451" cy="3968751"/>
          </a:xfrm>
          <a:prstGeom prst="straightConnector1">
            <a:avLst/>
          </a:prstGeom>
          <a:noFill/>
          <a:ln cap="flat" cmpd="sng" w="38100">
            <a:solidFill>
              <a:srgbClr val="FF0000"/>
            </a:solidFill>
            <a:prstDash val="solid"/>
            <a:round/>
            <a:headEnd len="sm" w="sm" type="none"/>
            <a:tailEnd len="sm" w="sm" type="none"/>
          </a:ln>
        </p:spPr>
      </p:cxnSp>
      <p:cxnSp>
        <p:nvCxnSpPr>
          <p:cNvPr id="1558" name="Google Shape;1558;p94"/>
          <p:cNvCxnSpPr/>
          <p:nvPr/>
        </p:nvCxnSpPr>
        <p:spPr>
          <a:xfrm rot="10800000">
            <a:off x="7467599" y="3352800"/>
            <a:ext cx="3048002" cy="4267200"/>
          </a:xfrm>
          <a:prstGeom prst="straightConnector1">
            <a:avLst/>
          </a:prstGeom>
          <a:noFill/>
          <a:ln cap="flat" cmpd="sng" w="38100">
            <a:solidFill>
              <a:srgbClr val="0563C1"/>
            </a:solidFill>
            <a:prstDash val="solid"/>
            <a:round/>
            <a:headEnd len="sm" w="sm" type="none"/>
            <a:tailEnd len="sm" w="sm" type="none"/>
          </a:ln>
        </p:spPr>
      </p:cxnSp>
      <p:cxnSp>
        <p:nvCxnSpPr>
          <p:cNvPr id="1559" name="Google Shape;1559;p94"/>
          <p:cNvCxnSpPr/>
          <p:nvPr/>
        </p:nvCxnSpPr>
        <p:spPr>
          <a:xfrm rot="10800000">
            <a:off x="7010400" y="4114800"/>
            <a:ext cx="3505200" cy="3505200"/>
          </a:xfrm>
          <a:prstGeom prst="straightConnector1">
            <a:avLst/>
          </a:prstGeom>
          <a:noFill/>
          <a:ln cap="flat" cmpd="sng" w="38100">
            <a:solidFill>
              <a:srgbClr val="0563C1"/>
            </a:solidFill>
            <a:prstDash val="solid"/>
            <a:round/>
            <a:headEnd len="sm" w="sm" type="none"/>
            <a:tailEnd len="sm" w="sm" type="none"/>
          </a:ln>
        </p:spPr>
      </p:cxnSp>
      <p:sp>
        <p:nvSpPr>
          <p:cNvPr id="1560" name="Google Shape;1560;p94"/>
          <p:cNvSpPr txBox="1"/>
          <p:nvPr>
            <p:ph type="title"/>
          </p:nvPr>
        </p:nvSpPr>
        <p:spPr>
          <a:xfrm>
            <a:off x="740229" y="512537"/>
            <a:ext cx="22903544" cy="1642837"/>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Clr>
                <a:srgbClr val="000000"/>
              </a:buClr>
              <a:buSzPts val="7200"/>
              <a:buFont typeface="Open Sans"/>
              <a:buNone/>
            </a:pPr>
            <a:r>
              <a:rPr b="1" lang="en-US" sz="7200">
                <a:latin typeface="Open Sans"/>
                <a:ea typeface="Open Sans"/>
                <a:cs typeface="Open Sans"/>
                <a:sym typeface="Open Sans"/>
              </a:rPr>
              <a:t>Choosing the stereo baseline</a:t>
            </a:r>
            <a:endParaRPr/>
          </a:p>
        </p:txBody>
      </p:sp>
      <p:sp>
        <p:nvSpPr>
          <p:cNvPr id="1561" name="Google Shape;1561;p94"/>
          <p:cNvSpPr txBox="1"/>
          <p:nvPr>
            <p:ph idx="1" type="body"/>
          </p:nvPr>
        </p:nvSpPr>
        <p:spPr>
          <a:xfrm>
            <a:off x="3962400" y="9601200"/>
            <a:ext cx="16459200" cy="33528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rgbClr val="000000"/>
              </a:buClr>
              <a:buSzPts val="5600"/>
              <a:buNone/>
            </a:pPr>
            <a:r>
              <a:rPr lang="en-US" sz="5600">
                <a:latin typeface="Georgia"/>
                <a:ea typeface="Georgia"/>
                <a:cs typeface="Georgia"/>
                <a:sym typeface="Georgia"/>
              </a:rPr>
              <a:t>What’s the optimal baseline?</a:t>
            </a:r>
            <a:endParaRPr/>
          </a:p>
          <a:p>
            <a:pPr indent="-457200" lvl="1" marL="914400" rtl="0" algn="l">
              <a:lnSpc>
                <a:spcPct val="90000"/>
              </a:lnSpc>
              <a:spcBef>
                <a:spcPts val="1000"/>
              </a:spcBef>
              <a:spcAft>
                <a:spcPts val="0"/>
              </a:spcAft>
              <a:buClr>
                <a:srgbClr val="000000"/>
              </a:buClr>
              <a:buSzPts val="4800"/>
              <a:buChar char="•"/>
            </a:pPr>
            <a:r>
              <a:rPr lang="en-US" sz="4800"/>
              <a:t>Too small:  large depth error</a:t>
            </a:r>
            <a:endParaRPr/>
          </a:p>
          <a:p>
            <a:pPr indent="-457200" lvl="1" marL="914400" rtl="0" algn="l">
              <a:lnSpc>
                <a:spcPct val="90000"/>
              </a:lnSpc>
              <a:spcBef>
                <a:spcPts val="1000"/>
              </a:spcBef>
              <a:spcAft>
                <a:spcPts val="0"/>
              </a:spcAft>
              <a:buClr>
                <a:srgbClr val="000000"/>
              </a:buClr>
              <a:buSzPts val="4800"/>
              <a:buChar char="•"/>
            </a:pPr>
            <a:r>
              <a:rPr lang="en-US" sz="4800"/>
              <a:t>Too large:  difficult search problem</a:t>
            </a:r>
            <a:endParaRPr/>
          </a:p>
        </p:txBody>
      </p:sp>
      <p:sp>
        <p:nvSpPr>
          <p:cNvPr id="1562" name="Google Shape;1562;p94"/>
          <p:cNvSpPr/>
          <p:nvPr/>
        </p:nvSpPr>
        <p:spPr>
          <a:xfrm>
            <a:off x="6248400" y="7467600"/>
            <a:ext cx="152400"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63" name="Google Shape;1563;p94"/>
          <p:cNvSpPr/>
          <p:nvPr/>
        </p:nvSpPr>
        <p:spPr>
          <a:xfrm>
            <a:off x="10363200" y="7467600"/>
            <a:ext cx="152400"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64" name="Google Shape;1564;p94"/>
          <p:cNvCxnSpPr/>
          <p:nvPr/>
        </p:nvCxnSpPr>
        <p:spPr>
          <a:xfrm>
            <a:off x="5334000" y="6858000"/>
            <a:ext cx="1981200" cy="0"/>
          </a:xfrm>
          <a:prstGeom prst="straightConnector1">
            <a:avLst/>
          </a:prstGeom>
          <a:noFill/>
          <a:ln cap="flat" cmpd="sng" w="25400">
            <a:solidFill>
              <a:srgbClr val="000000"/>
            </a:solidFill>
            <a:prstDash val="solid"/>
            <a:round/>
            <a:headEnd len="sm" w="sm" type="none"/>
            <a:tailEnd len="sm" w="sm" type="none"/>
          </a:ln>
        </p:spPr>
      </p:cxnSp>
      <p:cxnSp>
        <p:nvCxnSpPr>
          <p:cNvPr id="1565" name="Google Shape;1565;p94"/>
          <p:cNvCxnSpPr/>
          <p:nvPr/>
        </p:nvCxnSpPr>
        <p:spPr>
          <a:xfrm>
            <a:off x="9448800" y="6858000"/>
            <a:ext cx="1981200" cy="0"/>
          </a:xfrm>
          <a:prstGeom prst="straightConnector1">
            <a:avLst/>
          </a:prstGeom>
          <a:noFill/>
          <a:ln cap="flat" cmpd="sng" w="25400">
            <a:solidFill>
              <a:srgbClr val="000000"/>
            </a:solidFill>
            <a:prstDash val="solid"/>
            <a:round/>
            <a:headEnd len="sm" w="sm" type="none"/>
            <a:tailEnd len="sm" w="sm" type="none"/>
          </a:ln>
        </p:spPr>
      </p:cxnSp>
      <p:sp>
        <p:nvSpPr>
          <p:cNvPr id="1566" name="Google Shape;1566;p94"/>
          <p:cNvSpPr/>
          <p:nvPr/>
        </p:nvSpPr>
        <p:spPr>
          <a:xfrm>
            <a:off x="12954000" y="2743200"/>
            <a:ext cx="6705600" cy="5334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67" name="Google Shape;1567;p94"/>
          <p:cNvCxnSpPr/>
          <p:nvPr/>
        </p:nvCxnSpPr>
        <p:spPr>
          <a:xfrm flipH="1">
            <a:off x="15392399" y="3047999"/>
            <a:ext cx="1828801" cy="4572002"/>
          </a:xfrm>
          <a:prstGeom prst="straightConnector1">
            <a:avLst/>
          </a:prstGeom>
          <a:noFill/>
          <a:ln cap="flat" cmpd="sng" w="38100">
            <a:solidFill>
              <a:srgbClr val="FF0000"/>
            </a:solidFill>
            <a:prstDash val="solid"/>
            <a:round/>
            <a:headEnd len="sm" w="sm" type="none"/>
            <a:tailEnd len="sm" w="sm" type="none"/>
          </a:ln>
        </p:spPr>
      </p:cxnSp>
      <p:cxnSp>
        <p:nvCxnSpPr>
          <p:cNvPr id="1568" name="Google Shape;1568;p94"/>
          <p:cNvCxnSpPr/>
          <p:nvPr/>
        </p:nvCxnSpPr>
        <p:spPr>
          <a:xfrm>
            <a:off x="14782800" y="6858000"/>
            <a:ext cx="1981200" cy="0"/>
          </a:xfrm>
          <a:prstGeom prst="straightConnector1">
            <a:avLst/>
          </a:prstGeom>
          <a:noFill/>
          <a:ln cap="flat" cmpd="sng" w="25400">
            <a:solidFill>
              <a:srgbClr val="000000"/>
            </a:solidFill>
            <a:prstDash val="solid"/>
            <a:round/>
            <a:headEnd len="sm" w="sm" type="none"/>
            <a:tailEnd len="sm" w="sm" type="none"/>
          </a:ln>
        </p:spPr>
      </p:cxnSp>
      <p:cxnSp>
        <p:nvCxnSpPr>
          <p:cNvPr id="1569" name="Google Shape;1569;p94"/>
          <p:cNvCxnSpPr/>
          <p:nvPr/>
        </p:nvCxnSpPr>
        <p:spPr>
          <a:xfrm>
            <a:off x="15697200" y="6858000"/>
            <a:ext cx="1981200" cy="0"/>
          </a:xfrm>
          <a:prstGeom prst="straightConnector1">
            <a:avLst/>
          </a:prstGeom>
          <a:noFill/>
          <a:ln cap="flat" cmpd="sng" w="25400">
            <a:solidFill>
              <a:srgbClr val="000000"/>
            </a:solidFill>
            <a:prstDash val="solid"/>
            <a:round/>
            <a:headEnd len="sm" w="sm" type="none"/>
            <a:tailEnd len="sm" w="sm" type="none"/>
          </a:ln>
        </p:spPr>
      </p:cxnSp>
      <p:cxnSp>
        <p:nvCxnSpPr>
          <p:cNvPr id="1570" name="Google Shape;1570;p94"/>
          <p:cNvCxnSpPr/>
          <p:nvPr/>
        </p:nvCxnSpPr>
        <p:spPr>
          <a:xfrm flipH="1">
            <a:off x="15392400" y="2743199"/>
            <a:ext cx="914401" cy="4876802"/>
          </a:xfrm>
          <a:prstGeom prst="straightConnector1">
            <a:avLst/>
          </a:prstGeom>
          <a:noFill/>
          <a:ln cap="flat" cmpd="sng" w="38100">
            <a:solidFill>
              <a:srgbClr val="FF0000"/>
            </a:solidFill>
            <a:prstDash val="solid"/>
            <a:round/>
            <a:headEnd len="sm" w="sm" type="none"/>
            <a:tailEnd len="sm" w="sm" type="none"/>
          </a:ln>
        </p:spPr>
      </p:cxnSp>
      <p:cxnSp>
        <p:nvCxnSpPr>
          <p:cNvPr id="1571" name="Google Shape;1571;p94"/>
          <p:cNvCxnSpPr/>
          <p:nvPr/>
        </p:nvCxnSpPr>
        <p:spPr>
          <a:xfrm rot="10800000">
            <a:off x="16306799" y="2743200"/>
            <a:ext cx="457201" cy="4876800"/>
          </a:xfrm>
          <a:prstGeom prst="straightConnector1">
            <a:avLst/>
          </a:prstGeom>
          <a:noFill/>
          <a:ln cap="flat" cmpd="sng" w="38100">
            <a:solidFill>
              <a:srgbClr val="0563C1"/>
            </a:solidFill>
            <a:prstDash val="solid"/>
            <a:round/>
            <a:headEnd len="sm" w="sm" type="none"/>
            <a:tailEnd len="sm" w="sm" type="none"/>
          </a:ln>
        </p:spPr>
      </p:cxnSp>
      <p:cxnSp>
        <p:nvCxnSpPr>
          <p:cNvPr id="1572" name="Google Shape;1572;p94"/>
          <p:cNvCxnSpPr/>
          <p:nvPr/>
        </p:nvCxnSpPr>
        <p:spPr>
          <a:xfrm rot="10800000">
            <a:off x="15392399" y="3200399"/>
            <a:ext cx="1371601" cy="4419602"/>
          </a:xfrm>
          <a:prstGeom prst="straightConnector1">
            <a:avLst/>
          </a:prstGeom>
          <a:noFill/>
          <a:ln cap="flat" cmpd="sng" w="38100">
            <a:solidFill>
              <a:srgbClr val="0563C1"/>
            </a:solidFill>
            <a:prstDash val="solid"/>
            <a:round/>
            <a:headEnd len="sm" w="sm" type="none"/>
            <a:tailEnd len="sm" w="sm" type="none"/>
          </a:ln>
        </p:spPr>
      </p:cxnSp>
      <p:sp>
        <p:nvSpPr>
          <p:cNvPr id="1573" name="Google Shape;1573;p94"/>
          <p:cNvSpPr/>
          <p:nvPr/>
        </p:nvSpPr>
        <p:spPr>
          <a:xfrm>
            <a:off x="8121650" y="4832350"/>
            <a:ext cx="152400"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74" name="Google Shape;1574;p94"/>
          <p:cNvSpPr/>
          <p:nvPr/>
        </p:nvSpPr>
        <p:spPr>
          <a:xfrm>
            <a:off x="16154400" y="4832350"/>
            <a:ext cx="152400"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75" name="Google Shape;1575;p94"/>
          <p:cNvSpPr/>
          <p:nvPr/>
        </p:nvSpPr>
        <p:spPr>
          <a:xfrm>
            <a:off x="15351126" y="7467600"/>
            <a:ext cx="152401"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76" name="Google Shape;1576;p94"/>
          <p:cNvSpPr/>
          <p:nvPr/>
        </p:nvSpPr>
        <p:spPr>
          <a:xfrm>
            <a:off x="16678276" y="7467600"/>
            <a:ext cx="152401"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77" name="Google Shape;1577;p94"/>
          <p:cNvSpPr txBox="1"/>
          <p:nvPr/>
        </p:nvSpPr>
        <p:spPr>
          <a:xfrm>
            <a:off x="6175839" y="8256838"/>
            <a:ext cx="4171028" cy="7996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000000"/>
                </a:solidFill>
                <a:latin typeface="Arial"/>
                <a:ea typeface="Arial"/>
                <a:cs typeface="Arial"/>
                <a:sym typeface="Arial"/>
              </a:rPr>
              <a:t>Large Baseline</a:t>
            </a:r>
            <a:endParaRPr/>
          </a:p>
        </p:txBody>
      </p:sp>
      <p:sp>
        <p:nvSpPr>
          <p:cNvPr id="1578" name="Google Shape;1578;p94"/>
          <p:cNvSpPr txBox="1"/>
          <p:nvPr/>
        </p:nvSpPr>
        <p:spPr>
          <a:xfrm>
            <a:off x="14203366" y="8256838"/>
            <a:ext cx="4140196" cy="7996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000000"/>
                </a:solidFill>
                <a:latin typeface="Arial"/>
                <a:ea typeface="Arial"/>
                <a:cs typeface="Arial"/>
                <a:sym typeface="Arial"/>
              </a:rPr>
              <a:t>Small Baseline</a:t>
            </a:r>
            <a:endParaRPr/>
          </a:p>
        </p:txBody>
      </p:sp>
      <p:cxnSp>
        <p:nvCxnSpPr>
          <p:cNvPr id="1579" name="Google Shape;1579;p94"/>
          <p:cNvCxnSpPr/>
          <p:nvPr/>
        </p:nvCxnSpPr>
        <p:spPr>
          <a:xfrm>
            <a:off x="5638799" y="6400800"/>
            <a:ext cx="1066802" cy="457200"/>
          </a:xfrm>
          <a:prstGeom prst="straightConnector1">
            <a:avLst/>
          </a:prstGeom>
          <a:noFill/>
          <a:ln cap="flat" cmpd="sng" w="25400">
            <a:solidFill>
              <a:srgbClr val="000000"/>
            </a:solidFill>
            <a:prstDash val="solid"/>
            <a:round/>
            <a:headEnd len="sm" w="sm" type="none"/>
            <a:tailEnd len="med" w="med" type="triangle"/>
          </a:ln>
        </p:spPr>
      </p:cxnSp>
      <p:grpSp>
        <p:nvGrpSpPr>
          <p:cNvPr id="1580" name="Google Shape;1580;p94"/>
          <p:cNvGrpSpPr/>
          <p:nvPr/>
        </p:nvGrpSpPr>
        <p:grpSpPr>
          <a:xfrm>
            <a:off x="12649200" y="3749775"/>
            <a:ext cx="2590800" cy="1796850"/>
            <a:chOff x="0" y="-1"/>
            <a:chExt cx="2590800" cy="1796848"/>
          </a:xfrm>
        </p:grpSpPr>
        <p:sp>
          <p:nvSpPr>
            <p:cNvPr id="1581" name="Google Shape;1581;p94"/>
            <p:cNvSpPr/>
            <p:nvPr/>
          </p:nvSpPr>
          <p:spPr>
            <a:xfrm>
              <a:off x="0" y="212623"/>
              <a:ext cx="2590800" cy="1371601"/>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Times New Roman"/>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82" name="Google Shape;1582;p94"/>
            <p:cNvSpPr txBox="1"/>
            <p:nvPr/>
          </p:nvSpPr>
          <p:spPr>
            <a:xfrm>
              <a:off x="140099" y="-1"/>
              <a:ext cx="2310602" cy="1796848"/>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all of these</a:t>
              </a:r>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points project</a:t>
              </a:r>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to the same </a:t>
              </a:r>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pair of pixels</a:t>
              </a:r>
              <a:endParaRPr/>
            </a:p>
          </p:txBody>
        </p:sp>
      </p:grpSp>
      <p:cxnSp>
        <p:nvCxnSpPr>
          <p:cNvPr id="1583" name="Google Shape;1583;p94"/>
          <p:cNvCxnSpPr/>
          <p:nvPr/>
        </p:nvCxnSpPr>
        <p:spPr>
          <a:xfrm flipH="1" rot="10800000">
            <a:off x="14935199" y="4571999"/>
            <a:ext cx="1219201" cy="304802"/>
          </a:xfrm>
          <a:prstGeom prst="straightConnector1">
            <a:avLst/>
          </a:prstGeom>
          <a:noFill/>
          <a:ln cap="flat" cmpd="sng" w="25400">
            <a:solidFill>
              <a:srgbClr val="00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95"/>
          <p:cNvSpPr/>
          <p:nvPr/>
        </p:nvSpPr>
        <p:spPr>
          <a:xfrm>
            <a:off x="3505200" y="0"/>
            <a:ext cx="17526000" cy="2743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FFFF"/>
              </a:buClr>
              <a:buSzPts val="4800"/>
              <a:buFont typeface="Times New Roman"/>
              <a:buNone/>
            </a:pPr>
            <a:r>
              <a:t/>
            </a:r>
            <a:endParaRPr b="0" i="0" sz="4800" u="none" cap="none" strike="noStrike">
              <a:solidFill>
                <a:srgbClr val="FFFFFF"/>
              </a:solidFill>
              <a:latin typeface="Times New Roman"/>
              <a:ea typeface="Times New Roman"/>
              <a:cs typeface="Times New Roman"/>
              <a:sym typeface="Times New Roman"/>
            </a:endParaRPr>
          </a:p>
        </p:txBody>
      </p:sp>
      <p:sp>
        <p:nvSpPr>
          <p:cNvPr id="1589" name="Google Shape;1589;p95"/>
          <p:cNvSpPr txBox="1"/>
          <p:nvPr>
            <p:ph type="title"/>
          </p:nvPr>
        </p:nvSpPr>
        <p:spPr>
          <a:xfrm>
            <a:off x="3962400" y="304800"/>
            <a:ext cx="164592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sz="8800">
                <a:latin typeface="Helvetica Neue"/>
                <a:ea typeface="Helvetica Neue"/>
                <a:cs typeface="Helvetica Neue"/>
                <a:sym typeface="Helvetica Neue"/>
              </a:rPr>
              <a:t>Multiple-baseline stereo</a:t>
            </a:r>
            <a:endParaRPr/>
          </a:p>
        </p:txBody>
      </p:sp>
      <p:grpSp>
        <p:nvGrpSpPr>
          <p:cNvPr id="1590" name="Google Shape;1590;p95"/>
          <p:cNvGrpSpPr/>
          <p:nvPr/>
        </p:nvGrpSpPr>
        <p:grpSpPr>
          <a:xfrm>
            <a:off x="3048000" y="2438400"/>
            <a:ext cx="10401300" cy="2438400"/>
            <a:chOff x="0" y="0"/>
            <a:chExt cx="10401300" cy="2438400"/>
          </a:xfrm>
        </p:grpSpPr>
        <p:pic>
          <p:nvPicPr>
            <p:cNvPr descr="Object 3" id="1591" name="Google Shape;1591;p95"/>
            <p:cNvPicPr preferRelativeResize="0"/>
            <p:nvPr/>
          </p:nvPicPr>
          <p:blipFill rotWithShape="1">
            <a:blip r:embed="rId3">
              <a:alphaModFix/>
            </a:blip>
            <a:srcRect b="0" l="0" r="0" t="0"/>
            <a:stretch/>
          </p:blipFill>
          <p:spPr>
            <a:xfrm>
              <a:off x="0" y="0"/>
              <a:ext cx="10401300" cy="2012950"/>
            </a:xfrm>
            <a:prstGeom prst="rect">
              <a:avLst/>
            </a:prstGeom>
            <a:noFill/>
            <a:ln>
              <a:noFill/>
            </a:ln>
          </p:spPr>
        </p:pic>
        <p:grpSp>
          <p:nvGrpSpPr>
            <p:cNvPr id="1592" name="Google Shape;1592;p95"/>
            <p:cNvGrpSpPr/>
            <p:nvPr/>
          </p:nvGrpSpPr>
          <p:grpSpPr>
            <a:xfrm>
              <a:off x="1981200" y="1676400"/>
              <a:ext cx="7010400" cy="762000"/>
              <a:chOff x="0" y="0"/>
              <a:chExt cx="7010400" cy="762000"/>
            </a:xfrm>
          </p:grpSpPr>
          <p:sp>
            <p:nvSpPr>
              <p:cNvPr id="1593" name="Google Shape;1593;p95"/>
              <p:cNvSpPr/>
              <p:nvPr/>
            </p:nvSpPr>
            <p:spPr>
              <a:xfrm>
                <a:off x="0" y="0"/>
                <a:ext cx="7010400" cy="762000"/>
              </a:xfrm>
              <a:prstGeom prst="rect">
                <a:avLst/>
              </a:prstGeom>
              <a:noFill/>
              <a:ln cap="flat" cmpd="sng" w="254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1594" name="Google Shape;1594;p95"/>
              <p:cNvSpPr txBox="1"/>
              <p:nvPr/>
            </p:nvSpPr>
            <p:spPr>
              <a:xfrm>
                <a:off x="3318509" y="92176"/>
                <a:ext cx="373381" cy="577648"/>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z</a:t>
                </a:r>
                <a:endParaRPr/>
              </a:p>
            </p:txBody>
          </p:sp>
        </p:grpSp>
      </p:grpSp>
      <p:cxnSp>
        <p:nvCxnSpPr>
          <p:cNvPr id="1595" name="Google Shape;1595;p95"/>
          <p:cNvCxnSpPr/>
          <p:nvPr/>
        </p:nvCxnSpPr>
        <p:spPr>
          <a:xfrm flipH="1">
            <a:off x="16979899" y="1981199"/>
            <a:ext cx="1828801" cy="4572002"/>
          </a:xfrm>
          <a:prstGeom prst="straightConnector1">
            <a:avLst/>
          </a:prstGeom>
          <a:noFill/>
          <a:ln cap="flat" cmpd="sng" w="38100">
            <a:solidFill>
              <a:srgbClr val="0000FF"/>
            </a:solidFill>
            <a:prstDash val="solid"/>
            <a:round/>
            <a:headEnd len="sm" w="sm" type="none"/>
            <a:tailEnd len="sm" w="sm" type="none"/>
          </a:ln>
        </p:spPr>
      </p:cxnSp>
      <p:cxnSp>
        <p:nvCxnSpPr>
          <p:cNvPr id="1596" name="Google Shape;1596;p95"/>
          <p:cNvCxnSpPr/>
          <p:nvPr/>
        </p:nvCxnSpPr>
        <p:spPr>
          <a:xfrm>
            <a:off x="16459200" y="5791200"/>
            <a:ext cx="1219200" cy="0"/>
          </a:xfrm>
          <a:prstGeom prst="straightConnector1">
            <a:avLst/>
          </a:prstGeom>
          <a:noFill/>
          <a:ln cap="flat" cmpd="sng" w="25400">
            <a:solidFill>
              <a:srgbClr val="000000"/>
            </a:solidFill>
            <a:prstDash val="solid"/>
            <a:round/>
            <a:headEnd len="sm" w="sm" type="none"/>
            <a:tailEnd len="sm" w="sm" type="none"/>
          </a:ln>
        </p:spPr>
      </p:cxnSp>
      <p:cxnSp>
        <p:nvCxnSpPr>
          <p:cNvPr id="1597" name="Google Shape;1597;p95"/>
          <p:cNvCxnSpPr/>
          <p:nvPr/>
        </p:nvCxnSpPr>
        <p:spPr>
          <a:xfrm>
            <a:off x="17830800" y="5791200"/>
            <a:ext cx="1219200" cy="0"/>
          </a:xfrm>
          <a:prstGeom prst="straightConnector1">
            <a:avLst/>
          </a:prstGeom>
          <a:noFill/>
          <a:ln cap="flat" cmpd="sng" w="25400">
            <a:solidFill>
              <a:srgbClr val="000000"/>
            </a:solidFill>
            <a:prstDash val="solid"/>
            <a:round/>
            <a:headEnd len="sm" w="sm" type="none"/>
            <a:tailEnd len="sm" w="sm" type="none"/>
          </a:ln>
        </p:spPr>
      </p:cxnSp>
      <p:cxnSp>
        <p:nvCxnSpPr>
          <p:cNvPr id="1598" name="Google Shape;1598;p95"/>
          <p:cNvCxnSpPr/>
          <p:nvPr/>
        </p:nvCxnSpPr>
        <p:spPr>
          <a:xfrm flipH="1">
            <a:off x="16979900" y="1676399"/>
            <a:ext cx="914401" cy="4876802"/>
          </a:xfrm>
          <a:prstGeom prst="straightConnector1">
            <a:avLst/>
          </a:prstGeom>
          <a:noFill/>
          <a:ln cap="flat" cmpd="sng" w="38100">
            <a:solidFill>
              <a:srgbClr val="0000FF"/>
            </a:solidFill>
            <a:prstDash val="solid"/>
            <a:round/>
            <a:headEnd len="sm" w="sm" type="none"/>
            <a:tailEnd len="sm" w="sm" type="none"/>
          </a:ln>
        </p:spPr>
      </p:cxnSp>
      <p:cxnSp>
        <p:nvCxnSpPr>
          <p:cNvPr id="1599" name="Google Shape;1599;p95"/>
          <p:cNvCxnSpPr/>
          <p:nvPr/>
        </p:nvCxnSpPr>
        <p:spPr>
          <a:xfrm flipH="1" rot="10800000">
            <a:off x="18351498" y="1676399"/>
            <a:ext cx="88902" cy="4876802"/>
          </a:xfrm>
          <a:prstGeom prst="straightConnector1">
            <a:avLst/>
          </a:prstGeom>
          <a:noFill/>
          <a:ln cap="flat" cmpd="sng" w="38100">
            <a:solidFill>
              <a:srgbClr val="FF0000"/>
            </a:solidFill>
            <a:prstDash val="dash"/>
            <a:round/>
            <a:headEnd len="sm" w="sm" type="none"/>
            <a:tailEnd len="sm" w="sm" type="none"/>
          </a:ln>
        </p:spPr>
      </p:cxnSp>
      <p:cxnSp>
        <p:nvCxnSpPr>
          <p:cNvPr id="1600" name="Google Shape;1600;p95"/>
          <p:cNvCxnSpPr/>
          <p:nvPr/>
        </p:nvCxnSpPr>
        <p:spPr>
          <a:xfrm rot="10800000">
            <a:off x="17526000" y="5029199"/>
            <a:ext cx="825501" cy="1524002"/>
          </a:xfrm>
          <a:prstGeom prst="straightConnector1">
            <a:avLst/>
          </a:prstGeom>
          <a:noFill/>
          <a:ln cap="flat" cmpd="sng" w="38100">
            <a:solidFill>
              <a:srgbClr val="FF0000"/>
            </a:solidFill>
            <a:prstDash val="dash"/>
            <a:round/>
            <a:headEnd len="sm" w="sm" type="none"/>
            <a:tailEnd len="sm" w="sm" type="none"/>
          </a:ln>
        </p:spPr>
      </p:cxnSp>
      <p:sp>
        <p:nvSpPr>
          <p:cNvPr id="1601" name="Google Shape;1601;p95"/>
          <p:cNvSpPr/>
          <p:nvPr/>
        </p:nvSpPr>
        <p:spPr>
          <a:xfrm>
            <a:off x="17741900" y="3657600"/>
            <a:ext cx="152400"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FFFF"/>
              </a:buClr>
              <a:buSzPts val="4800"/>
              <a:buFont typeface="Times New Roman"/>
              <a:buNone/>
            </a:pPr>
            <a:r>
              <a:t/>
            </a:r>
            <a:endParaRPr b="0" i="0" sz="4800" u="none" cap="none" strike="noStrike">
              <a:solidFill>
                <a:srgbClr val="FFFFFF"/>
              </a:solidFill>
              <a:latin typeface="Times New Roman"/>
              <a:ea typeface="Times New Roman"/>
              <a:cs typeface="Times New Roman"/>
              <a:sym typeface="Times New Roman"/>
            </a:endParaRPr>
          </a:p>
        </p:txBody>
      </p:sp>
      <p:sp>
        <p:nvSpPr>
          <p:cNvPr id="1602" name="Google Shape;1602;p95"/>
          <p:cNvSpPr/>
          <p:nvPr/>
        </p:nvSpPr>
        <p:spPr>
          <a:xfrm>
            <a:off x="16938626" y="6400800"/>
            <a:ext cx="152401"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FFFF"/>
              </a:buClr>
              <a:buSzPts val="4800"/>
              <a:buFont typeface="Times New Roman"/>
              <a:buNone/>
            </a:pPr>
            <a:r>
              <a:t/>
            </a:r>
            <a:endParaRPr b="0" i="0" sz="4800" u="none" cap="none" strike="noStrike">
              <a:solidFill>
                <a:srgbClr val="FFFFFF"/>
              </a:solidFill>
              <a:latin typeface="Times New Roman"/>
              <a:ea typeface="Times New Roman"/>
              <a:cs typeface="Times New Roman"/>
              <a:sym typeface="Times New Roman"/>
            </a:endParaRPr>
          </a:p>
        </p:txBody>
      </p:sp>
      <p:sp>
        <p:nvSpPr>
          <p:cNvPr id="1603" name="Google Shape;1603;p95"/>
          <p:cNvSpPr/>
          <p:nvPr/>
        </p:nvSpPr>
        <p:spPr>
          <a:xfrm>
            <a:off x="18265776" y="6400800"/>
            <a:ext cx="152401"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FFFF"/>
              </a:buClr>
              <a:buSzPts val="4800"/>
              <a:buFont typeface="Times New Roman"/>
              <a:buNone/>
            </a:pPr>
            <a:r>
              <a:t/>
            </a:r>
            <a:endParaRPr b="0" i="0" sz="4800" u="none" cap="none" strike="noStrike">
              <a:solidFill>
                <a:srgbClr val="FFFFFF"/>
              </a:solidFill>
              <a:latin typeface="Times New Roman"/>
              <a:ea typeface="Times New Roman"/>
              <a:cs typeface="Times New Roman"/>
              <a:sym typeface="Times New Roman"/>
            </a:endParaRPr>
          </a:p>
        </p:txBody>
      </p:sp>
      <p:cxnSp>
        <p:nvCxnSpPr>
          <p:cNvPr id="1604" name="Google Shape;1604;p95"/>
          <p:cNvCxnSpPr/>
          <p:nvPr/>
        </p:nvCxnSpPr>
        <p:spPr>
          <a:xfrm flipH="1" rot="10800000">
            <a:off x="17449800" y="1676399"/>
            <a:ext cx="914401" cy="3352802"/>
          </a:xfrm>
          <a:prstGeom prst="straightConnector1">
            <a:avLst/>
          </a:prstGeom>
          <a:noFill/>
          <a:ln cap="flat" cmpd="sng" w="38100">
            <a:solidFill>
              <a:srgbClr val="000000"/>
            </a:solidFill>
            <a:prstDash val="dash"/>
            <a:round/>
            <a:headEnd len="sm" w="sm" type="none"/>
            <a:tailEnd len="sm" w="sm" type="none"/>
          </a:ln>
        </p:spPr>
      </p:cxnSp>
      <p:grpSp>
        <p:nvGrpSpPr>
          <p:cNvPr id="1605" name="Google Shape;1605;p95"/>
          <p:cNvGrpSpPr/>
          <p:nvPr/>
        </p:nvGrpSpPr>
        <p:grpSpPr>
          <a:xfrm>
            <a:off x="3048000" y="7238999"/>
            <a:ext cx="17221203" cy="4724404"/>
            <a:chOff x="0" y="-1"/>
            <a:chExt cx="17221202" cy="4724403"/>
          </a:xfrm>
        </p:grpSpPr>
        <p:pic>
          <p:nvPicPr>
            <p:cNvPr descr="Object 2" id="1606" name="Google Shape;1606;p95"/>
            <p:cNvPicPr preferRelativeResize="0"/>
            <p:nvPr/>
          </p:nvPicPr>
          <p:blipFill rotWithShape="1">
            <a:blip r:embed="rId4">
              <a:alphaModFix/>
            </a:blip>
            <a:srcRect b="0" l="0" r="0" t="0"/>
            <a:stretch/>
          </p:blipFill>
          <p:spPr>
            <a:xfrm>
              <a:off x="0" y="1165225"/>
              <a:ext cx="10385425" cy="1882775"/>
            </a:xfrm>
            <a:prstGeom prst="rect">
              <a:avLst/>
            </a:prstGeom>
            <a:noFill/>
            <a:ln>
              <a:noFill/>
            </a:ln>
          </p:spPr>
        </p:pic>
        <p:grpSp>
          <p:nvGrpSpPr>
            <p:cNvPr id="1607" name="Google Shape;1607;p95"/>
            <p:cNvGrpSpPr/>
            <p:nvPr/>
          </p:nvGrpSpPr>
          <p:grpSpPr>
            <a:xfrm>
              <a:off x="10210800" y="-1"/>
              <a:ext cx="7010402" cy="4724403"/>
              <a:chOff x="0" y="-1"/>
              <a:chExt cx="7010400" cy="4724402"/>
            </a:xfrm>
          </p:grpSpPr>
          <p:cxnSp>
            <p:nvCxnSpPr>
              <p:cNvPr id="1608" name="Google Shape;1608;p95"/>
              <p:cNvCxnSpPr/>
              <p:nvPr/>
            </p:nvCxnSpPr>
            <p:spPr>
              <a:xfrm flipH="1">
                <a:off x="2597150" y="298449"/>
                <a:ext cx="2584451" cy="4425952"/>
              </a:xfrm>
              <a:prstGeom prst="straightConnector1">
                <a:avLst/>
              </a:prstGeom>
              <a:noFill/>
              <a:ln cap="flat" cmpd="sng" w="38100">
                <a:solidFill>
                  <a:srgbClr val="0000FF"/>
                </a:solidFill>
                <a:prstDash val="solid"/>
                <a:round/>
                <a:headEnd len="sm" w="sm" type="none"/>
                <a:tailEnd len="sm" w="sm" type="none"/>
              </a:ln>
            </p:spPr>
          </p:cxnSp>
          <p:cxnSp>
            <p:nvCxnSpPr>
              <p:cNvPr id="1609" name="Google Shape;1609;p95"/>
              <p:cNvCxnSpPr/>
              <p:nvPr/>
            </p:nvCxnSpPr>
            <p:spPr>
              <a:xfrm flipH="1">
                <a:off x="2597149" y="755649"/>
                <a:ext cx="3346452" cy="3968752"/>
              </a:xfrm>
              <a:prstGeom prst="straightConnector1">
                <a:avLst/>
              </a:prstGeom>
              <a:noFill/>
              <a:ln cap="flat" cmpd="sng" w="38100">
                <a:solidFill>
                  <a:srgbClr val="0000FF"/>
                </a:solidFill>
                <a:prstDash val="solid"/>
                <a:round/>
                <a:headEnd len="sm" w="sm" type="none"/>
                <a:tailEnd len="sm" w="sm" type="none"/>
              </a:ln>
            </p:spPr>
          </p:cxnSp>
          <p:cxnSp>
            <p:nvCxnSpPr>
              <p:cNvPr id="1610" name="Google Shape;1610;p95"/>
              <p:cNvCxnSpPr/>
              <p:nvPr/>
            </p:nvCxnSpPr>
            <p:spPr>
              <a:xfrm rot="10800000">
                <a:off x="5943600" y="-1"/>
                <a:ext cx="914401" cy="4718052"/>
              </a:xfrm>
              <a:prstGeom prst="straightConnector1">
                <a:avLst/>
              </a:prstGeom>
              <a:noFill/>
              <a:ln cap="flat" cmpd="sng" w="38100">
                <a:solidFill>
                  <a:srgbClr val="FF0000"/>
                </a:solidFill>
                <a:prstDash val="dash"/>
                <a:round/>
                <a:headEnd len="sm" w="sm" type="none"/>
                <a:tailEnd len="sm" w="sm" type="none"/>
              </a:ln>
            </p:spPr>
          </p:cxnSp>
          <p:cxnSp>
            <p:nvCxnSpPr>
              <p:cNvPr id="1611" name="Google Shape;1611;p95"/>
              <p:cNvCxnSpPr/>
              <p:nvPr/>
            </p:nvCxnSpPr>
            <p:spPr>
              <a:xfrm rot="10800000">
                <a:off x="3657599" y="3200399"/>
                <a:ext cx="3200401" cy="1517652"/>
              </a:xfrm>
              <a:prstGeom prst="straightConnector1">
                <a:avLst/>
              </a:prstGeom>
              <a:noFill/>
              <a:ln cap="flat" cmpd="sng" w="38100">
                <a:solidFill>
                  <a:srgbClr val="FF0000"/>
                </a:solidFill>
                <a:prstDash val="dash"/>
                <a:round/>
                <a:headEnd len="sm" w="sm" type="none"/>
                <a:tailEnd len="sm" w="sm" type="none"/>
              </a:ln>
            </p:spPr>
          </p:cxnSp>
          <p:sp>
            <p:nvSpPr>
              <p:cNvPr id="1612" name="Google Shape;1612;p95"/>
              <p:cNvSpPr/>
              <p:nvPr/>
            </p:nvSpPr>
            <p:spPr>
              <a:xfrm>
                <a:off x="2590800" y="4565650"/>
                <a:ext cx="152400"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FFFF"/>
                  </a:buClr>
                  <a:buSzPts val="4800"/>
                  <a:buFont typeface="Times New Roman"/>
                  <a:buNone/>
                </a:pPr>
                <a:r>
                  <a:t/>
                </a:r>
                <a:endParaRPr b="0" i="0" sz="4800" u="none" cap="none" strike="noStrike">
                  <a:solidFill>
                    <a:srgbClr val="FFFFFF"/>
                  </a:solidFill>
                  <a:latin typeface="Times New Roman"/>
                  <a:ea typeface="Times New Roman"/>
                  <a:cs typeface="Times New Roman"/>
                  <a:sym typeface="Times New Roman"/>
                </a:endParaRPr>
              </a:p>
            </p:txBody>
          </p:sp>
          <p:sp>
            <p:nvSpPr>
              <p:cNvPr id="1613" name="Google Shape;1613;p95"/>
              <p:cNvSpPr/>
              <p:nvPr/>
            </p:nvSpPr>
            <p:spPr>
              <a:xfrm>
                <a:off x="6705600" y="4565650"/>
                <a:ext cx="152400"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FFFF"/>
                  </a:buClr>
                  <a:buSzPts val="4800"/>
                  <a:buFont typeface="Times New Roman"/>
                  <a:buNone/>
                </a:pPr>
                <a:r>
                  <a:t/>
                </a:r>
                <a:endParaRPr b="0" i="0" sz="4800" u="none" cap="none" strike="noStrike">
                  <a:solidFill>
                    <a:srgbClr val="FFFFFF"/>
                  </a:solidFill>
                  <a:latin typeface="Times New Roman"/>
                  <a:ea typeface="Times New Roman"/>
                  <a:cs typeface="Times New Roman"/>
                  <a:sym typeface="Times New Roman"/>
                </a:endParaRPr>
              </a:p>
            </p:txBody>
          </p:sp>
          <p:cxnSp>
            <p:nvCxnSpPr>
              <p:cNvPr id="1614" name="Google Shape;1614;p95"/>
              <p:cNvCxnSpPr/>
              <p:nvPr/>
            </p:nvCxnSpPr>
            <p:spPr>
              <a:xfrm>
                <a:off x="1676400" y="3956050"/>
                <a:ext cx="1981200" cy="0"/>
              </a:xfrm>
              <a:prstGeom prst="straightConnector1">
                <a:avLst/>
              </a:prstGeom>
              <a:noFill/>
              <a:ln cap="flat" cmpd="sng" w="25400">
                <a:solidFill>
                  <a:srgbClr val="000000"/>
                </a:solidFill>
                <a:prstDash val="solid"/>
                <a:round/>
                <a:headEnd len="sm" w="sm" type="none"/>
                <a:tailEnd len="sm" w="sm" type="none"/>
              </a:ln>
            </p:spPr>
          </p:cxnSp>
          <p:cxnSp>
            <p:nvCxnSpPr>
              <p:cNvPr id="1615" name="Google Shape;1615;p95"/>
              <p:cNvCxnSpPr/>
              <p:nvPr/>
            </p:nvCxnSpPr>
            <p:spPr>
              <a:xfrm>
                <a:off x="5029200" y="3956050"/>
                <a:ext cx="1981200" cy="0"/>
              </a:xfrm>
              <a:prstGeom prst="straightConnector1">
                <a:avLst/>
              </a:prstGeom>
              <a:noFill/>
              <a:ln cap="flat" cmpd="sng" w="25400">
                <a:solidFill>
                  <a:srgbClr val="000000"/>
                </a:solidFill>
                <a:prstDash val="solid"/>
                <a:round/>
                <a:headEnd len="sm" w="sm" type="none"/>
                <a:tailEnd len="sm" w="sm" type="none"/>
              </a:ln>
            </p:spPr>
          </p:cxnSp>
          <p:sp>
            <p:nvSpPr>
              <p:cNvPr id="1616" name="Google Shape;1616;p95"/>
              <p:cNvSpPr/>
              <p:nvPr/>
            </p:nvSpPr>
            <p:spPr>
              <a:xfrm>
                <a:off x="4464050" y="1930400"/>
                <a:ext cx="152400" cy="152400"/>
              </a:xfrm>
              <a:prstGeom prst="ellipse">
                <a:avLst/>
              </a:prstGeom>
              <a:solidFill>
                <a:srgbClr val="000000"/>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FFFF"/>
                  </a:buClr>
                  <a:buSzPts val="4800"/>
                  <a:buFont typeface="Times New Roman"/>
                  <a:buNone/>
                </a:pPr>
                <a:r>
                  <a:t/>
                </a:r>
                <a:endParaRPr b="0" i="0" sz="4800" u="none" cap="none" strike="noStrike">
                  <a:solidFill>
                    <a:srgbClr val="FFFFFF"/>
                  </a:solidFill>
                  <a:latin typeface="Times New Roman"/>
                  <a:ea typeface="Times New Roman"/>
                  <a:cs typeface="Times New Roman"/>
                  <a:sym typeface="Times New Roman"/>
                </a:endParaRPr>
              </a:p>
            </p:txBody>
          </p:sp>
          <p:grpSp>
            <p:nvGrpSpPr>
              <p:cNvPr id="1617" name="Google Shape;1617;p95"/>
              <p:cNvGrpSpPr/>
              <p:nvPr/>
            </p:nvGrpSpPr>
            <p:grpSpPr>
              <a:xfrm>
                <a:off x="0" y="2584450"/>
                <a:ext cx="3048002" cy="1371600"/>
                <a:chOff x="0" y="0"/>
                <a:chExt cx="3048001" cy="1371600"/>
              </a:xfrm>
            </p:grpSpPr>
            <p:grpSp>
              <p:nvGrpSpPr>
                <p:cNvPr id="1618" name="Google Shape;1618;p95"/>
                <p:cNvGrpSpPr/>
                <p:nvPr/>
              </p:nvGrpSpPr>
              <p:grpSpPr>
                <a:xfrm>
                  <a:off x="0" y="0"/>
                  <a:ext cx="2590800" cy="1371600"/>
                  <a:chOff x="0" y="0"/>
                  <a:chExt cx="2590800" cy="1371600"/>
                </a:xfrm>
              </p:grpSpPr>
              <p:sp>
                <p:nvSpPr>
                  <p:cNvPr id="1619" name="Google Shape;1619;p95"/>
                  <p:cNvSpPr/>
                  <p:nvPr/>
                </p:nvSpPr>
                <p:spPr>
                  <a:xfrm>
                    <a:off x="0" y="0"/>
                    <a:ext cx="2590800" cy="1371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1620" name="Google Shape;1620;p95"/>
                  <p:cNvSpPr txBox="1"/>
                  <p:nvPr/>
                </p:nvSpPr>
                <p:spPr>
                  <a:xfrm>
                    <a:off x="535461" y="193776"/>
                    <a:ext cx="1519878" cy="984048"/>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width of </a:t>
                    </a:r>
                    <a:endParaRPr b="1" i="0" sz="3000" u="none" cap="none" strike="noStrike">
                      <a:solidFill>
                        <a:srgbClr val="FFFFFF"/>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 pixel</a:t>
                    </a:r>
                    <a:endParaRPr/>
                  </a:p>
                </p:txBody>
              </p:sp>
            </p:grpSp>
            <p:cxnSp>
              <p:nvCxnSpPr>
                <p:cNvPr id="1621" name="Google Shape;1621;p95"/>
                <p:cNvCxnSpPr/>
                <p:nvPr/>
              </p:nvCxnSpPr>
              <p:spPr>
                <a:xfrm>
                  <a:off x="1981199" y="914400"/>
                  <a:ext cx="1066802" cy="457200"/>
                </a:xfrm>
                <a:prstGeom prst="straightConnector1">
                  <a:avLst/>
                </a:prstGeom>
                <a:noFill/>
                <a:ln cap="flat" cmpd="sng" w="25400">
                  <a:solidFill>
                    <a:srgbClr val="000000"/>
                  </a:solidFill>
                  <a:prstDash val="solid"/>
                  <a:round/>
                  <a:headEnd len="sm" w="sm" type="none"/>
                  <a:tailEnd len="med" w="med" type="triangle"/>
                </a:ln>
              </p:spPr>
            </p:cxnSp>
          </p:grpSp>
          <p:cxnSp>
            <p:nvCxnSpPr>
              <p:cNvPr id="1622" name="Google Shape;1622;p95"/>
              <p:cNvCxnSpPr/>
              <p:nvPr/>
            </p:nvCxnSpPr>
            <p:spPr>
              <a:xfrm flipH="1" rot="10800000">
                <a:off x="3657599" y="-1"/>
                <a:ext cx="2286002" cy="3200402"/>
              </a:xfrm>
              <a:prstGeom prst="straightConnector1">
                <a:avLst/>
              </a:prstGeom>
              <a:noFill/>
              <a:ln cap="flat" cmpd="sng" w="38100">
                <a:solidFill>
                  <a:srgbClr val="000000"/>
                </a:solidFill>
                <a:prstDash val="dash"/>
                <a:round/>
                <a:headEnd len="sm" w="sm" type="none"/>
                <a:tailEnd len="sm" w="sm" type="none"/>
              </a:ln>
            </p:spPr>
          </p:cxnSp>
        </p:grpSp>
      </p:grpSp>
      <p:grpSp>
        <p:nvGrpSpPr>
          <p:cNvPr id="1623" name="Google Shape;1623;p95"/>
          <p:cNvGrpSpPr/>
          <p:nvPr/>
        </p:nvGrpSpPr>
        <p:grpSpPr>
          <a:xfrm>
            <a:off x="14173200" y="4419600"/>
            <a:ext cx="3048002" cy="1371600"/>
            <a:chOff x="0" y="0"/>
            <a:chExt cx="3048001" cy="1371600"/>
          </a:xfrm>
        </p:grpSpPr>
        <p:grpSp>
          <p:nvGrpSpPr>
            <p:cNvPr id="1624" name="Google Shape;1624;p95"/>
            <p:cNvGrpSpPr/>
            <p:nvPr/>
          </p:nvGrpSpPr>
          <p:grpSpPr>
            <a:xfrm>
              <a:off x="0" y="0"/>
              <a:ext cx="2590800" cy="1371600"/>
              <a:chOff x="0" y="0"/>
              <a:chExt cx="2590800" cy="1371600"/>
            </a:xfrm>
          </p:grpSpPr>
          <p:sp>
            <p:nvSpPr>
              <p:cNvPr id="1625" name="Google Shape;1625;p95"/>
              <p:cNvSpPr/>
              <p:nvPr/>
            </p:nvSpPr>
            <p:spPr>
              <a:xfrm>
                <a:off x="0" y="0"/>
                <a:ext cx="2590800" cy="1371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1626" name="Google Shape;1626;p95"/>
              <p:cNvSpPr txBox="1"/>
              <p:nvPr/>
            </p:nvSpPr>
            <p:spPr>
              <a:xfrm>
                <a:off x="535461" y="193776"/>
                <a:ext cx="1519878" cy="984048"/>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width of </a:t>
                </a:r>
                <a:endParaRPr b="1" i="0" sz="3000" u="none" cap="none" strike="noStrike">
                  <a:solidFill>
                    <a:srgbClr val="FFFFFF"/>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 pixel</a:t>
                </a:r>
                <a:endParaRPr/>
              </a:p>
            </p:txBody>
          </p:sp>
        </p:grpSp>
        <p:cxnSp>
          <p:nvCxnSpPr>
            <p:cNvPr id="1627" name="Google Shape;1627;p95"/>
            <p:cNvCxnSpPr/>
            <p:nvPr/>
          </p:nvCxnSpPr>
          <p:spPr>
            <a:xfrm>
              <a:off x="1981199" y="914400"/>
              <a:ext cx="1066802" cy="457200"/>
            </a:xfrm>
            <a:prstGeom prst="straightConnector1">
              <a:avLst/>
            </a:prstGeom>
            <a:noFill/>
            <a:ln cap="flat" cmpd="sng" w="25400">
              <a:solidFill>
                <a:srgbClr val="000000"/>
              </a:solidFill>
              <a:prstDash val="solid"/>
              <a:round/>
              <a:headEnd len="sm" w="sm" type="none"/>
              <a:tailEnd len="med" w="med" type="triangle"/>
            </a:ln>
          </p:spPr>
        </p:cxnSp>
      </p:grpSp>
      <p:grpSp>
        <p:nvGrpSpPr>
          <p:cNvPr id="1628" name="Google Shape;1628;p95"/>
          <p:cNvGrpSpPr/>
          <p:nvPr/>
        </p:nvGrpSpPr>
        <p:grpSpPr>
          <a:xfrm>
            <a:off x="5029200" y="10414000"/>
            <a:ext cx="7010400" cy="762000"/>
            <a:chOff x="0" y="0"/>
            <a:chExt cx="7010400" cy="762000"/>
          </a:xfrm>
        </p:grpSpPr>
        <p:sp>
          <p:nvSpPr>
            <p:cNvPr id="1629" name="Google Shape;1629;p95"/>
            <p:cNvSpPr/>
            <p:nvPr/>
          </p:nvSpPr>
          <p:spPr>
            <a:xfrm>
              <a:off x="0" y="0"/>
              <a:ext cx="7010400" cy="762000"/>
            </a:xfrm>
            <a:prstGeom prst="rect">
              <a:avLst/>
            </a:prstGeom>
            <a:noFill/>
            <a:ln cap="flat" cmpd="sng" w="254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1630" name="Google Shape;1630;p95"/>
            <p:cNvSpPr txBox="1"/>
            <p:nvPr/>
          </p:nvSpPr>
          <p:spPr>
            <a:xfrm>
              <a:off x="3318509" y="92176"/>
              <a:ext cx="373381" cy="577648"/>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z</a:t>
              </a:r>
              <a:endParaRPr/>
            </a:p>
          </p:txBody>
        </p:sp>
      </p:grpSp>
      <p:grpSp>
        <p:nvGrpSpPr>
          <p:cNvPr id="1631" name="Google Shape;1631;p95"/>
          <p:cNvGrpSpPr/>
          <p:nvPr/>
        </p:nvGrpSpPr>
        <p:grpSpPr>
          <a:xfrm>
            <a:off x="5029200" y="5181600"/>
            <a:ext cx="7010400" cy="762000"/>
            <a:chOff x="0" y="0"/>
            <a:chExt cx="7010400" cy="762000"/>
          </a:xfrm>
        </p:grpSpPr>
        <p:sp>
          <p:nvSpPr>
            <p:cNvPr id="1632" name="Google Shape;1632;p95"/>
            <p:cNvSpPr/>
            <p:nvPr/>
          </p:nvSpPr>
          <p:spPr>
            <a:xfrm>
              <a:off x="0" y="0"/>
              <a:ext cx="7010400" cy="762000"/>
            </a:xfrm>
            <a:prstGeom prst="rect">
              <a:avLst/>
            </a:prstGeom>
            <a:noFill/>
            <a:ln cap="flat" cmpd="sng" w="254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Arial"/>
                <a:buNone/>
              </a:pPr>
              <a:r>
                <a:t/>
              </a:r>
              <a:endParaRPr b="0" i="0" sz="3600" u="none" cap="none" strike="noStrike">
                <a:solidFill>
                  <a:srgbClr val="FFFFFF"/>
                </a:solidFill>
                <a:latin typeface="Arial"/>
                <a:ea typeface="Arial"/>
                <a:cs typeface="Arial"/>
                <a:sym typeface="Arial"/>
              </a:endParaRPr>
            </a:p>
          </p:txBody>
        </p:sp>
        <p:sp>
          <p:nvSpPr>
            <p:cNvPr id="1633" name="Google Shape;1633;p95"/>
            <p:cNvSpPr txBox="1"/>
            <p:nvPr/>
          </p:nvSpPr>
          <p:spPr>
            <a:xfrm>
              <a:off x="1386026" y="61257"/>
              <a:ext cx="4238348" cy="639486"/>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Arial"/>
                  <a:ea typeface="Arial"/>
                  <a:cs typeface="Arial"/>
                  <a:sym typeface="Arial"/>
                </a:rPr>
                <a:t>pixel matching score</a:t>
              </a:r>
              <a:endParaRPr/>
            </a:p>
          </p:txBody>
        </p:sp>
      </p:grpSp>
      <p:sp>
        <p:nvSpPr>
          <p:cNvPr id="1634" name="Google Shape;1634;p95"/>
          <p:cNvSpPr txBox="1"/>
          <p:nvPr/>
        </p:nvSpPr>
        <p:spPr>
          <a:xfrm>
            <a:off x="3505200" y="12546330"/>
            <a:ext cx="11277600" cy="1024712"/>
          </a:xfrm>
          <a:prstGeom prst="rect">
            <a:avLst/>
          </a:prstGeom>
          <a:noFill/>
          <a:ln>
            <a:noFill/>
          </a:ln>
        </p:spPr>
        <p:txBody>
          <a:bodyPr anchorCtr="0" anchor="t" bIns="0" lIns="0" spcFirstLastPara="1" rIns="0" wrap="square" tIns="0">
            <a:spAutoFit/>
          </a:bodyPr>
          <a:lstStyle/>
          <a:p>
            <a:pPr indent="12700" lvl="0" marL="0" marR="10160" rtl="0" algn="l">
              <a:lnSpc>
                <a:spcPct val="175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M. Okutomi and T. Kanade, </a:t>
            </a:r>
            <a:r>
              <a:rPr b="0" i="0" lang="en-US" sz="2400" u="sng" cap="none" strike="noStrike">
                <a:solidFill>
                  <a:srgbClr val="000000"/>
                </a:solidFill>
                <a:latin typeface="Arial"/>
                <a:ea typeface="Arial"/>
                <a:cs typeface="Arial"/>
                <a:sym typeface="Arial"/>
              </a:rPr>
              <a:t>“A Multiple-Baseline Stereo System,”</a:t>
            </a:r>
            <a:r>
              <a:rPr b="0" i="0" lang="en-US" sz="2400" u="none" cap="none" strike="noStrike">
                <a:solidFill>
                  <a:srgbClr val="000000"/>
                </a:solidFill>
                <a:latin typeface="Arial"/>
                <a:ea typeface="Arial"/>
                <a:cs typeface="Arial"/>
                <a:sym typeface="Arial"/>
              </a:rPr>
              <a:t> IEEE Trans. on  Pattern Analysis and Machine Intelligence.</a:t>
            </a:r>
            <a:endParaRPr/>
          </a:p>
        </p:txBody>
      </p:sp>
      <p:sp>
        <p:nvSpPr>
          <p:cNvPr id="1635" name="Google Shape;1635;p95"/>
          <p:cNvSpPr txBox="1"/>
          <p:nvPr/>
        </p:nvSpPr>
        <p:spPr>
          <a:xfrm>
            <a:off x="3139439" y="10763250"/>
            <a:ext cx="10485121" cy="1707853"/>
          </a:xfrm>
          <a:prstGeom prst="rect">
            <a:avLst/>
          </a:prstGeom>
          <a:noFill/>
          <a:ln>
            <a:noFill/>
          </a:ln>
        </p:spPr>
        <p:txBody>
          <a:bodyPr anchorCtr="0" anchor="t" bIns="91425" lIns="91425" spcFirstLastPara="1" rIns="91425" wrap="square" tIns="91425">
            <a:spAutoFit/>
          </a:bodyPr>
          <a:lstStyle/>
          <a:p>
            <a:pPr indent="-732790" lvl="0" marL="745490" marR="10160" rtl="0" algn="l">
              <a:lnSpc>
                <a:spcPct val="155000"/>
              </a:lnSpc>
              <a:spcBef>
                <a:spcPts val="0"/>
              </a:spcBef>
              <a:spcAft>
                <a:spcPts val="0"/>
              </a:spcAft>
              <a:buClr>
                <a:srgbClr val="000000"/>
              </a:buClr>
              <a:buSzPts val="4000"/>
              <a:buFont typeface="Arial"/>
              <a:buChar char="•"/>
            </a:pPr>
            <a:r>
              <a:rPr b="0" i="0" lang="en-US" sz="4000" u="none" cap="none" strike="noStrike">
                <a:solidFill>
                  <a:srgbClr val="000000"/>
                </a:solidFill>
                <a:latin typeface="Arial"/>
                <a:ea typeface="Arial"/>
                <a:cs typeface="Arial"/>
                <a:sym typeface="Arial"/>
              </a:rPr>
              <a:t>For larger baselines, must search larger  area in second image</a:t>
            </a:r>
            <a:endParaRPr/>
          </a:p>
        </p:txBody>
      </p:sp>
      <p:sp>
        <p:nvSpPr>
          <p:cNvPr id="1636" name="Google Shape;1636;p95"/>
          <p:cNvSpPr txBox="1"/>
          <p:nvPr/>
        </p:nvSpPr>
        <p:spPr>
          <a:xfrm>
            <a:off x="3063239" y="6394450"/>
            <a:ext cx="11780521" cy="1707853"/>
          </a:xfrm>
          <a:prstGeom prst="rect">
            <a:avLst/>
          </a:prstGeom>
          <a:noFill/>
          <a:ln>
            <a:noFill/>
          </a:ln>
        </p:spPr>
        <p:txBody>
          <a:bodyPr anchorCtr="0" anchor="t" bIns="91425" lIns="91425" spcFirstLastPara="1" rIns="91425" wrap="square" tIns="91425">
            <a:spAutoFit/>
          </a:bodyPr>
          <a:lstStyle/>
          <a:p>
            <a:pPr indent="-732790" lvl="0" marL="745490" marR="10160" rtl="0" algn="l">
              <a:lnSpc>
                <a:spcPct val="155000"/>
              </a:lnSpc>
              <a:spcBef>
                <a:spcPts val="0"/>
              </a:spcBef>
              <a:spcAft>
                <a:spcPts val="0"/>
              </a:spcAft>
              <a:buClr>
                <a:srgbClr val="000000"/>
              </a:buClr>
              <a:buSzPts val="4000"/>
              <a:buFont typeface="Arial"/>
              <a:buChar char="•"/>
            </a:pPr>
            <a:r>
              <a:rPr b="0" i="0" lang="en-US" sz="4000" u="none" cap="none" strike="noStrike">
                <a:solidFill>
                  <a:srgbClr val="000000"/>
                </a:solidFill>
                <a:latin typeface="Arial"/>
                <a:ea typeface="Arial"/>
                <a:cs typeface="Arial"/>
                <a:sym typeface="Arial"/>
              </a:rPr>
              <a:t>For short baselines, estimated depth will be less precise due to narrow triangulation</a:t>
            </a:r>
            <a:endParaRPr/>
          </a:p>
        </p:txBody>
      </p:sp>
      <p:sp>
        <p:nvSpPr>
          <p:cNvPr id="1637" name="Google Shape;1637;p95"/>
          <p:cNvSpPr txBox="1"/>
          <p:nvPr/>
        </p:nvSpPr>
        <p:spPr>
          <a:xfrm>
            <a:off x="21176016" y="13123192"/>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sp>
        <p:nvSpPr>
          <p:cNvPr id="1642" name="Google Shape;1642;p96"/>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pic>
        <p:nvPicPr>
          <p:cNvPr descr="Image" id="1643" name="Google Shape;1643;p96"/>
          <p:cNvPicPr preferRelativeResize="0"/>
          <p:nvPr/>
        </p:nvPicPr>
        <p:blipFill rotWithShape="1">
          <a:blip r:embed="rId3">
            <a:alphaModFix/>
          </a:blip>
          <a:srcRect b="0" l="0" r="0" t="0"/>
          <a:stretch/>
        </p:blipFill>
        <p:spPr>
          <a:xfrm>
            <a:off x="28558197" y="2775544"/>
            <a:ext cx="9567073" cy="9615067"/>
          </a:xfrm>
          <a:prstGeom prst="rect">
            <a:avLst/>
          </a:prstGeom>
          <a:noFill/>
          <a:ln>
            <a:noFill/>
          </a:ln>
        </p:spPr>
      </p:pic>
      <p:pic>
        <p:nvPicPr>
          <p:cNvPr descr="Image" id="1644" name="Google Shape;1644;p96"/>
          <p:cNvPicPr preferRelativeResize="0"/>
          <p:nvPr/>
        </p:nvPicPr>
        <p:blipFill rotWithShape="1">
          <a:blip r:embed="rId4">
            <a:alphaModFix/>
          </a:blip>
          <a:srcRect b="0" l="0" r="0" t="0"/>
          <a:stretch/>
        </p:blipFill>
        <p:spPr>
          <a:xfrm>
            <a:off x="13555133" y="15269633"/>
            <a:ext cx="14630401" cy="3581401"/>
          </a:xfrm>
          <a:prstGeom prst="rect">
            <a:avLst/>
          </a:prstGeom>
          <a:noFill/>
          <a:ln>
            <a:noFill/>
          </a:ln>
        </p:spPr>
      </p:pic>
      <p:grpSp>
        <p:nvGrpSpPr>
          <p:cNvPr id="1645" name="Google Shape;1645;p96"/>
          <p:cNvGrpSpPr/>
          <p:nvPr/>
        </p:nvGrpSpPr>
        <p:grpSpPr>
          <a:xfrm>
            <a:off x="2988733" y="3035466"/>
            <a:ext cx="17130756" cy="9524669"/>
            <a:chOff x="0" y="0"/>
            <a:chExt cx="17130755" cy="9524668"/>
          </a:xfrm>
        </p:grpSpPr>
        <p:pic>
          <p:nvPicPr>
            <p:cNvPr descr="Image" id="1646" name="Google Shape;1646;p96"/>
            <p:cNvPicPr preferRelativeResize="0"/>
            <p:nvPr/>
          </p:nvPicPr>
          <p:blipFill rotWithShape="1">
            <a:blip r:embed="rId5">
              <a:alphaModFix/>
            </a:blip>
            <a:srcRect b="0" l="0" r="0" t="0"/>
            <a:stretch/>
          </p:blipFill>
          <p:spPr>
            <a:xfrm>
              <a:off x="0" y="0"/>
              <a:ext cx="17130755" cy="4249143"/>
            </a:xfrm>
            <a:prstGeom prst="rect">
              <a:avLst/>
            </a:prstGeom>
            <a:noFill/>
            <a:ln>
              <a:noFill/>
            </a:ln>
          </p:spPr>
        </p:pic>
        <p:pic>
          <p:nvPicPr>
            <p:cNvPr descr="Image" id="1647" name="Google Shape;1647;p96"/>
            <p:cNvPicPr preferRelativeResize="0"/>
            <p:nvPr/>
          </p:nvPicPr>
          <p:blipFill rotWithShape="1">
            <a:blip r:embed="rId4">
              <a:alphaModFix/>
            </a:blip>
            <a:srcRect b="0" l="0" r="61213" t="0"/>
            <a:stretch/>
          </p:blipFill>
          <p:spPr>
            <a:xfrm>
              <a:off x="93133" y="4676311"/>
              <a:ext cx="7681662" cy="4848082"/>
            </a:xfrm>
            <a:prstGeom prst="rect">
              <a:avLst/>
            </a:prstGeom>
            <a:noFill/>
            <a:ln>
              <a:noFill/>
            </a:ln>
          </p:spPr>
        </p:pic>
        <p:pic>
          <p:nvPicPr>
            <p:cNvPr descr="Image" id="1648" name="Google Shape;1648;p96"/>
            <p:cNvPicPr preferRelativeResize="0"/>
            <p:nvPr/>
          </p:nvPicPr>
          <p:blipFill rotWithShape="1">
            <a:blip r:embed="rId4">
              <a:alphaModFix/>
            </a:blip>
            <a:srcRect b="0" l="55673" r="0" t="0"/>
            <a:stretch/>
          </p:blipFill>
          <p:spPr>
            <a:xfrm>
              <a:off x="7747330" y="4676311"/>
              <a:ext cx="8779318" cy="4848357"/>
            </a:xfrm>
            <a:prstGeom prst="rect">
              <a:avLst/>
            </a:prstGeom>
            <a:noFill/>
            <a:ln>
              <a:noFill/>
            </a:ln>
          </p:spPr>
        </p:pic>
      </p:grpSp>
      <p:sp>
        <p:nvSpPr>
          <p:cNvPr id="1649" name="Google Shape;1649;p96"/>
          <p:cNvSpPr txBox="1"/>
          <p:nvPr>
            <p:ph type="title"/>
          </p:nvPr>
        </p:nvSpPr>
        <p:spPr>
          <a:xfrm>
            <a:off x="3024134" y="304800"/>
            <a:ext cx="18335732" cy="2119525"/>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6996"/>
              <a:buFont typeface="Helvetica Neue"/>
              <a:buNone/>
            </a:pPr>
            <a:r>
              <a:rPr lang="en-US" sz="6996">
                <a:latin typeface="Helvetica Neue"/>
                <a:ea typeface="Helvetica Neue"/>
                <a:cs typeface="Helvetica Neue"/>
                <a:sym typeface="Helvetica Neue"/>
              </a:rPr>
              <a:t>Depth is ambiguous from local information alone!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97"/>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Today</a:t>
            </a:r>
            <a:endParaRPr/>
          </a:p>
        </p:txBody>
      </p:sp>
      <p:sp>
        <p:nvSpPr>
          <p:cNvPr id="1655" name="Google Shape;1655;p97"/>
          <p:cNvSpPr txBox="1"/>
          <p:nvPr>
            <p:ph idx="1" type="body"/>
          </p:nvPr>
        </p:nvSpPr>
        <p:spPr>
          <a:xfrm>
            <a:off x="795866" y="3166533"/>
            <a:ext cx="23063201" cy="9051927"/>
          </a:xfrm>
          <a:prstGeom prst="rect">
            <a:avLst/>
          </a:prstGeom>
          <a:noFill/>
          <a:ln>
            <a:noFill/>
          </a:ln>
        </p:spPr>
        <p:txBody>
          <a:bodyPr anchorCtr="0" anchor="t" bIns="91425" lIns="91425" spcFirstLastPara="1" rIns="91425" wrap="square" tIns="91425">
            <a:normAutofit/>
          </a:bodyPr>
          <a:lstStyle/>
          <a:p>
            <a:pPr indent="-1142999" lvl="0" marL="1142999" rtl="0" algn="l">
              <a:lnSpc>
                <a:spcPct val="100000"/>
              </a:lnSpc>
              <a:spcBef>
                <a:spcPts val="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Structure from motion</a:t>
            </a:r>
            <a:endParaRPr/>
          </a:p>
          <a:p>
            <a:pPr indent="-1142999" lvl="0" marL="1142999" rtl="0" algn="l">
              <a:lnSpc>
                <a:spcPct val="100000"/>
              </a:lnSpc>
              <a:spcBef>
                <a:spcPts val="1500"/>
              </a:spcBef>
              <a:spcAft>
                <a:spcPts val="0"/>
              </a:spcAft>
              <a:buClr>
                <a:srgbClr val="000000"/>
              </a:buClr>
              <a:buSzPts val="7100"/>
              <a:buFont typeface="Helvetica Neue Light"/>
              <a:buChar char="•"/>
            </a:pPr>
            <a:r>
              <a:rPr lang="en-US" sz="7100">
                <a:latin typeface="Helvetica Neue Light"/>
                <a:ea typeface="Helvetica Neue Light"/>
                <a:cs typeface="Helvetica Neue Light"/>
                <a:sym typeface="Helvetica Neue Light"/>
              </a:rPr>
              <a:t>Multi-view stereo</a:t>
            </a:r>
            <a:endParaRPr/>
          </a:p>
          <a:p>
            <a:pPr indent="-1142999" lvl="0" marL="1142999" rtl="0" algn="l">
              <a:lnSpc>
                <a:spcPct val="100000"/>
              </a:lnSpc>
              <a:spcBef>
                <a:spcPts val="1500"/>
              </a:spcBef>
              <a:spcAft>
                <a:spcPts val="0"/>
              </a:spcAft>
              <a:buClr>
                <a:srgbClr val="000000"/>
              </a:buClr>
              <a:buSzPts val="7100"/>
              <a:buFont typeface="Helvetica Neue"/>
              <a:buChar char="•"/>
            </a:pPr>
            <a:r>
              <a:rPr b="1" lang="en-US" sz="7100"/>
              <a:t>Visual SLAM</a:t>
            </a:r>
            <a:endParaRPr/>
          </a:p>
        </p:txBody>
      </p:sp>
      <p:sp>
        <p:nvSpPr>
          <p:cNvPr id="1656" name="Google Shape;1656;p97"/>
          <p:cNvSpPr txBox="1"/>
          <p:nvPr>
            <p:ph idx="12" type="sldNum"/>
          </p:nvPr>
        </p:nvSpPr>
        <p:spPr>
          <a:xfrm>
            <a:off x="19830592" y="12490450"/>
            <a:ext cx="591009" cy="604724"/>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60" name="Shape 1660"/>
        <p:cNvGrpSpPr/>
        <p:nvPr/>
      </p:nvGrpSpPr>
      <p:grpSpPr>
        <a:xfrm>
          <a:off x="0" y="0"/>
          <a:ext cx="0" cy="0"/>
          <a:chOff x="0" y="0"/>
          <a:chExt cx="0" cy="0"/>
        </a:xfrm>
      </p:grpSpPr>
      <p:sp>
        <p:nvSpPr>
          <p:cNvPr id="1661" name="Google Shape;1661;p98"/>
          <p:cNvSpPr txBox="1"/>
          <p:nvPr>
            <p:ph type="title"/>
          </p:nvPr>
        </p:nvSpPr>
        <p:spPr>
          <a:xfrm>
            <a:off x="1399475" y="467379"/>
            <a:ext cx="21585050" cy="1890524"/>
          </a:xfrm>
          <a:prstGeom prst="rect">
            <a:avLst/>
          </a:prstGeom>
          <a:noFill/>
          <a:ln>
            <a:noFill/>
          </a:ln>
        </p:spPr>
        <p:txBody>
          <a:bodyPr anchorCtr="0" anchor="ctr" bIns="0" lIns="0" spcFirstLastPara="1" rIns="0" wrap="square" tIns="0">
            <a:normAutofit/>
          </a:bodyPr>
          <a:lstStyle/>
          <a:p>
            <a:pPr indent="58856" lvl="0" marL="0" marR="0" rtl="0" algn="ctr">
              <a:lnSpc>
                <a:spcPct val="100000"/>
              </a:lnSpc>
              <a:spcBef>
                <a:spcPts val="0"/>
              </a:spcBef>
              <a:spcAft>
                <a:spcPts val="0"/>
              </a:spcAft>
              <a:buClr>
                <a:srgbClr val="000000"/>
              </a:buClr>
              <a:buSzPts val="6600"/>
              <a:buFont typeface="Helvetica Neue"/>
              <a:buNone/>
            </a:pPr>
            <a:r>
              <a:rPr lang="en-US" sz="6600"/>
              <a:t>Recall: Stereo matching based on sum-of-squared distance</a:t>
            </a:r>
            <a:endParaRPr/>
          </a:p>
        </p:txBody>
      </p:sp>
      <p:sp>
        <p:nvSpPr>
          <p:cNvPr id="1662" name="Google Shape;1662;p98"/>
          <p:cNvSpPr/>
          <p:nvPr/>
        </p:nvSpPr>
        <p:spPr>
          <a:xfrm>
            <a:off x="4419346" y="2989475"/>
            <a:ext cx="15034877" cy="9177994"/>
          </a:xfrm>
          <a:prstGeom prst="rect">
            <a:avLst/>
          </a:prstGeom>
          <a:blipFill rotWithShape="1">
            <a:blip r:embed="rId3">
              <a:alphaModFix/>
            </a:blip>
            <a:stretch>
              <a:fillRect b="0" l="0" r="0" t="0"/>
            </a:stretch>
          </a:blip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63" name="Google Shape;1663;p98"/>
          <p:cNvSpPr/>
          <p:nvPr/>
        </p:nvSpPr>
        <p:spPr>
          <a:xfrm>
            <a:off x="7148791" y="9152497"/>
            <a:ext cx="6112981" cy="2447465"/>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64" name="Google Shape;1664;p98"/>
          <p:cNvSpPr/>
          <p:nvPr/>
        </p:nvSpPr>
        <p:spPr>
          <a:xfrm>
            <a:off x="17540858" y="10908554"/>
            <a:ext cx="1833895" cy="458901"/>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65" name="Google Shape;1665;p98"/>
          <p:cNvSpPr txBox="1"/>
          <p:nvPr/>
        </p:nvSpPr>
        <p:spPr>
          <a:xfrm>
            <a:off x="8072358" y="9222864"/>
            <a:ext cx="10290185" cy="2958882"/>
          </a:xfrm>
          <a:prstGeom prst="rect">
            <a:avLst/>
          </a:prstGeom>
          <a:noFill/>
          <a:ln>
            <a:noFill/>
          </a:ln>
        </p:spPr>
        <p:txBody>
          <a:bodyPr anchorCtr="0" anchor="t" bIns="0" lIns="0" spcFirstLastPara="1" rIns="0" wrap="square" tIns="0">
            <a:spAutoFit/>
          </a:bodyPr>
          <a:lstStyle/>
          <a:p>
            <a:pPr indent="25479" lvl="0" marL="0" marR="0" rtl="0" algn="ctr">
              <a:lnSpc>
                <a:spcPct val="100000"/>
              </a:lnSpc>
              <a:spcBef>
                <a:spcPts val="0"/>
              </a:spcBef>
              <a:spcAft>
                <a:spcPts val="0"/>
              </a:spcAft>
              <a:buClr>
                <a:srgbClr val="000000"/>
              </a:buClr>
              <a:buSzPts val="4800"/>
              <a:buFont typeface="Times New Roman"/>
              <a:buNone/>
            </a:pPr>
            <a:r>
              <a:rPr b="0" i="0" lang="en-US" sz="4800" u="none" cap="none" strike="noStrike">
                <a:solidFill>
                  <a:srgbClr val="000000"/>
                </a:solidFill>
                <a:latin typeface="Times New Roman"/>
                <a:ea typeface="Times New Roman"/>
                <a:cs typeface="Times New Roman"/>
                <a:sym typeface="Times New Roman"/>
              </a:rPr>
              <a:t>SSD</a:t>
            </a:r>
            <a:endParaRPr/>
          </a:p>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a:p>
            <a:pPr indent="0" lvl="0" marL="0" marR="10191" rtl="0" algn="r">
              <a:lnSpc>
                <a:spcPct val="72222"/>
              </a:lnSpc>
              <a:spcBef>
                <a:spcPts val="0"/>
              </a:spcBef>
              <a:spcAft>
                <a:spcPts val="0"/>
              </a:spcAft>
              <a:buClr>
                <a:srgbClr val="000000"/>
              </a:buClr>
              <a:buSzPts val="7200"/>
              <a:buFont typeface="Times New Roman"/>
              <a:buNone/>
            </a:pPr>
            <a:r>
              <a:rPr b="0" baseline="30000" i="0" lang="en-US" sz="7200" u="none" cap="none" strike="noStrike">
                <a:solidFill>
                  <a:srgbClr val="000000"/>
                </a:solidFill>
                <a:latin typeface="Times New Roman"/>
                <a:ea typeface="Times New Roman"/>
                <a:cs typeface="Times New Roman"/>
                <a:sym typeface="Times New Roman"/>
              </a:rPr>
              <a:t>d</a:t>
            </a:r>
            <a:r>
              <a:rPr b="0" i="0" lang="en-US" sz="3200" u="none" cap="none" strike="noStrike">
                <a:solidFill>
                  <a:srgbClr val="000000"/>
                </a:solidFill>
                <a:latin typeface="Times New Roman"/>
                <a:ea typeface="Times New Roman"/>
                <a:cs typeface="Times New Roman"/>
                <a:sym typeface="Times New Roman"/>
              </a:rPr>
              <a:t>min	</a:t>
            </a:r>
            <a:r>
              <a:rPr b="0" i="0" lang="en-US" sz="4800" u="none" cap="none" strike="noStrike">
                <a:solidFill>
                  <a:srgbClr val="000000"/>
                </a:solidFill>
                <a:latin typeface="Times New Roman"/>
                <a:ea typeface="Times New Roman"/>
                <a:cs typeface="Times New Roman"/>
                <a:sym typeface="Times New Roman"/>
              </a:rPr>
              <a:t>d</a:t>
            </a:r>
            <a:endParaRPr b="1" baseline="30000" i="0" sz="4800" u="none" cap="none" strike="noStrike">
              <a:solidFill>
                <a:srgbClr val="000000"/>
              </a:solidFill>
              <a:latin typeface="Helvetica Neue"/>
              <a:ea typeface="Helvetica Neue"/>
              <a:cs typeface="Helvetica Neue"/>
              <a:sym typeface="Helvetica Neue"/>
            </a:endParaRPr>
          </a:p>
          <a:p>
            <a:pPr indent="12738" lvl="0" marL="0" marR="0" rtl="0" algn="l">
              <a:lnSpc>
                <a:spcPct val="108333"/>
              </a:lnSpc>
              <a:spcBef>
                <a:spcPts val="0"/>
              </a:spcBef>
              <a:spcAft>
                <a:spcPts val="0"/>
              </a:spcAft>
              <a:buClr>
                <a:srgbClr val="000000"/>
              </a:buClr>
              <a:buSzPts val="4800"/>
              <a:buFont typeface="Times New Roman"/>
              <a:buNone/>
            </a:pPr>
            <a:r>
              <a:rPr b="0" i="0" lang="en-US" sz="4800" u="none" cap="none" strike="noStrike">
                <a:solidFill>
                  <a:srgbClr val="000000"/>
                </a:solidFill>
                <a:latin typeface="Times New Roman"/>
                <a:ea typeface="Times New Roman"/>
                <a:cs typeface="Times New Roman"/>
                <a:sym typeface="Times New Roman"/>
              </a:rPr>
              <a:t>Best matching disparity</a:t>
            </a:r>
            <a:endParaRPr/>
          </a:p>
        </p:txBody>
      </p:sp>
      <p:grpSp>
        <p:nvGrpSpPr>
          <p:cNvPr id="1666" name="Google Shape;1666;p98"/>
          <p:cNvGrpSpPr/>
          <p:nvPr/>
        </p:nvGrpSpPr>
        <p:grpSpPr>
          <a:xfrm>
            <a:off x="14016724" y="10835130"/>
            <a:ext cx="1537417" cy="926982"/>
            <a:chOff x="0" y="0"/>
            <a:chExt cx="1537416" cy="926981"/>
          </a:xfrm>
        </p:grpSpPr>
        <p:sp>
          <p:nvSpPr>
            <p:cNvPr id="1667" name="Google Shape;1667;p98"/>
            <p:cNvSpPr/>
            <p:nvPr/>
          </p:nvSpPr>
          <p:spPr>
            <a:xfrm>
              <a:off x="0" y="70682"/>
              <a:ext cx="1411468" cy="856299"/>
            </a:xfrm>
            <a:custGeom>
              <a:rect b="b" l="l" r="r" t="t"/>
              <a:pathLst>
                <a:path extrusionOk="0" h="21600" w="21600">
                  <a:moveTo>
                    <a:pt x="21600" y="403"/>
                  </a:moveTo>
                  <a:lnTo>
                    <a:pt x="21454" y="0"/>
                  </a:lnTo>
                  <a:lnTo>
                    <a:pt x="70" y="21176"/>
                  </a:lnTo>
                  <a:lnTo>
                    <a:pt x="0" y="21291"/>
                  </a:lnTo>
                  <a:lnTo>
                    <a:pt x="23" y="21484"/>
                  </a:lnTo>
                  <a:lnTo>
                    <a:pt x="94" y="21600"/>
                  </a:lnTo>
                  <a:lnTo>
                    <a:pt x="210" y="21561"/>
                  </a:lnTo>
                  <a:lnTo>
                    <a:pt x="21600" y="403"/>
                  </a:lnTo>
                  <a:close/>
                </a:path>
              </a:pathLst>
            </a:cu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68" name="Google Shape;1668;p98"/>
            <p:cNvSpPr/>
            <p:nvPr/>
          </p:nvSpPr>
          <p:spPr>
            <a:xfrm>
              <a:off x="1367779" y="0"/>
              <a:ext cx="169637" cy="143788"/>
            </a:xfrm>
            <a:custGeom>
              <a:rect b="b" l="l" r="r" t="t"/>
              <a:pathLst>
                <a:path extrusionOk="0" h="21600" w="21600">
                  <a:moveTo>
                    <a:pt x="21600" y="0"/>
                  </a:moveTo>
                  <a:lnTo>
                    <a:pt x="0" y="2068"/>
                  </a:lnTo>
                  <a:lnTo>
                    <a:pt x="4344" y="10618"/>
                  </a:lnTo>
                  <a:lnTo>
                    <a:pt x="7005" y="8732"/>
                  </a:lnTo>
                  <a:lnTo>
                    <a:pt x="7978" y="8502"/>
                  </a:lnTo>
                  <a:lnTo>
                    <a:pt x="8757" y="9191"/>
                  </a:lnTo>
                  <a:lnTo>
                    <a:pt x="8951" y="10110"/>
                  </a:lnTo>
                  <a:lnTo>
                    <a:pt x="8951" y="19685"/>
                  </a:lnTo>
                  <a:lnTo>
                    <a:pt x="9924" y="21600"/>
                  </a:lnTo>
                  <a:lnTo>
                    <a:pt x="21600" y="0"/>
                  </a:lnTo>
                  <a:close/>
                </a:path>
              </a:pathLst>
            </a:cu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1669" name="Google Shape;1669;p98"/>
            <p:cNvSpPr/>
            <p:nvPr/>
          </p:nvSpPr>
          <p:spPr>
            <a:xfrm>
              <a:off x="1401898" y="56597"/>
              <a:ext cx="36182" cy="74445"/>
            </a:xfrm>
            <a:custGeom>
              <a:rect b="b" l="l" r="r" t="t"/>
              <a:pathLst>
                <a:path extrusionOk="0" h="21600" w="21600">
                  <a:moveTo>
                    <a:pt x="21600" y="3106"/>
                  </a:moveTo>
                  <a:lnTo>
                    <a:pt x="20688" y="1331"/>
                  </a:lnTo>
                  <a:lnTo>
                    <a:pt x="17038" y="0"/>
                  </a:lnTo>
                  <a:lnTo>
                    <a:pt x="12476" y="443"/>
                  </a:lnTo>
                  <a:lnTo>
                    <a:pt x="0" y="4087"/>
                  </a:lnTo>
                  <a:lnTo>
                    <a:pt x="5713" y="8718"/>
                  </a:lnTo>
                  <a:lnTo>
                    <a:pt x="18863" y="4882"/>
                  </a:lnTo>
                  <a:lnTo>
                    <a:pt x="21600" y="3106"/>
                  </a:lnTo>
                  <a:close/>
                  <a:moveTo>
                    <a:pt x="21600" y="21600"/>
                  </a:moveTo>
                  <a:lnTo>
                    <a:pt x="21600" y="3106"/>
                  </a:lnTo>
                  <a:lnTo>
                    <a:pt x="18863" y="4882"/>
                  </a:lnTo>
                  <a:lnTo>
                    <a:pt x="5713" y="8718"/>
                  </a:lnTo>
                  <a:lnTo>
                    <a:pt x="21600" y="2160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grpSp>
      <p:sp>
        <p:nvSpPr>
          <p:cNvPr id="1670" name="Google Shape;1670;p98"/>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671" name="Google Shape;1671;p98"/>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5" name="Shape 1675"/>
        <p:cNvGrpSpPr/>
        <p:nvPr/>
      </p:nvGrpSpPr>
      <p:grpSpPr>
        <a:xfrm>
          <a:off x="0" y="0"/>
          <a:ext cx="0" cy="0"/>
          <a:chOff x="0" y="0"/>
          <a:chExt cx="0" cy="0"/>
        </a:xfrm>
      </p:grpSpPr>
      <p:sp>
        <p:nvSpPr>
          <p:cNvPr id="1676" name="Google Shape;1676;p99"/>
          <p:cNvSpPr txBox="1"/>
          <p:nvPr>
            <p:ph type="title"/>
          </p:nvPr>
        </p:nvSpPr>
        <p:spPr>
          <a:xfrm>
            <a:off x="3962400" y="295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a:buNone/>
            </a:pPr>
            <a:r>
              <a:rPr lang="en-US" sz="8800">
                <a:latin typeface="Helvetica Neue"/>
                <a:ea typeface="Helvetica Neue"/>
                <a:cs typeface="Helvetica Neue"/>
                <a:sym typeface="Helvetica Neue"/>
              </a:rPr>
              <a:t>Window size</a:t>
            </a:r>
            <a:endParaRPr/>
          </a:p>
        </p:txBody>
      </p:sp>
      <p:pic>
        <p:nvPicPr>
          <p:cNvPr descr="sri20" id="1677" name="Google Shape;1677;p99"/>
          <p:cNvPicPr preferRelativeResize="0"/>
          <p:nvPr/>
        </p:nvPicPr>
        <p:blipFill rotWithShape="1">
          <a:blip r:embed="rId3">
            <a:alphaModFix/>
          </a:blip>
          <a:srcRect b="0" l="0" r="0" t="0"/>
          <a:stretch/>
        </p:blipFill>
        <p:spPr>
          <a:xfrm>
            <a:off x="4114800" y="2876550"/>
            <a:ext cx="5045077" cy="4591050"/>
          </a:xfrm>
          <a:prstGeom prst="rect">
            <a:avLst/>
          </a:prstGeom>
          <a:noFill/>
          <a:ln>
            <a:noFill/>
          </a:ln>
        </p:spPr>
      </p:pic>
      <p:grpSp>
        <p:nvGrpSpPr>
          <p:cNvPr id="1678" name="Google Shape;1678;p99"/>
          <p:cNvGrpSpPr/>
          <p:nvPr/>
        </p:nvGrpSpPr>
        <p:grpSpPr>
          <a:xfrm>
            <a:off x="9753600" y="2787650"/>
            <a:ext cx="11125200" cy="5840235"/>
            <a:chOff x="0" y="0"/>
            <a:chExt cx="11125200" cy="5840234"/>
          </a:xfrm>
        </p:grpSpPr>
        <p:pic>
          <p:nvPicPr>
            <p:cNvPr descr="SSDWindowSize" id="1679" name="Google Shape;1679;p99"/>
            <p:cNvPicPr preferRelativeResize="0"/>
            <p:nvPr/>
          </p:nvPicPr>
          <p:blipFill rotWithShape="1">
            <a:blip r:embed="rId4">
              <a:alphaModFix/>
            </a:blip>
            <a:srcRect b="0" l="0" r="0" t="0"/>
            <a:stretch/>
          </p:blipFill>
          <p:spPr>
            <a:xfrm>
              <a:off x="0" y="0"/>
              <a:ext cx="11125200" cy="5080000"/>
            </a:xfrm>
            <a:prstGeom prst="rect">
              <a:avLst/>
            </a:prstGeom>
            <a:noFill/>
            <a:ln>
              <a:noFill/>
            </a:ln>
          </p:spPr>
        </p:pic>
        <p:sp>
          <p:nvSpPr>
            <p:cNvPr id="1680" name="Google Shape;1680;p99"/>
            <p:cNvSpPr txBox="1"/>
            <p:nvPr/>
          </p:nvSpPr>
          <p:spPr>
            <a:xfrm>
              <a:off x="1676400" y="4984750"/>
              <a:ext cx="1713330" cy="85548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0" lang="en-US" sz="4800" u="none" cap="none" strike="noStrike">
                  <a:solidFill>
                    <a:srgbClr val="000000"/>
                  </a:solidFill>
                  <a:latin typeface="Times New Roman"/>
                  <a:ea typeface="Times New Roman"/>
                  <a:cs typeface="Times New Roman"/>
                  <a:sym typeface="Times New Roman"/>
                </a:rPr>
                <a:t>W = 3</a:t>
              </a:r>
              <a:endParaRPr/>
            </a:p>
          </p:txBody>
        </p:sp>
        <p:sp>
          <p:nvSpPr>
            <p:cNvPr id="1681" name="Google Shape;1681;p99"/>
            <p:cNvSpPr txBox="1"/>
            <p:nvPr/>
          </p:nvSpPr>
          <p:spPr>
            <a:xfrm>
              <a:off x="7248525" y="4984750"/>
              <a:ext cx="2018130" cy="85548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Times New Roman"/>
                <a:buNone/>
              </a:pPr>
              <a:r>
                <a:rPr b="0" i="0" lang="en-US" sz="4800" u="none" cap="none" strike="noStrike">
                  <a:solidFill>
                    <a:srgbClr val="000000"/>
                  </a:solidFill>
                  <a:latin typeface="Times New Roman"/>
                  <a:ea typeface="Times New Roman"/>
                  <a:cs typeface="Times New Roman"/>
                  <a:sym typeface="Times New Roman"/>
                </a:rPr>
                <a:t>W = 20</a:t>
              </a:r>
              <a:endParaRPr/>
            </a:p>
          </p:txBody>
        </p:sp>
      </p:grpSp>
      <p:pic>
        <p:nvPicPr>
          <p:cNvPr descr="sri20" id="1682" name="Google Shape;1682;p99"/>
          <p:cNvPicPr preferRelativeResize="0"/>
          <p:nvPr/>
        </p:nvPicPr>
        <p:blipFill rotWithShape="1">
          <a:blip r:embed="rId3">
            <a:alphaModFix/>
          </a:blip>
          <a:srcRect b="0" l="0" r="0" t="0"/>
          <a:stretch/>
        </p:blipFill>
        <p:spPr>
          <a:xfrm>
            <a:off x="4419600" y="3181350"/>
            <a:ext cx="5045077" cy="4591050"/>
          </a:xfrm>
          <a:prstGeom prst="rect">
            <a:avLst/>
          </a:prstGeom>
          <a:noFill/>
          <a:ln cap="flat" cmpd="sng" w="12700">
            <a:solidFill>
              <a:srgbClr val="FFFFFF"/>
            </a:solidFill>
            <a:prstDash val="solid"/>
            <a:miter lim="8000"/>
            <a:headEnd len="sm" w="sm" type="none"/>
            <a:tailEnd len="sm" w="sm" type="none"/>
          </a:ln>
        </p:spPr>
      </p:pic>
      <p:sp>
        <p:nvSpPr>
          <p:cNvPr id="1683" name="Google Shape;1683;p99"/>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684" name="Google Shape;1684;p99"/>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88" name="Shape 1688"/>
        <p:cNvGrpSpPr/>
        <p:nvPr/>
      </p:nvGrpSpPr>
      <p:grpSpPr>
        <a:xfrm>
          <a:off x="0" y="0"/>
          <a:ext cx="0" cy="0"/>
          <a:chOff x="0" y="0"/>
          <a:chExt cx="0" cy="0"/>
        </a:xfrm>
      </p:grpSpPr>
      <p:sp>
        <p:nvSpPr>
          <p:cNvPr id="1689" name="Google Shape;1689;p100"/>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a:buNone/>
            </a:pPr>
            <a:r>
              <a:rPr lang="en-US" sz="8800">
                <a:latin typeface="Helvetica Neue"/>
                <a:ea typeface="Helvetica Neue"/>
                <a:cs typeface="Helvetica Neue"/>
                <a:sym typeface="Helvetica Neue"/>
              </a:rPr>
              <a:t>Stereo as energy minimization</a:t>
            </a:r>
            <a:endParaRPr/>
          </a:p>
        </p:txBody>
      </p:sp>
      <p:sp>
        <p:nvSpPr>
          <p:cNvPr id="1690" name="Google Shape;1690;p100"/>
          <p:cNvSpPr txBox="1"/>
          <p:nvPr>
            <p:ph idx="1" type="body"/>
          </p:nvPr>
        </p:nvSpPr>
        <p:spPr>
          <a:xfrm>
            <a:off x="4419600" y="9144000"/>
            <a:ext cx="15544800" cy="4267200"/>
          </a:xfrm>
          <a:prstGeom prst="rect">
            <a:avLst/>
          </a:prstGeom>
          <a:noFill/>
          <a:ln>
            <a:noFill/>
          </a:ln>
        </p:spPr>
        <p:txBody>
          <a:bodyPr anchorCtr="0" anchor="t" bIns="91425" lIns="91425" spcFirstLastPara="1" rIns="91425" wrap="square" tIns="91425">
            <a:normAutofit/>
          </a:bodyPr>
          <a:lstStyle/>
          <a:p>
            <a:pPr indent="-685800" lvl="0" marL="685800" rtl="0" algn="l">
              <a:lnSpc>
                <a:spcPct val="80000"/>
              </a:lnSpc>
              <a:spcBef>
                <a:spcPts val="0"/>
              </a:spcBef>
              <a:spcAft>
                <a:spcPts val="0"/>
              </a:spcAft>
              <a:buClr>
                <a:srgbClr val="000000"/>
              </a:buClr>
              <a:buSzPts val="5400"/>
              <a:buChar char="•"/>
            </a:pPr>
            <a:r>
              <a:rPr lang="en-US" sz="5400">
                <a:latin typeface="Helvetica Neue"/>
                <a:ea typeface="Helvetica Neue"/>
                <a:cs typeface="Helvetica Neue"/>
                <a:sym typeface="Helvetica Neue"/>
              </a:rPr>
              <a:t>What defines a good stereo correspondence?</a:t>
            </a:r>
            <a:endParaRPr/>
          </a:p>
          <a:p>
            <a:pPr indent="-914400" lvl="1" marL="1371600" rtl="0" algn="l">
              <a:lnSpc>
                <a:spcPct val="80000"/>
              </a:lnSpc>
              <a:spcBef>
                <a:spcPts val="1100"/>
              </a:spcBef>
              <a:spcAft>
                <a:spcPts val="0"/>
              </a:spcAft>
              <a:buClr>
                <a:srgbClr val="000000"/>
              </a:buClr>
              <a:buSzPts val="4600"/>
              <a:buFont typeface="Helvetica Neue"/>
              <a:buAutoNum type="arabicPeriod"/>
            </a:pPr>
            <a:r>
              <a:rPr lang="en-US" sz="4600">
                <a:latin typeface="Helvetica Neue"/>
                <a:ea typeface="Helvetica Neue"/>
                <a:cs typeface="Helvetica Neue"/>
                <a:sym typeface="Helvetica Neue"/>
              </a:rPr>
              <a:t>Match quality</a:t>
            </a:r>
            <a:endParaRPr/>
          </a:p>
          <a:p>
            <a:pPr indent="-914400" lvl="2" marL="1771650" rtl="0" algn="l">
              <a:lnSpc>
                <a:spcPct val="80000"/>
              </a:lnSpc>
              <a:spcBef>
                <a:spcPts val="900"/>
              </a:spcBef>
              <a:spcAft>
                <a:spcPts val="0"/>
              </a:spcAft>
              <a:buClr>
                <a:srgbClr val="000000"/>
              </a:buClr>
              <a:buSzPts val="4000"/>
              <a:buChar char="•"/>
            </a:pPr>
            <a:r>
              <a:rPr lang="en-US" sz="4000">
                <a:latin typeface="Helvetica Neue"/>
                <a:ea typeface="Helvetica Neue"/>
                <a:cs typeface="Helvetica Neue"/>
                <a:sym typeface="Helvetica Neue"/>
              </a:rPr>
              <a:t>Want each pixel to find a good match in the other image</a:t>
            </a:r>
            <a:endParaRPr/>
          </a:p>
          <a:p>
            <a:pPr indent="-914400" lvl="1" marL="1371600" rtl="0" algn="l">
              <a:lnSpc>
                <a:spcPct val="80000"/>
              </a:lnSpc>
              <a:spcBef>
                <a:spcPts val="1100"/>
              </a:spcBef>
              <a:spcAft>
                <a:spcPts val="0"/>
              </a:spcAft>
              <a:buClr>
                <a:srgbClr val="000000"/>
              </a:buClr>
              <a:buSzPts val="4600"/>
              <a:buFont typeface="Helvetica Neue"/>
              <a:buAutoNum type="arabicPeriod"/>
            </a:pPr>
            <a:r>
              <a:rPr lang="en-US" sz="4600">
                <a:latin typeface="Helvetica Neue"/>
                <a:ea typeface="Helvetica Neue"/>
                <a:cs typeface="Helvetica Neue"/>
                <a:sym typeface="Helvetica Neue"/>
              </a:rPr>
              <a:t>Smoothness</a:t>
            </a:r>
            <a:endParaRPr/>
          </a:p>
          <a:p>
            <a:pPr indent="-914400" lvl="2" marL="1771650" rtl="0" algn="l">
              <a:lnSpc>
                <a:spcPct val="80000"/>
              </a:lnSpc>
              <a:spcBef>
                <a:spcPts val="900"/>
              </a:spcBef>
              <a:spcAft>
                <a:spcPts val="0"/>
              </a:spcAft>
              <a:buClr>
                <a:srgbClr val="000000"/>
              </a:buClr>
              <a:buSzPts val="4000"/>
              <a:buChar char="•"/>
            </a:pPr>
            <a:r>
              <a:rPr lang="en-US" sz="4000">
                <a:latin typeface="Helvetica Neue"/>
                <a:ea typeface="Helvetica Neue"/>
                <a:cs typeface="Helvetica Neue"/>
                <a:sym typeface="Helvetica Neue"/>
              </a:rPr>
              <a:t>If two pixels are adjacent, they should (usually) move about the same amount </a:t>
            </a:r>
            <a:endParaRPr/>
          </a:p>
        </p:txBody>
      </p:sp>
      <p:pic>
        <p:nvPicPr>
          <p:cNvPr descr="lincoln_full" id="1691" name="Google Shape;1691;p100"/>
          <p:cNvPicPr preferRelativeResize="0"/>
          <p:nvPr/>
        </p:nvPicPr>
        <p:blipFill rotWithShape="1">
          <a:blip r:embed="rId3">
            <a:alphaModFix/>
          </a:blip>
          <a:srcRect b="0" l="0" r="0" t="0"/>
          <a:stretch/>
        </p:blipFill>
        <p:spPr>
          <a:xfrm>
            <a:off x="7162800" y="3073400"/>
            <a:ext cx="10058400" cy="5797550"/>
          </a:xfrm>
          <a:prstGeom prst="rect">
            <a:avLst/>
          </a:prstGeom>
          <a:noFill/>
          <a:ln>
            <a:noFill/>
          </a:ln>
        </p:spPr>
      </p:pic>
      <p:sp>
        <p:nvSpPr>
          <p:cNvPr id="1692" name="Google Shape;1692;p100"/>
          <p:cNvSpPr/>
          <p:nvPr/>
        </p:nvSpPr>
        <p:spPr>
          <a:xfrm>
            <a:off x="9826625" y="7019925"/>
            <a:ext cx="304801" cy="301625"/>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693" name="Google Shape;1693;p100"/>
          <p:cNvSpPr/>
          <p:nvPr/>
        </p:nvSpPr>
        <p:spPr>
          <a:xfrm>
            <a:off x="14633575" y="7035800"/>
            <a:ext cx="301625" cy="30162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cxnSp>
        <p:nvCxnSpPr>
          <p:cNvPr id="1694" name="Google Shape;1694;p100"/>
          <p:cNvCxnSpPr/>
          <p:nvPr/>
        </p:nvCxnSpPr>
        <p:spPr>
          <a:xfrm flipH="1" rot="10800000">
            <a:off x="10210799" y="7188199"/>
            <a:ext cx="4422777" cy="12702"/>
          </a:xfrm>
          <a:prstGeom prst="straightConnector1">
            <a:avLst/>
          </a:prstGeom>
          <a:noFill/>
          <a:ln cap="flat" cmpd="sng" w="50800">
            <a:solidFill>
              <a:srgbClr val="FFFF00"/>
            </a:solidFill>
            <a:prstDash val="solid"/>
            <a:round/>
            <a:headEnd len="sm" w="sm" type="none"/>
            <a:tailEnd len="med" w="med" type="triangle"/>
          </a:ln>
        </p:spPr>
      </p:cxnSp>
      <p:sp>
        <p:nvSpPr>
          <p:cNvPr id="1695" name="Google Shape;1695;p100"/>
          <p:cNvSpPr/>
          <p:nvPr/>
        </p:nvSpPr>
        <p:spPr>
          <a:xfrm>
            <a:off x="9601200" y="6731000"/>
            <a:ext cx="301629" cy="30162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sp>
        <p:nvSpPr>
          <p:cNvPr id="1696" name="Google Shape;1696;p100"/>
          <p:cNvSpPr/>
          <p:nvPr/>
        </p:nvSpPr>
        <p:spPr>
          <a:xfrm>
            <a:off x="14325600" y="6731000"/>
            <a:ext cx="301629" cy="301629"/>
          </a:xfrm>
          <a:prstGeom prst="ellipse">
            <a:avLst/>
          </a:prstGeom>
          <a:solidFill>
            <a:srgbClr val="FFFF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Times New Roman"/>
              <a:buNone/>
            </a:pPr>
            <a:r>
              <a:t/>
            </a:r>
            <a:endParaRPr b="0" i="0" sz="4800" u="none" cap="none" strike="noStrike">
              <a:solidFill>
                <a:srgbClr val="000000"/>
              </a:solidFill>
              <a:latin typeface="Times New Roman"/>
              <a:ea typeface="Times New Roman"/>
              <a:cs typeface="Times New Roman"/>
              <a:sym typeface="Times New Roman"/>
            </a:endParaRPr>
          </a:p>
        </p:txBody>
      </p:sp>
      <p:cxnSp>
        <p:nvCxnSpPr>
          <p:cNvPr id="1697" name="Google Shape;1697;p100"/>
          <p:cNvCxnSpPr/>
          <p:nvPr/>
        </p:nvCxnSpPr>
        <p:spPr>
          <a:xfrm flipH="1" rot="10800000">
            <a:off x="9934576" y="6883400"/>
            <a:ext cx="4419601" cy="15877"/>
          </a:xfrm>
          <a:prstGeom prst="straightConnector1">
            <a:avLst/>
          </a:prstGeom>
          <a:noFill/>
          <a:ln cap="flat" cmpd="sng" w="50800">
            <a:solidFill>
              <a:srgbClr val="FFFF00"/>
            </a:solidFill>
            <a:prstDash val="solid"/>
            <a:round/>
            <a:headEnd len="sm" w="sm" type="none"/>
            <a:tailEnd len="med" w="med" type="triangle"/>
          </a:ln>
        </p:spPr>
      </p:cxnSp>
      <p:sp>
        <p:nvSpPr>
          <p:cNvPr id="1698" name="Google Shape;1698;p100"/>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699" name="Google Shape;1699;p100"/>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3" name="Shape 1703"/>
        <p:cNvGrpSpPr/>
        <p:nvPr/>
      </p:nvGrpSpPr>
      <p:grpSpPr>
        <a:xfrm>
          <a:off x="0" y="0"/>
          <a:ext cx="0" cy="0"/>
          <a:chOff x="0" y="0"/>
          <a:chExt cx="0" cy="0"/>
        </a:xfrm>
      </p:grpSpPr>
      <p:sp>
        <p:nvSpPr>
          <p:cNvPr id="1704" name="Google Shape;1704;p101"/>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Stereo as energy minimization</a:t>
            </a:r>
            <a:endParaRPr/>
          </a:p>
        </p:txBody>
      </p:sp>
      <p:pic>
        <p:nvPicPr>
          <p:cNvPr descr="image12.png" id="1705" name="Google Shape;1705;p101"/>
          <p:cNvPicPr preferRelativeResize="0"/>
          <p:nvPr/>
        </p:nvPicPr>
        <p:blipFill rotWithShape="1">
          <a:blip r:embed="rId3">
            <a:alphaModFix/>
          </a:blip>
          <a:srcRect b="0" l="0" r="0" t="0"/>
          <a:stretch/>
        </p:blipFill>
        <p:spPr>
          <a:xfrm>
            <a:off x="5824852" y="7780883"/>
            <a:ext cx="12864933" cy="2734717"/>
          </a:xfrm>
          <a:prstGeom prst="rect">
            <a:avLst/>
          </a:prstGeom>
          <a:noFill/>
          <a:ln>
            <a:noFill/>
          </a:ln>
        </p:spPr>
      </p:pic>
      <p:sp>
        <p:nvSpPr>
          <p:cNvPr id="1706" name="Google Shape;1706;p101"/>
          <p:cNvSpPr txBox="1"/>
          <p:nvPr/>
        </p:nvSpPr>
        <p:spPr>
          <a:xfrm>
            <a:off x="3962400" y="3200400"/>
            <a:ext cx="16459200" cy="4426504"/>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6400"/>
              <a:buFont typeface="Arial"/>
              <a:buChar char="•"/>
            </a:pPr>
            <a:r>
              <a:rPr b="0" i="0" lang="en-US" sz="6400" u="none" cap="none" strike="noStrike">
                <a:solidFill>
                  <a:srgbClr val="000000"/>
                </a:solidFill>
                <a:latin typeface="Helvetica Neue Light"/>
                <a:ea typeface="Helvetica Neue Light"/>
                <a:cs typeface="Helvetica Neue Light"/>
                <a:sym typeface="Helvetica Neue Light"/>
              </a:rPr>
              <a:t>Find disparity map d that minimizes an energy function          , where d is disparity.</a:t>
            </a:r>
            <a:endParaRPr/>
          </a:p>
          <a:p>
            <a:pPr indent="-279400" lvl="0" marL="685800" marR="0" rtl="0" algn="l">
              <a:lnSpc>
                <a:spcPct val="100000"/>
              </a:lnSpc>
              <a:spcBef>
                <a:spcPts val="800"/>
              </a:spcBef>
              <a:spcAft>
                <a:spcPts val="0"/>
              </a:spcAft>
              <a:buClr>
                <a:srgbClr val="000000"/>
              </a:buClr>
              <a:buSzPts val="6400"/>
              <a:buFont typeface="Arial"/>
              <a:buNone/>
            </a:pPr>
            <a:r>
              <a:t/>
            </a:r>
            <a:endParaRPr b="0" i="0" sz="6400" u="none" cap="none" strike="noStrike">
              <a:solidFill>
                <a:srgbClr val="000000"/>
              </a:solidFill>
              <a:latin typeface="Helvetica Neue Light"/>
              <a:ea typeface="Helvetica Neue Light"/>
              <a:cs typeface="Helvetica Neue Light"/>
              <a:sym typeface="Helvetica Neue Light"/>
            </a:endParaRPr>
          </a:p>
          <a:p>
            <a:pPr indent="-685800" lvl="0" marL="685800" marR="0" rtl="0" algn="l">
              <a:lnSpc>
                <a:spcPct val="100000"/>
              </a:lnSpc>
              <a:spcBef>
                <a:spcPts val="1500"/>
              </a:spcBef>
              <a:spcAft>
                <a:spcPts val="0"/>
              </a:spcAft>
              <a:buClr>
                <a:srgbClr val="000000"/>
              </a:buClr>
              <a:buSzPts val="6400"/>
              <a:buFont typeface="Arial"/>
              <a:buChar char="•"/>
            </a:pPr>
            <a:r>
              <a:rPr b="0" i="0" lang="en-US" sz="6400" u="none" cap="none" strike="noStrike">
                <a:solidFill>
                  <a:srgbClr val="000000"/>
                </a:solidFill>
                <a:latin typeface="Helvetica Neue Light"/>
                <a:ea typeface="Helvetica Neue Light"/>
                <a:cs typeface="Helvetica Neue Light"/>
                <a:sym typeface="Helvetica Neue Light"/>
              </a:rPr>
              <a:t>Simple pixel / window matching</a:t>
            </a:r>
            <a:endParaRPr/>
          </a:p>
        </p:txBody>
      </p:sp>
      <p:grpSp>
        <p:nvGrpSpPr>
          <p:cNvPr id="1707" name="Google Shape;1707;p101"/>
          <p:cNvGrpSpPr/>
          <p:nvPr/>
        </p:nvGrpSpPr>
        <p:grpSpPr>
          <a:xfrm>
            <a:off x="4895687" y="10972800"/>
            <a:ext cx="16229483" cy="1419024"/>
            <a:chOff x="0" y="0"/>
            <a:chExt cx="16229481" cy="1419023"/>
          </a:xfrm>
        </p:grpSpPr>
        <p:pic>
          <p:nvPicPr>
            <p:cNvPr descr="image13.png" id="1708" name="Google Shape;1708;p101"/>
            <p:cNvPicPr preferRelativeResize="0"/>
            <p:nvPr/>
          </p:nvPicPr>
          <p:blipFill rotWithShape="1">
            <a:blip r:embed="rId4">
              <a:alphaModFix/>
            </a:blip>
            <a:srcRect b="0" l="0" r="0" t="0"/>
            <a:stretch/>
          </p:blipFill>
          <p:spPr>
            <a:xfrm>
              <a:off x="0" y="228282"/>
              <a:ext cx="5577681" cy="1190741"/>
            </a:xfrm>
            <a:prstGeom prst="rect">
              <a:avLst/>
            </a:prstGeom>
            <a:noFill/>
            <a:ln>
              <a:noFill/>
            </a:ln>
          </p:spPr>
        </p:pic>
        <p:sp>
          <p:nvSpPr>
            <p:cNvPr id="1709" name="Google Shape;1709;p101"/>
            <p:cNvSpPr/>
            <p:nvPr/>
          </p:nvSpPr>
          <p:spPr>
            <a:xfrm>
              <a:off x="6790938" y="56654"/>
              <a:ext cx="9438543"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Helvetica Neue Light"/>
                <a:buNone/>
              </a:pPr>
              <a:r>
                <a:rPr b="0" i="0" lang="en-US" sz="4800" u="none" cap="none" strike="noStrike">
                  <a:solidFill>
                    <a:srgbClr val="000000"/>
                  </a:solidFill>
                  <a:latin typeface="Helvetica Neue Light"/>
                  <a:ea typeface="Helvetica Neue Light"/>
                  <a:cs typeface="Helvetica Neue Light"/>
                  <a:sym typeface="Helvetica Neue Light"/>
                </a:rPr>
                <a:t>Squared distance between windows I(x, y) and J(x + d(x,y), y)</a:t>
              </a:r>
              <a:endParaRPr/>
            </a:p>
          </p:txBody>
        </p:sp>
        <p:cxnSp>
          <p:nvCxnSpPr>
            <p:cNvPr id="1710" name="Google Shape;1710;p101"/>
            <p:cNvCxnSpPr/>
            <p:nvPr/>
          </p:nvCxnSpPr>
          <p:spPr>
            <a:xfrm>
              <a:off x="5665814" y="0"/>
              <a:ext cx="1270001" cy="1270000"/>
            </a:xfrm>
            <a:prstGeom prst="straightConnector1">
              <a:avLst/>
            </a:prstGeom>
            <a:noFill/>
            <a:ln>
              <a:noFill/>
            </a:ln>
          </p:spPr>
        </p:cxnSp>
      </p:grpSp>
      <p:pic>
        <p:nvPicPr>
          <p:cNvPr descr="image14.png" id="1711" name="Google Shape;1711;p101"/>
          <p:cNvPicPr preferRelativeResize="0"/>
          <p:nvPr/>
        </p:nvPicPr>
        <p:blipFill rotWithShape="1">
          <a:blip r:embed="rId5">
            <a:alphaModFix/>
          </a:blip>
          <a:srcRect b="0" l="0" r="0" t="0"/>
          <a:stretch/>
        </p:blipFill>
        <p:spPr>
          <a:xfrm>
            <a:off x="10411189" y="4447130"/>
            <a:ext cx="1809956" cy="975497"/>
          </a:xfrm>
          <a:prstGeom prst="rect">
            <a:avLst/>
          </a:prstGeom>
          <a:noFill/>
          <a:ln>
            <a:noFill/>
          </a:ln>
        </p:spPr>
      </p:pic>
      <p:sp>
        <p:nvSpPr>
          <p:cNvPr id="1712" name="Google Shape;1712;p101"/>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713" name="Google Shape;1713;p101"/>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7" name="Shape 1717"/>
        <p:cNvGrpSpPr/>
        <p:nvPr/>
      </p:nvGrpSpPr>
      <p:grpSpPr>
        <a:xfrm>
          <a:off x="0" y="0"/>
          <a:ext cx="0" cy="0"/>
          <a:chOff x="0" y="0"/>
          <a:chExt cx="0" cy="0"/>
        </a:xfrm>
      </p:grpSpPr>
      <p:sp>
        <p:nvSpPr>
          <p:cNvPr id="1718" name="Google Shape;1718;p102"/>
          <p:cNvSpPr txBox="1"/>
          <p:nvPr>
            <p:ph type="title"/>
          </p:nvPr>
        </p:nvSpPr>
        <p:spPr>
          <a:xfrm>
            <a:off x="3962400" y="0"/>
            <a:ext cx="164592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Stereo as energy minimization</a:t>
            </a:r>
            <a:endParaRPr/>
          </a:p>
        </p:txBody>
      </p:sp>
      <p:pic>
        <p:nvPicPr>
          <p:cNvPr descr="image18.png" id="1719" name="Google Shape;1719;p102"/>
          <p:cNvPicPr preferRelativeResize="0"/>
          <p:nvPr/>
        </p:nvPicPr>
        <p:blipFill rotWithShape="1">
          <a:blip r:embed="rId3">
            <a:alphaModFix/>
          </a:blip>
          <a:srcRect b="0" l="0" r="0" t="0"/>
          <a:stretch/>
        </p:blipFill>
        <p:spPr>
          <a:xfrm>
            <a:off x="7371308" y="7470426"/>
            <a:ext cx="14905285" cy="1239283"/>
          </a:xfrm>
          <a:prstGeom prst="rect">
            <a:avLst/>
          </a:prstGeom>
          <a:noFill/>
          <a:ln>
            <a:noFill/>
          </a:ln>
        </p:spPr>
      </p:pic>
      <p:grpSp>
        <p:nvGrpSpPr>
          <p:cNvPr id="1720" name="Google Shape;1720;p102"/>
          <p:cNvGrpSpPr/>
          <p:nvPr/>
        </p:nvGrpSpPr>
        <p:grpSpPr>
          <a:xfrm>
            <a:off x="7381564" y="2461735"/>
            <a:ext cx="14894603" cy="4415433"/>
            <a:chOff x="0" y="0"/>
            <a:chExt cx="14894602" cy="4415431"/>
          </a:xfrm>
        </p:grpSpPr>
        <p:pic>
          <p:nvPicPr>
            <p:cNvPr descr="image15.png" id="1721" name="Google Shape;1721;p102"/>
            <p:cNvPicPr preferRelativeResize="0"/>
            <p:nvPr/>
          </p:nvPicPr>
          <p:blipFill rotWithShape="1">
            <a:blip r:embed="rId4">
              <a:alphaModFix/>
            </a:blip>
            <a:srcRect b="0" l="0" r="0" t="0"/>
            <a:stretch/>
          </p:blipFill>
          <p:spPr>
            <a:xfrm>
              <a:off x="2" y="0"/>
              <a:ext cx="14894600" cy="4415431"/>
            </a:xfrm>
            <a:prstGeom prst="rect">
              <a:avLst/>
            </a:prstGeom>
            <a:noFill/>
            <a:ln>
              <a:noFill/>
            </a:ln>
          </p:spPr>
        </p:pic>
        <p:cxnSp>
          <p:nvCxnSpPr>
            <p:cNvPr id="1722" name="Google Shape;1722;p102"/>
            <p:cNvCxnSpPr/>
            <p:nvPr/>
          </p:nvCxnSpPr>
          <p:spPr>
            <a:xfrm flipH="1" rot="10800000">
              <a:off x="0" y="2392337"/>
              <a:ext cx="14894599" cy="2993"/>
            </a:xfrm>
            <a:prstGeom prst="straightConnector1">
              <a:avLst/>
            </a:prstGeom>
            <a:noFill/>
            <a:ln cap="flat" cmpd="sng" w="76200">
              <a:solidFill>
                <a:srgbClr val="FFFFFF"/>
              </a:solidFill>
              <a:prstDash val="dash"/>
              <a:round/>
              <a:headEnd len="sm" w="sm" type="none"/>
              <a:tailEnd len="sm" w="sm" type="none"/>
            </a:ln>
            <a:effectLst>
              <a:outerShdw blurRad="101600" rotWithShape="0" dir="2700000" dist="76200">
                <a:srgbClr val="000000">
                  <a:alpha val="40000"/>
                </a:srgbClr>
              </a:outerShdw>
            </a:effectLst>
          </p:spPr>
        </p:cxnSp>
      </p:grpSp>
      <p:sp>
        <p:nvSpPr>
          <p:cNvPr id="1723" name="Google Shape;1723;p102"/>
          <p:cNvSpPr txBox="1"/>
          <p:nvPr/>
        </p:nvSpPr>
        <p:spPr>
          <a:xfrm>
            <a:off x="22451739" y="4452260"/>
            <a:ext cx="1715314" cy="716179"/>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y = 141</a:t>
            </a:r>
            <a:endParaRPr/>
          </a:p>
        </p:txBody>
      </p:sp>
      <p:cxnSp>
        <p:nvCxnSpPr>
          <p:cNvPr id="1724" name="Google Shape;1724;p102"/>
          <p:cNvCxnSpPr/>
          <p:nvPr/>
        </p:nvCxnSpPr>
        <p:spPr>
          <a:xfrm>
            <a:off x="7058363" y="9014496"/>
            <a:ext cx="2590801" cy="3177"/>
          </a:xfrm>
          <a:prstGeom prst="straightConnector1">
            <a:avLst/>
          </a:prstGeom>
          <a:noFill/>
          <a:ln cap="flat" cmpd="sng" w="12700">
            <a:solidFill>
              <a:srgbClr val="000000"/>
            </a:solidFill>
            <a:prstDash val="solid"/>
            <a:round/>
            <a:headEnd len="sm" w="sm" type="none"/>
            <a:tailEnd len="med" w="med" type="triangle"/>
          </a:ln>
        </p:spPr>
      </p:cxnSp>
      <p:cxnSp>
        <p:nvCxnSpPr>
          <p:cNvPr id="1725" name="Google Shape;1725;p102"/>
          <p:cNvCxnSpPr/>
          <p:nvPr/>
        </p:nvCxnSpPr>
        <p:spPr>
          <a:xfrm flipH="1" rot="10800000">
            <a:off x="7056776" y="7339684"/>
            <a:ext cx="3177" cy="1676401"/>
          </a:xfrm>
          <a:prstGeom prst="straightConnector1">
            <a:avLst/>
          </a:prstGeom>
          <a:noFill/>
          <a:ln cap="flat" cmpd="sng" w="12700">
            <a:solidFill>
              <a:srgbClr val="000000"/>
            </a:solidFill>
            <a:prstDash val="solid"/>
            <a:round/>
            <a:headEnd len="sm" w="sm" type="none"/>
            <a:tailEnd len="med" w="med" type="triangle"/>
          </a:ln>
        </p:spPr>
      </p:cxnSp>
      <p:sp>
        <p:nvSpPr>
          <p:cNvPr id="1726" name="Google Shape;1726;p102"/>
          <p:cNvSpPr txBox="1"/>
          <p:nvPr/>
        </p:nvSpPr>
        <p:spPr>
          <a:xfrm>
            <a:off x="9627391" y="8666156"/>
            <a:ext cx="393597"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x</a:t>
            </a:r>
            <a:endParaRPr/>
          </a:p>
        </p:txBody>
      </p:sp>
      <p:sp>
        <p:nvSpPr>
          <p:cNvPr id="1727" name="Google Shape;1727;p102"/>
          <p:cNvSpPr txBox="1"/>
          <p:nvPr/>
        </p:nvSpPr>
        <p:spPr>
          <a:xfrm>
            <a:off x="6775336" y="6684956"/>
            <a:ext cx="430655" cy="6407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d</a:t>
            </a:r>
            <a:endParaRPr/>
          </a:p>
        </p:txBody>
      </p:sp>
      <p:sp>
        <p:nvSpPr>
          <p:cNvPr id="1728" name="Google Shape;1728;p102"/>
          <p:cNvSpPr txBox="1"/>
          <p:nvPr/>
        </p:nvSpPr>
        <p:spPr>
          <a:xfrm>
            <a:off x="3697072" y="9615606"/>
            <a:ext cx="16989856" cy="16136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Simple pixel / window matching: choose the minimum of each pixel independently</a:t>
            </a:r>
            <a:endParaRPr/>
          </a:p>
        </p:txBody>
      </p:sp>
      <p:pic>
        <p:nvPicPr>
          <p:cNvPr descr="image19.png" id="1729" name="Google Shape;1729;p102"/>
          <p:cNvPicPr preferRelativeResize="0"/>
          <p:nvPr/>
        </p:nvPicPr>
        <p:blipFill rotWithShape="1">
          <a:blip r:embed="rId5">
            <a:alphaModFix/>
          </a:blip>
          <a:srcRect b="0" l="0" r="0" t="0"/>
          <a:stretch/>
        </p:blipFill>
        <p:spPr>
          <a:xfrm>
            <a:off x="6964680" y="11430000"/>
            <a:ext cx="10454640" cy="1613612"/>
          </a:xfrm>
          <a:prstGeom prst="rect">
            <a:avLst/>
          </a:prstGeom>
          <a:noFill/>
          <a:ln>
            <a:noFill/>
          </a:ln>
        </p:spPr>
      </p:pic>
      <p:sp>
        <p:nvSpPr>
          <p:cNvPr id="1730" name="Google Shape;1730;p102"/>
          <p:cNvSpPr txBox="1"/>
          <p:nvPr/>
        </p:nvSpPr>
        <p:spPr>
          <a:xfrm>
            <a:off x="19351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731" name="Google Shape;1731;p102"/>
          <p:cNvSpPr txBox="1"/>
          <p:nvPr>
            <p:ph idx="4294967295" type="sldNum"/>
          </p:nvPr>
        </p:nvSpPr>
        <p:spPr>
          <a:xfrm>
            <a:off x="18520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pic>
        <p:nvPicPr>
          <p:cNvPr descr="Picture 7" id="1732" name="Google Shape;1732;p102"/>
          <p:cNvPicPr preferRelativeResize="0"/>
          <p:nvPr/>
        </p:nvPicPr>
        <p:blipFill rotWithShape="1">
          <a:blip r:embed="rId6">
            <a:alphaModFix/>
          </a:blip>
          <a:srcRect b="0" l="0" r="0" t="0"/>
          <a:stretch/>
        </p:blipFill>
        <p:spPr>
          <a:xfrm>
            <a:off x="736161" y="3630489"/>
            <a:ext cx="5411110" cy="4058867"/>
          </a:xfrm>
          <a:prstGeom prst="rect">
            <a:avLst/>
          </a:prstGeom>
          <a:noFill/>
          <a:ln>
            <a:noFill/>
          </a:ln>
        </p:spPr>
      </p:pic>
      <p:cxnSp>
        <p:nvCxnSpPr>
          <p:cNvPr id="1733" name="Google Shape;1733;p102"/>
          <p:cNvCxnSpPr/>
          <p:nvPr/>
        </p:nvCxnSpPr>
        <p:spPr>
          <a:xfrm flipH="1" rot="10800000">
            <a:off x="2619403" y="2484634"/>
            <a:ext cx="4739398" cy="2876682"/>
          </a:xfrm>
          <a:prstGeom prst="straightConnector1">
            <a:avLst/>
          </a:prstGeom>
          <a:noFill/>
          <a:ln cap="flat" cmpd="sng" w="25400">
            <a:solidFill>
              <a:srgbClr val="000000"/>
            </a:solidFill>
            <a:prstDash val="solid"/>
            <a:miter lim="400000"/>
            <a:headEnd len="sm" w="sm" type="none"/>
            <a:tailEnd len="sm" w="sm" type="none"/>
          </a:ln>
        </p:spPr>
      </p:cxnSp>
      <p:cxnSp>
        <p:nvCxnSpPr>
          <p:cNvPr id="1734" name="Google Shape;1734;p102"/>
          <p:cNvCxnSpPr/>
          <p:nvPr/>
        </p:nvCxnSpPr>
        <p:spPr>
          <a:xfrm>
            <a:off x="2619403" y="5322462"/>
            <a:ext cx="4739399" cy="1522668"/>
          </a:xfrm>
          <a:prstGeom prst="straightConnector1">
            <a:avLst/>
          </a:prstGeom>
          <a:noFill/>
          <a:ln cap="flat" cmpd="sng" w="25400">
            <a:solidFill>
              <a:srgbClr val="000000"/>
            </a:solidFill>
            <a:prstDash val="solid"/>
            <a:miter lim="400000"/>
            <a:headEnd len="sm" w="sm" type="none"/>
            <a:tailEnd len="sm" w="sm" type="non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8" name="Shape 1738"/>
        <p:cNvGrpSpPr/>
        <p:nvPr/>
      </p:nvGrpSpPr>
      <p:grpSpPr>
        <a:xfrm>
          <a:off x="0" y="0"/>
          <a:ext cx="0" cy="0"/>
          <a:chOff x="0" y="0"/>
          <a:chExt cx="0" cy="0"/>
        </a:xfrm>
      </p:grpSpPr>
      <p:sp>
        <p:nvSpPr>
          <p:cNvPr id="1739" name="Google Shape;1739;p10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Greedy selection of best match</a:t>
            </a:r>
            <a:endParaRPr/>
          </a:p>
        </p:txBody>
      </p:sp>
      <p:pic>
        <p:nvPicPr>
          <p:cNvPr descr="image10.png" id="1740" name="Google Shape;1740;p103"/>
          <p:cNvPicPr preferRelativeResize="0"/>
          <p:nvPr/>
        </p:nvPicPr>
        <p:blipFill rotWithShape="1">
          <a:blip r:embed="rId3">
            <a:alphaModFix/>
          </a:blip>
          <a:srcRect b="0" l="0" r="0" t="0"/>
          <a:stretch/>
        </p:blipFill>
        <p:spPr>
          <a:xfrm>
            <a:off x="5766718" y="3657600"/>
            <a:ext cx="12850564" cy="9303515"/>
          </a:xfrm>
          <a:prstGeom prst="rect">
            <a:avLst/>
          </a:prstGeom>
          <a:noFill/>
          <a:ln>
            <a:noFill/>
          </a:ln>
        </p:spPr>
      </p:pic>
      <p:sp>
        <p:nvSpPr>
          <p:cNvPr id="1741" name="Google Shape;1741;p103"/>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742" name="Google Shape;1742;p103"/>
          <p:cNvSpPr txBox="1"/>
          <p:nvPr>
            <p:ph idx="4294967295"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46" name="Shape 1746"/>
        <p:cNvGrpSpPr/>
        <p:nvPr/>
      </p:nvGrpSpPr>
      <p:grpSpPr>
        <a:xfrm>
          <a:off x="0" y="0"/>
          <a:ext cx="0" cy="0"/>
          <a:chOff x="0" y="0"/>
          <a:chExt cx="0" cy="0"/>
        </a:xfrm>
      </p:grpSpPr>
      <p:sp>
        <p:nvSpPr>
          <p:cNvPr id="1747" name="Google Shape;1747;p104"/>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a:buNone/>
            </a:pPr>
            <a:r>
              <a:rPr lang="en-US" sz="8800">
                <a:latin typeface="Helvetica Neue"/>
                <a:ea typeface="Helvetica Neue"/>
                <a:cs typeface="Helvetica Neue"/>
                <a:sym typeface="Helvetica Neue"/>
              </a:rPr>
              <a:t>Stereo as energy minimization</a:t>
            </a:r>
            <a:endParaRPr/>
          </a:p>
        </p:txBody>
      </p:sp>
      <p:sp>
        <p:nvSpPr>
          <p:cNvPr id="1748" name="Google Shape;1748;p104"/>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6400"/>
              <a:buFont typeface="Arial"/>
              <a:buChar char="•"/>
            </a:pPr>
            <a:r>
              <a:rPr lang="en-US">
                <a:latin typeface="Helvetica Neue"/>
                <a:ea typeface="Helvetica Neue"/>
                <a:cs typeface="Helvetica Neue"/>
                <a:sym typeface="Helvetica Neue"/>
              </a:rPr>
              <a:t>Better objective function</a:t>
            </a:r>
            <a:endParaRPr/>
          </a:p>
        </p:txBody>
      </p:sp>
      <p:pic>
        <p:nvPicPr>
          <p:cNvPr descr="image20.png" id="1749" name="Google Shape;1749;p104"/>
          <p:cNvPicPr preferRelativeResize="0"/>
          <p:nvPr/>
        </p:nvPicPr>
        <p:blipFill rotWithShape="1">
          <a:blip r:embed="rId3">
            <a:alphaModFix/>
          </a:blip>
          <a:srcRect b="0" l="0" r="0" t="0"/>
          <a:stretch/>
        </p:blipFill>
        <p:spPr>
          <a:xfrm>
            <a:off x="5573486" y="5379660"/>
            <a:ext cx="13286343" cy="1453592"/>
          </a:xfrm>
          <a:prstGeom prst="rect">
            <a:avLst/>
          </a:prstGeom>
          <a:noFill/>
          <a:ln>
            <a:noFill/>
          </a:ln>
        </p:spPr>
      </p:pic>
      <p:sp>
        <p:nvSpPr>
          <p:cNvPr id="1750" name="Google Shape;1750;p104"/>
          <p:cNvSpPr txBox="1"/>
          <p:nvPr/>
        </p:nvSpPr>
        <p:spPr>
          <a:xfrm rot="-5400000">
            <a:off x="10445641" y="5477048"/>
            <a:ext cx="1297802" cy="368917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600"/>
              <a:buFont typeface="Calibri"/>
              <a:buNone/>
            </a:pPr>
            <a:r>
              <a:rPr b="0" i="0" lang="en-US" sz="27600" u="none" cap="none" strike="noStrike">
                <a:solidFill>
                  <a:srgbClr val="000000"/>
                </a:solidFill>
                <a:latin typeface="Calibri"/>
                <a:ea typeface="Calibri"/>
                <a:cs typeface="Calibri"/>
                <a:sym typeface="Calibri"/>
              </a:rPr>
              <a:t>{</a:t>
            </a:r>
            <a:endParaRPr/>
          </a:p>
        </p:txBody>
      </p:sp>
      <p:sp>
        <p:nvSpPr>
          <p:cNvPr id="1751" name="Google Shape;1751;p104"/>
          <p:cNvSpPr txBox="1"/>
          <p:nvPr/>
        </p:nvSpPr>
        <p:spPr>
          <a:xfrm rot="-5400000">
            <a:off x="15975595" y="5477045"/>
            <a:ext cx="1297802" cy="368917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600"/>
              <a:buFont typeface="Calibri"/>
              <a:buNone/>
            </a:pPr>
            <a:r>
              <a:rPr b="0" i="0" lang="en-US" sz="27600" u="none" cap="none" strike="noStrike">
                <a:solidFill>
                  <a:srgbClr val="000000"/>
                </a:solidFill>
                <a:latin typeface="Calibri"/>
                <a:ea typeface="Calibri"/>
                <a:cs typeface="Calibri"/>
                <a:sym typeface="Calibri"/>
              </a:rPr>
              <a:t>{</a:t>
            </a:r>
            <a:endParaRPr/>
          </a:p>
        </p:txBody>
      </p:sp>
      <p:sp>
        <p:nvSpPr>
          <p:cNvPr id="1752" name="Google Shape;1752;p104"/>
          <p:cNvSpPr txBox="1"/>
          <p:nvPr/>
        </p:nvSpPr>
        <p:spPr>
          <a:xfrm>
            <a:off x="10101947" y="7575809"/>
            <a:ext cx="3244800" cy="8897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match cost</a:t>
            </a:r>
            <a:endParaRPr/>
          </a:p>
        </p:txBody>
      </p:sp>
      <p:sp>
        <p:nvSpPr>
          <p:cNvPr id="1753" name="Google Shape;1753;p104"/>
          <p:cNvSpPr txBox="1"/>
          <p:nvPr/>
        </p:nvSpPr>
        <p:spPr>
          <a:xfrm>
            <a:off x="14935187" y="7554038"/>
            <a:ext cx="4870603" cy="8897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smoothness cost</a:t>
            </a:r>
            <a:endParaRPr/>
          </a:p>
        </p:txBody>
      </p:sp>
      <p:sp>
        <p:nvSpPr>
          <p:cNvPr id="1754" name="Google Shape;1754;p104"/>
          <p:cNvSpPr txBox="1"/>
          <p:nvPr/>
        </p:nvSpPr>
        <p:spPr>
          <a:xfrm>
            <a:off x="5442858" y="9078055"/>
            <a:ext cx="7315201" cy="1387858"/>
          </a:xfrm>
          <a:prstGeom prst="rect">
            <a:avLst/>
          </a:prstGeom>
          <a:noFill/>
          <a:ln>
            <a:noFill/>
          </a:ln>
        </p:spPr>
        <p:txBody>
          <a:bodyPr anchorCtr="0" anchor="t" bIns="91425" lIns="91425" spcFirstLastPara="1" rIns="91425" wrap="square" tIns="91425">
            <a:spAutoFit/>
          </a:bodyPr>
          <a:lstStyle/>
          <a:p>
            <a:pPr indent="0" lvl="2" marL="0" marR="0" rtl="0" algn="ctr">
              <a:lnSpc>
                <a:spcPct val="100000"/>
              </a:lnSpc>
              <a:spcBef>
                <a:spcPts val="0"/>
              </a:spcBef>
              <a:spcAft>
                <a:spcPts val="0"/>
              </a:spcAft>
              <a:buClr>
                <a:srgbClr val="000000"/>
              </a:buClr>
              <a:buSzPts val="4000"/>
              <a:buFont typeface="Helvetica Neue"/>
              <a:buNone/>
            </a:pPr>
            <a:r>
              <a:rPr b="0" i="0" lang="en-US" sz="4000" u="none" cap="none" strike="noStrike">
                <a:solidFill>
                  <a:srgbClr val="000000"/>
                </a:solidFill>
                <a:latin typeface="Helvetica Neue"/>
                <a:ea typeface="Helvetica Neue"/>
                <a:cs typeface="Helvetica Neue"/>
                <a:sym typeface="Helvetica Neue"/>
              </a:rPr>
              <a:t>Want each pixel to find a good match in the other image</a:t>
            </a:r>
            <a:endParaRPr/>
          </a:p>
        </p:txBody>
      </p:sp>
      <p:cxnSp>
        <p:nvCxnSpPr>
          <p:cNvPr id="1755" name="Google Shape;1755;p104"/>
          <p:cNvCxnSpPr/>
          <p:nvPr/>
        </p:nvCxnSpPr>
        <p:spPr>
          <a:xfrm flipH="1" rot="10800000">
            <a:off x="10185399" y="8499140"/>
            <a:ext cx="824087" cy="578917"/>
          </a:xfrm>
          <a:prstGeom prst="straightConnector1">
            <a:avLst/>
          </a:prstGeom>
          <a:noFill/>
          <a:ln cap="flat" cmpd="sng" w="76200">
            <a:solidFill>
              <a:srgbClr val="000000"/>
            </a:solidFill>
            <a:prstDash val="solid"/>
            <a:round/>
            <a:headEnd len="sm" w="sm" type="none"/>
            <a:tailEnd len="med" w="med" type="triangle"/>
          </a:ln>
        </p:spPr>
      </p:cxnSp>
      <p:sp>
        <p:nvSpPr>
          <p:cNvPr id="1756" name="Google Shape;1756;p104"/>
          <p:cNvSpPr txBox="1"/>
          <p:nvPr/>
        </p:nvSpPr>
        <p:spPr>
          <a:xfrm>
            <a:off x="13520058" y="9099828"/>
            <a:ext cx="7315201" cy="1387857"/>
          </a:xfrm>
          <a:prstGeom prst="rect">
            <a:avLst/>
          </a:prstGeom>
          <a:noFill/>
          <a:ln>
            <a:noFill/>
          </a:ln>
        </p:spPr>
        <p:txBody>
          <a:bodyPr anchorCtr="0" anchor="t" bIns="91425" lIns="91425" spcFirstLastPara="1" rIns="91425" wrap="square" tIns="91425">
            <a:spAutoFit/>
          </a:bodyPr>
          <a:lstStyle/>
          <a:p>
            <a:pPr indent="0" lvl="2" marL="0" marR="0" rtl="0" algn="ctr">
              <a:lnSpc>
                <a:spcPct val="100000"/>
              </a:lnSpc>
              <a:spcBef>
                <a:spcPts val="0"/>
              </a:spcBef>
              <a:spcAft>
                <a:spcPts val="0"/>
              </a:spcAft>
              <a:buClr>
                <a:srgbClr val="000000"/>
              </a:buClr>
              <a:buSzPts val="4000"/>
              <a:buFont typeface="Helvetica Neue"/>
              <a:buNone/>
            </a:pPr>
            <a:r>
              <a:rPr b="0" i="0" lang="en-US" sz="4000" u="none" cap="none" strike="noStrike">
                <a:solidFill>
                  <a:srgbClr val="000000"/>
                </a:solidFill>
                <a:latin typeface="Helvetica Neue"/>
                <a:ea typeface="Helvetica Neue"/>
                <a:cs typeface="Helvetica Neue"/>
                <a:sym typeface="Helvetica Neue"/>
              </a:rPr>
              <a:t>Adjacent pixels should (usually) move about the same amount</a:t>
            </a:r>
            <a:endParaRPr/>
          </a:p>
        </p:txBody>
      </p:sp>
      <p:cxnSp>
        <p:nvCxnSpPr>
          <p:cNvPr id="1757" name="Google Shape;1757;p104"/>
          <p:cNvCxnSpPr/>
          <p:nvPr/>
        </p:nvCxnSpPr>
        <p:spPr>
          <a:xfrm rot="10800000">
            <a:off x="17207348" y="8477367"/>
            <a:ext cx="623453" cy="600689"/>
          </a:xfrm>
          <a:prstGeom prst="straightConnector1">
            <a:avLst/>
          </a:prstGeom>
          <a:noFill/>
          <a:ln cap="flat" cmpd="sng" w="76200">
            <a:solidFill>
              <a:srgbClr val="000000"/>
            </a:solidFill>
            <a:prstDash val="solid"/>
            <a:round/>
            <a:headEnd len="sm" w="sm" type="none"/>
            <a:tailEnd len="med" w="med" type="triangle"/>
          </a:ln>
        </p:spPr>
      </p:cxnSp>
      <p:sp>
        <p:nvSpPr>
          <p:cNvPr id="1758" name="Google Shape;1758;p104"/>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759" name="Google Shape;1759;p104"/>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3" name="Shape 1763"/>
        <p:cNvGrpSpPr/>
        <p:nvPr/>
      </p:nvGrpSpPr>
      <p:grpSpPr>
        <a:xfrm>
          <a:off x="0" y="0"/>
          <a:ext cx="0" cy="0"/>
          <a:chOff x="0" y="0"/>
          <a:chExt cx="0" cy="0"/>
        </a:xfrm>
      </p:grpSpPr>
      <p:sp>
        <p:nvSpPr>
          <p:cNvPr id="1764" name="Google Shape;1764;p105"/>
          <p:cNvSpPr txBox="1"/>
          <p:nvPr>
            <p:ph type="title"/>
          </p:nvPr>
        </p:nvSpPr>
        <p:spPr>
          <a:xfrm>
            <a:off x="3962400" y="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a:buNone/>
            </a:pPr>
            <a:r>
              <a:rPr lang="en-US" sz="8800">
                <a:latin typeface="Helvetica Neue"/>
                <a:ea typeface="Helvetica Neue"/>
                <a:cs typeface="Helvetica Neue"/>
                <a:sym typeface="Helvetica Neue"/>
              </a:rPr>
              <a:t>Stereo as energy minimization</a:t>
            </a:r>
            <a:endParaRPr/>
          </a:p>
        </p:txBody>
      </p:sp>
      <p:pic>
        <p:nvPicPr>
          <p:cNvPr descr="image21.png" id="1765" name="Google Shape;1765;p105"/>
          <p:cNvPicPr preferRelativeResize="0"/>
          <p:nvPr/>
        </p:nvPicPr>
        <p:blipFill rotWithShape="1">
          <a:blip r:embed="rId3">
            <a:alphaModFix/>
          </a:blip>
          <a:srcRect b="0" l="0" r="0" t="0"/>
          <a:stretch/>
        </p:blipFill>
        <p:spPr>
          <a:xfrm>
            <a:off x="7868518" y="4419600"/>
            <a:ext cx="12161213" cy="2564184"/>
          </a:xfrm>
          <a:prstGeom prst="rect">
            <a:avLst/>
          </a:prstGeom>
          <a:noFill/>
          <a:ln>
            <a:noFill/>
          </a:ln>
        </p:spPr>
      </p:pic>
      <p:pic>
        <p:nvPicPr>
          <p:cNvPr descr="image20.png" id="1766" name="Google Shape;1766;p105"/>
          <p:cNvPicPr preferRelativeResize="0"/>
          <p:nvPr/>
        </p:nvPicPr>
        <p:blipFill rotWithShape="1">
          <a:blip r:embed="rId4">
            <a:alphaModFix/>
          </a:blip>
          <a:srcRect b="0" l="0" r="0" t="0"/>
          <a:stretch/>
        </p:blipFill>
        <p:spPr>
          <a:xfrm>
            <a:off x="5334000" y="2586065"/>
            <a:ext cx="13286343" cy="1453593"/>
          </a:xfrm>
          <a:prstGeom prst="rect">
            <a:avLst/>
          </a:prstGeom>
          <a:noFill/>
          <a:ln>
            <a:noFill/>
          </a:ln>
        </p:spPr>
      </p:pic>
      <p:sp>
        <p:nvSpPr>
          <p:cNvPr id="1767" name="Google Shape;1767;p105"/>
          <p:cNvSpPr txBox="1"/>
          <p:nvPr/>
        </p:nvSpPr>
        <p:spPr>
          <a:xfrm>
            <a:off x="4659777" y="4888057"/>
            <a:ext cx="3054570" cy="797641"/>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match cost:</a:t>
            </a:r>
            <a:endParaRPr/>
          </a:p>
        </p:txBody>
      </p:sp>
      <p:sp>
        <p:nvSpPr>
          <p:cNvPr id="1768" name="Google Shape;1768;p105"/>
          <p:cNvSpPr txBox="1"/>
          <p:nvPr/>
        </p:nvSpPr>
        <p:spPr>
          <a:xfrm>
            <a:off x="2815774" y="7569224"/>
            <a:ext cx="4898572" cy="79764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4800"/>
              <a:buFont typeface="Calibri"/>
              <a:buNone/>
            </a:pPr>
            <a:r>
              <a:rPr b="0" i="0" lang="en-US" sz="4800" u="none" cap="none" strike="noStrike">
                <a:solidFill>
                  <a:srgbClr val="000000"/>
                </a:solidFill>
                <a:latin typeface="Calibri"/>
                <a:ea typeface="Calibri"/>
                <a:cs typeface="Calibri"/>
                <a:sym typeface="Calibri"/>
              </a:rPr>
              <a:t>smoothness cost:</a:t>
            </a:r>
            <a:endParaRPr/>
          </a:p>
        </p:txBody>
      </p:sp>
      <p:grpSp>
        <p:nvGrpSpPr>
          <p:cNvPr id="1769" name="Google Shape;1769;p105"/>
          <p:cNvGrpSpPr/>
          <p:nvPr/>
        </p:nvGrpSpPr>
        <p:grpSpPr>
          <a:xfrm>
            <a:off x="10667998" y="10044106"/>
            <a:ext cx="2133602" cy="2133602"/>
            <a:chOff x="-1" y="-1"/>
            <a:chExt cx="2133601" cy="2133601"/>
          </a:xfrm>
        </p:grpSpPr>
        <p:sp>
          <p:nvSpPr>
            <p:cNvPr id="1770" name="Google Shape;1770;p105"/>
            <p:cNvSpPr/>
            <p:nvPr/>
          </p:nvSpPr>
          <p:spPr>
            <a:xfrm>
              <a:off x="914400" y="914400"/>
              <a:ext cx="304800"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71" name="Google Shape;1771;p105"/>
            <p:cNvSpPr/>
            <p:nvPr/>
          </p:nvSpPr>
          <p:spPr>
            <a:xfrm>
              <a:off x="914400" y="-1"/>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72" name="Google Shape;1772;p105"/>
            <p:cNvSpPr/>
            <p:nvPr/>
          </p:nvSpPr>
          <p:spPr>
            <a:xfrm>
              <a:off x="914400" y="1828800"/>
              <a:ext cx="304800"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73" name="Google Shape;1773;p105"/>
            <p:cNvSpPr/>
            <p:nvPr/>
          </p:nvSpPr>
          <p:spPr>
            <a:xfrm>
              <a:off x="-1" y="914400"/>
              <a:ext cx="304801"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74" name="Google Shape;1774;p105"/>
            <p:cNvSpPr/>
            <p:nvPr/>
          </p:nvSpPr>
          <p:spPr>
            <a:xfrm>
              <a:off x="1828800" y="914400"/>
              <a:ext cx="304800"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cxnSp>
          <p:nvCxnSpPr>
            <p:cNvPr id="1775" name="Google Shape;1775;p105"/>
            <p:cNvCxnSpPr/>
            <p:nvPr/>
          </p:nvCxnSpPr>
          <p:spPr>
            <a:xfrm>
              <a:off x="1219199" y="1066800"/>
              <a:ext cx="609601" cy="3176"/>
            </a:xfrm>
            <a:prstGeom prst="straightConnector1">
              <a:avLst/>
            </a:prstGeom>
            <a:noFill/>
            <a:ln cap="flat" cmpd="sng" w="50800">
              <a:solidFill>
                <a:srgbClr val="000000"/>
              </a:solidFill>
              <a:prstDash val="dot"/>
              <a:round/>
              <a:headEnd len="sm" w="sm" type="none"/>
              <a:tailEnd len="sm" w="sm" type="none"/>
            </a:ln>
          </p:spPr>
        </p:cxnSp>
        <p:cxnSp>
          <p:nvCxnSpPr>
            <p:cNvPr id="1776" name="Google Shape;1776;p105"/>
            <p:cNvCxnSpPr/>
            <p:nvPr/>
          </p:nvCxnSpPr>
          <p:spPr>
            <a:xfrm flipH="1" rot="10800000">
              <a:off x="1065212" y="306387"/>
              <a:ext cx="3177" cy="609601"/>
            </a:xfrm>
            <a:prstGeom prst="straightConnector1">
              <a:avLst/>
            </a:prstGeom>
            <a:noFill/>
            <a:ln cap="flat" cmpd="sng" w="50800">
              <a:solidFill>
                <a:srgbClr val="000000"/>
              </a:solidFill>
              <a:prstDash val="dot"/>
              <a:round/>
              <a:headEnd len="sm" w="sm" type="none"/>
              <a:tailEnd len="sm" w="sm" type="none"/>
            </a:ln>
          </p:spPr>
        </p:cxnSp>
        <p:cxnSp>
          <p:nvCxnSpPr>
            <p:cNvPr id="1777" name="Google Shape;1777;p105"/>
            <p:cNvCxnSpPr/>
            <p:nvPr/>
          </p:nvCxnSpPr>
          <p:spPr>
            <a:xfrm rot="10800000">
              <a:off x="304799" y="1066799"/>
              <a:ext cx="609602" cy="3177"/>
            </a:xfrm>
            <a:prstGeom prst="straightConnector1">
              <a:avLst/>
            </a:prstGeom>
            <a:noFill/>
            <a:ln cap="flat" cmpd="sng" w="50800">
              <a:solidFill>
                <a:srgbClr val="000000"/>
              </a:solidFill>
              <a:prstDash val="dot"/>
              <a:round/>
              <a:headEnd len="sm" w="sm" type="none"/>
              <a:tailEnd len="sm" w="sm" type="none"/>
            </a:ln>
          </p:spPr>
        </p:cxnSp>
        <p:cxnSp>
          <p:nvCxnSpPr>
            <p:cNvPr id="1778" name="Google Shape;1778;p105"/>
            <p:cNvCxnSpPr/>
            <p:nvPr/>
          </p:nvCxnSpPr>
          <p:spPr>
            <a:xfrm flipH="1">
              <a:off x="1065212" y="1220787"/>
              <a:ext cx="3176" cy="609601"/>
            </a:xfrm>
            <a:prstGeom prst="straightConnector1">
              <a:avLst/>
            </a:prstGeom>
            <a:noFill/>
            <a:ln cap="flat" cmpd="sng" w="50800">
              <a:solidFill>
                <a:srgbClr val="000000"/>
              </a:solidFill>
              <a:prstDash val="dot"/>
              <a:round/>
              <a:headEnd len="sm" w="sm" type="none"/>
              <a:tailEnd len="sm" w="sm" type="none"/>
            </a:ln>
          </p:spPr>
        </p:cxnSp>
      </p:grpSp>
      <p:grpSp>
        <p:nvGrpSpPr>
          <p:cNvPr id="1779" name="Google Shape;1779;p105"/>
          <p:cNvGrpSpPr/>
          <p:nvPr/>
        </p:nvGrpSpPr>
        <p:grpSpPr>
          <a:xfrm>
            <a:off x="14020798" y="10044106"/>
            <a:ext cx="2133602" cy="2133602"/>
            <a:chOff x="-1" y="-1"/>
            <a:chExt cx="2133601" cy="2133601"/>
          </a:xfrm>
        </p:grpSpPr>
        <p:sp>
          <p:nvSpPr>
            <p:cNvPr id="1780" name="Google Shape;1780;p105"/>
            <p:cNvSpPr/>
            <p:nvPr/>
          </p:nvSpPr>
          <p:spPr>
            <a:xfrm>
              <a:off x="914400" y="914400"/>
              <a:ext cx="304800"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81" name="Google Shape;1781;p105"/>
            <p:cNvSpPr/>
            <p:nvPr/>
          </p:nvSpPr>
          <p:spPr>
            <a:xfrm>
              <a:off x="914400" y="-1"/>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82" name="Google Shape;1782;p105"/>
            <p:cNvSpPr/>
            <p:nvPr/>
          </p:nvSpPr>
          <p:spPr>
            <a:xfrm>
              <a:off x="914400" y="1828800"/>
              <a:ext cx="304800"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83" name="Google Shape;1783;p105"/>
            <p:cNvSpPr/>
            <p:nvPr/>
          </p:nvSpPr>
          <p:spPr>
            <a:xfrm>
              <a:off x="-1" y="914400"/>
              <a:ext cx="304801"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84" name="Google Shape;1784;p105"/>
            <p:cNvSpPr/>
            <p:nvPr/>
          </p:nvSpPr>
          <p:spPr>
            <a:xfrm>
              <a:off x="1828800" y="914400"/>
              <a:ext cx="304800"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cxnSp>
          <p:nvCxnSpPr>
            <p:cNvPr id="1785" name="Google Shape;1785;p105"/>
            <p:cNvCxnSpPr/>
            <p:nvPr/>
          </p:nvCxnSpPr>
          <p:spPr>
            <a:xfrm>
              <a:off x="1219199" y="1066800"/>
              <a:ext cx="609601" cy="3176"/>
            </a:xfrm>
            <a:prstGeom prst="straightConnector1">
              <a:avLst/>
            </a:prstGeom>
            <a:noFill/>
            <a:ln cap="flat" cmpd="sng" w="50800">
              <a:solidFill>
                <a:srgbClr val="000000"/>
              </a:solidFill>
              <a:prstDash val="dot"/>
              <a:round/>
              <a:headEnd len="sm" w="sm" type="none"/>
              <a:tailEnd len="sm" w="sm" type="none"/>
            </a:ln>
          </p:spPr>
        </p:cxnSp>
        <p:cxnSp>
          <p:nvCxnSpPr>
            <p:cNvPr id="1786" name="Google Shape;1786;p105"/>
            <p:cNvCxnSpPr/>
            <p:nvPr/>
          </p:nvCxnSpPr>
          <p:spPr>
            <a:xfrm flipH="1" rot="10800000">
              <a:off x="1065212" y="306387"/>
              <a:ext cx="3177" cy="609601"/>
            </a:xfrm>
            <a:prstGeom prst="straightConnector1">
              <a:avLst/>
            </a:prstGeom>
            <a:noFill/>
            <a:ln cap="flat" cmpd="sng" w="50800">
              <a:solidFill>
                <a:srgbClr val="000000"/>
              </a:solidFill>
              <a:prstDash val="dot"/>
              <a:round/>
              <a:headEnd len="sm" w="sm" type="none"/>
              <a:tailEnd len="sm" w="sm" type="none"/>
            </a:ln>
          </p:spPr>
        </p:cxnSp>
        <p:cxnSp>
          <p:nvCxnSpPr>
            <p:cNvPr id="1787" name="Google Shape;1787;p105"/>
            <p:cNvCxnSpPr/>
            <p:nvPr/>
          </p:nvCxnSpPr>
          <p:spPr>
            <a:xfrm rot="10800000">
              <a:off x="304799" y="1066799"/>
              <a:ext cx="609602" cy="3177"/>
            </a:xfrm>
            <a:prstGeom prst="straightConnector1">
              <a:avLst/>
            </a:prstGeom>
            <a:noFill/>
            <a:ln cap="flat" cmpd="sng" w="50800">
              <a:solidFill>
                <a:srgbClr val="000000"/>
              </a:solidFill>
              <a:prstDash val="dot"/>
              <a:round/>
              <a:headEnd len="sm" w="sm" type="none"/>
              <a:tailEnd len="sm" w="sm" type="none"/>
            </a:ln>
          </p:spPr>
        </p:cxnSp>
        <p:cxnSp>
          <p:nvCxnSpPr>
            <p:cNvPr id="1788" name="Google Shape;1788;p105"/>
            <p:cNvCxnSpPr/>
            <p:nvPr/>
          </p:nvCxnSpPr>
          <p:spPr>
            <a:xfrm flipH="1">
              <a:off x="1065212" y="1220787"/>
              <a:ext cx="3176" cy="609601"/>
            </a:xfrm>
            <a:prstGeom prst="straightConnector1">
              <a:avLst/>
            </a:prstGeom>
            <a:noFill/>
            <a:ln cap="flat" cmpd="sng" w="50800">
              <a:solidFill>
                <a:srgbClr val="000000"/>
              </a:solidFill>
              <a:prstDash val="dot"/>
              <a:round/>
              <a:headEnd len="sm" w="sm" type="none"/>
              <a:tailEnd len="sm" w="sm" type="none"/>
            </a:ln>
          </p:spPr>
        </p:cxnSp>
        <p:sp>
          <p:nvSpPr>
            <p:cNvPr id="1789" name="Google Shape;1789;p105"/>
            <p:cNvSpPr/>
            <p:nvPr/>
          </p:nvSpPr>
          <p:spPr>
            <a:xfrm>
              <a:off x="-1" y="-1"/>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90" name="Google Shape;1790;p105"/>
            <p:cNvSpPr/>
            <p:nvPr/>
          </p:nvSpPr>
          <p:spPr>
            <a:xfrm>
              <a:off x="-1" y="1828800"/>
              <a:ext cx="304801"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91" name="Google Shape;1791;p105"/>
            <p:cNvSpPr/>
            <p:nvPr/>
          </p:nvSpPr>
          <p:spPr>
            <a:xfrm>
              <a:off x="1828800" y="1828800"/>
              <a:ext cx="304800" cy="3048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792" name="Google Shape;1792;p105"/>
            <p:cNvSpPr/>
            <p:nvPr/>
          </p:nvSpPr>
          <p:spPr>
            <a:xfrm>
              <a:off x="1828800" y="-1"/>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cxnSp>
          <p:nvCxnSpPr>
            <p:cNvPr id="1793" name="Google Shape;1793;p105"/>
            <p:cNvCxnSpPr/>
            <p:nvPr/>
          </p:nvCxnSpPr>
          <p:spPr>
            <a:xfrm flipH="1" rot="10800000">
              <a:off x="1174564" y="260163"/>
              <a:ext cx="698873" cy="698874"/>
            </a:xfrm>
            <a:prstGeom prst="straightConnector1">
              <a:avLst/>
            </a:prstGeom>
            <a:noFill/>
            <a:ln cap="flat" cmpd="sng" w="50800">
              <a:solidFill>
                <a:srgbClr val="000000"/>
              </a:solidFill>
              <a:prstDash val="dot"/>
              <a:round/>
              <a:headEnd len="sm" w="sm" type="none"/>
              <a:tailEnd len="sm" w="sm" type="none"/>
            </a:ln>
          </p:spPr>
        </p:cxnSp>
        <p:cxnSp>
          <p:nvCxnSpPr>
            <p:cNvPr id="1794" name="Google Shape;1794;p105"/>
            <p:cNvCxnSpPr/>
            <p:nvPr/>
          </p:nvCxnSpPr>
          <p:spPr>
            <a:xfrm>
              <a:off x="1174564" y="1174563"/>
              <a:ext cx="698873" cy="698874"/>
            </a:xfrm>
            <a:prstGeom prst="straightConnector1">
              <a:avLst/>
            </a:prstGeom>
            <a:noFill/>
            <a:ln cap="flat" cmpd="sng" w="50800">
              <a:solidFill>
                <a:srgbClr val="000000"/>
              </a:solidFill>
              <a:prstDash val="dot"/>
              <a:round/>
              <a:headEnd len="sm" w="sm" type="none"/>
              <a:tailEnd len="sm" w="sm" type="none"/>
            </a:ln>
          </p:spPr>
        </p:cxnSp>
        <p:cxnSp>
          <p:nvCxnSpPr>
            <p:cNvPr id="1795" name="Google Shape;1795;p105"/>
            <p:cNvCxnSpPr/>
            <p:nvPr/>
          </p:nvCxnSpPr>
          <p:spPr>
            <a:xfrm flipH="1">
              <a:off x="260164" y="1174563"/>
              <a:ext cx="698873" cy="698874"/>
            </a:xfrm>
            <a:prstGeom prst="straightConnector1">
              <a:avLst/>
            </a:prstGeom>
            <a:noFill/>
            <a:ln cap="flat" cmpd="sng" w="50800">
              <a:solidFill>
                <a:srgbClr val="000000"/>
              </a:solidFill>
              <a:prstDash val="dot"/>
              <a:round/>
              <a:headEnd len="sm" w="sm" type="none"/>
              <a:tailEnd len="sm" w="sm" type="none"/>
            </a:ln>
          </p:spPr>
        </p:cxnSp>
        <p:cxnSp>
          <p:nvCxnSpPr>
            <p:cNvPr id="1796" name="Google Shape;1796;p105"/>
            <p:cNvCxnSpPr/>
            <p:nvPr/>
          </p:nvCxnSpPr>
          <p:spPr>
            <a:xfrm rot="10800000">
              <a:off x="260164" y="260163"/>
              <a:ext cx="698873" cy="698874"/>
            </a:xfrm>
            <a:prstGeom prst="straightConnector1">
              <a:avLst/>
            </a:prstGeom>
            <a:noFill/>
            <a:ln cap="flat" cmpd="sng" w="50800">
              <a:solidFill>
                <a:srgbClr val="000000"/>
              </a:solidFill>
              <a:prstDash val="dot"/>
              <a:round/>
              <a:headEnd len="sm" w="sm" type="none"/>
              <a:tailEnd len="sm" w="sm" type="none"/>
            </a:ln>
          </p:spPr>
        </p:cxnSp>
      </p:grpSp>
      <p:sp>
        <p:nvSpPr>
          <p:cNvPr id="1797" name="Google Shape;1797;p105"/>
          <p:cNvSpPr txBox="1"/>
          <p:nvPr/>
        </p:nvSpPr>
        <p:spPr>
          <a:xfrm>
            <a:off x="9753600" y="12256645"/>
            <a:ext cx="3962400" cy="12622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4-connected neighborhood</a:t>
            </a:r>
            <a:endParaRPr/>
          </a:p>
        </p:txBody>
      </p:sp>
      <p:sp>
        <p:nvSpPr>
          <p:cNvPr id="1798" name="Google Shape;1798;p105"/>
          <p:cNvSpPr txBox="1"/>
          <p:nvPr/>
        </p:nvSpPr>
        <p:spPr>
          <a:xfrm>
            <a:off x="13106400" y="12270937"/>
            <a:ext cx="3962400" cy="12622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8-connected neighborhood</a:t>
            </a:r>
            <a:endParaRPr/>
          </a:p>
        </p:txBody>
      </p:sp>
      <p:pic>
        <p:nvPicPr>
          <p:cNvPr descr="image22.png" id="1799" name="Google Shape;1799;p105"/>
          <p:cNvPicPr preferRelativeResize="0"/>
          <p:nvPr/>
        </p:nvPicPr>
        <p:blipFill rotWithShape="1">
          <a:blip r:embed="rId5">
            <a:alphaModFix/>
          </a:blip>
          <a:srcRect b="0" l="0" r="0" t="0"/>
          <a:stretch/>
        </p:blipFill>
        <p:spPr>
          <a:xfrm>
            <a:off x="8077201" y="7343703"/>
            <a:ext cx="9905999" cy="2409897"/>
          </a:xfrm>
          <a:prstGeom prst="rect">
            <a:avLst/>
          </a:prstGeom>
          <a:noFill/>
          <a:ln>
            <a:noFill/>
          </a:ln>
        </p:spPr>
      </p:pic>
      <p:pic>
        <p:nvPicPr>
          <p:cNvPr descr="image23.png" id="1800" name="Google Shape;1800;p105"/>
          <p:cNvPicPr preferRelativeResize="0"/>
          <p:nvPr/>
        </p:nvPicPr>
        <p:blipFill rotWithShape="1">
          <a:blip r:embed="rId6">
            <a:alphaModFix/>
          </a:blip>
          <a:srcRect b="0" l="0" r="0" t="0"/>
          <a:stretch/>
        </p:blipFill>
        <p:spPr>
          <a:xfrm>
            <a:off x="3665859" y="10801347"/>
            <a:ext cx="661549" cy="781053"/>
          </a:xfrm>
          <a:prstGeom prst="rect">
            <a:avLst/>
          </a:prstGeom>
          <a:noFill/>
          <a:ln>
            <a:noFill/>
          </a:ln>
        </p:spPr>
      </p:pic>
      <p:sp>
        <p:nvSpPr>
          <p:cNvPr id="1801" name="Google Shape;1801;p105"/>
          <p:cNvSpPr txBox="1"/>
          <p:nvPr/>
        </p:nvSpPr>
        <p:spPr>
          <a:xfrm>
            <a:off x="4275459" y="10790520"/>
            <a:ext cx="5453839"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 set of neighboring pixels</a:t>
            </a:r>
            <a:endParaRPr/>
          </a:p>
        </p:txBody>
      </p:sp>
      <p:sp>
        <p:nvSpPr>
          <p:cNvPr id="1802" name="Google Shape;1802;p105"/>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803" name="Google Shape;1803;p105"/>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07" name="Shape 1807"/>
        <p:cNvGrpSpPr/>
        <p:nvPr/>
      </p:nvGrpSpPr>
      <p:grpSpPr>
        <a:xfrm>
          <a:off x="0" y="0"/>
          <a:ext cx="0" cy="0"/>
          <a:chOff x="0" y="0"/>
          <a:chExt cx="0" cy="0"/>
        </a:xfrm>
      </p:grpSpPr>
      <p:sp>
        <p:nvSpPr>
          <p:cNvPr id="1808" name="Google Shape;1808;p106"/>
          <p:cNvSpPr txBox="1"/>
          <p:nvPr>
            <p:ph type="title"/>
          </p:nvPr>
        </p:nvSpPr>
        <p:spPr>
          <a:xfrm>
            <a:off x="3962400" y="-30480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a:buNone/>
            </a:pPr>
            <a:r>
              <a:rPr lang="en-US" sz="8800">
                <a:latin typeface="Helvetica Neue"/>
                <a:ea typeface="Helvetica Neue"/>
                <a:cs typeface="Helvetica Neue"/>
                <a:sym typeface="Helvetica Neue"/>
              </a:rPr>
              <a:t>Smoothness cost</a:t>
            </a:r>
            <a:endParaRPr/>
          </a:p>
        </p:txBody>
      </p:sp>
      <p:pic>
        <p:nvPicPr>
          <p:cNvPr descr="image24.png" id="1809" name="Google Shape;1809;p106"/>
          <p:cNvPicPr preferRelativeResize="0"/>
          <p:nvPr/>
        </p:nvPicPr>
        <p:blipFill rotWithShape="1">
          <a:blip r:embed="rId3">
            <a:alphaModFix/>
          </a:blip>
          <a:srcRect b="0" l="0" r="0" t="0"/>
          <a:stretch/>
        </p:blipFill>
        <p:spPr>
          <a:xfrm>
            <a:off x="4933951" y="6705600"/>
            <a:ext cx="9193837" cy="1421333"/>
          </a:xfrm>
          <a:prstGeom prst="rect">
            <a:avLst/>
          </a:prstGeom>
          <a:noFill/>
          <a:ln>
            <a:noFill/>
          </a:ln>
        </p:spPr>
      </p:pic>
      <p:pic>
        <p:nvPicPr>
          <p:cNvPr descr="image25.png" id="1810" name="Google Shape;1810;p106"/>
          <p:cNvPicPr preferRelativeResize="0"/>
          <p:nvPr/>
        </p:nvPicPr>
        <p:blipFill rotWithShape="1">
          <a:blip r:embed="rId4">
            <a:alphaModFix/>
          </a:blip>
          <a:srcRect b="0" l="0" r="0" t="0"/>
          <a:stretch/>
        </p:blipFill>
        <p:spPr>
          <a:xfrm>
            <a:off x="3657600" y="9296400"/>
            <a:ext cx="11639553" cy="3098761"/>
          </a:xfrm>
          <a:prstGeom prst="rect">
            <a:avLst/>
          </a:prstGeom>
          <a:noFill/>
          <a:ln>
            <a:noFill/>
          </a:ln>
        </p:spPr>
      </p:pic>
      <p:pic>
        <p:nvPicPr>
          <p:cNvPr descr="image22.png" id="1811" name="Google Shape;1811;p106"/>
          <p:cNvPicPr preferRelativeResize="0"/>
          <p:nvPr/>
        </p:nvPicPr>
        <p:blipFill rotWithShape="1">
          <a:blip r:embed="rId5">
            <a:alphaModFix/>
          </a:blip>
          <a:srcRect b="0" l="0" r="0" t="0"/>
          <a:stretch/>
        </p:blipFill>
        <p:spPr>
          <a:xfrm>
            <a:off x="5791200" y="1981200"/>
            <a:ext cx="12039600" cy="2928953"/>
          </a:xfrm>
          <a:prstGeom prst="rect">
            <a:avLst/>
          </a:prstGeom>
          <a:noFill/>
          <a:ln>
            <a:noFill/>
          </a:ln>
        </p:spPr>
      </p:pic>
      <p:sp>
        <p:nvSpPr>
          <p:cNvPr id="1812" name="Google Shape;1812;p106"/>
          <p:cNvSpPr txBox="1"/>
          <p:nvPr/>
        </p:nvSpPr>
        <p:spPr>
          <a:xfrm>
            <a:off x="7467600" y="12496800"/>
            <a:ext cx="4012286" cy="8897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“Potts model”</a:t>
            </a:r>
            <a:endParaRPr/>
          </a:p>
        </p:txBody>
      </p:sp>
      <p:sp>
        <p:nvSpPr>
          <p:cNvPr id="1813" name="Google Shape;1813;p106"/>
          <p:cNvSpPr txBox="1"/>
          <p:nvPr/>
        </p:nvSpPr>
        <p:spPr>
          <a:xfrm>
            <a:off x="7829551" y="8077200"/>
            <a:ext cx="3110307" cy="9701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Calibri"/>
              <a:buNone/>
            </a:pPr>
            <a:r>
              <a:rPr b="0" i="1" lang="en-US" sz="4800" u="none" cap="none" strike="noStrike">
                <a:solidFill>
                  <a:srgbClr val="000000"/>
                </a:solidFill>
                <a:latin typeface="Calibri"/>
                <a:ea typeface="Calibri"/>
                <a:cs typeface="Calibri"/>
                <a:sym typeface="Calibri"/>
              </a:rPr>
              <a:t>L</a:t>
            </a:r>
            <a:r>
              <a:rPr b="0" baseline="-25000" i="0" lang="en-US" sz="4800" u="none" cap="none" strike="noStrike">
                <a:solidFill>
                  <a:srgbClr val="000000"/>
                </a:solidFill>
                <a:latin typeface="Calibri"/>
                <a:ea typeface="Calibri"/>
                <a:cs typeface="Calibri"/>
                <a:sym typeface="Calibri"/>
              </a:rPr>
              <a:t>1</a:t>
            </a:r>
            <a:r>
              <a:rPr b="0" i="0" lang="en-US" sz="4800" u="none" cap="none" strike="noStrike">
                <a:solidFill>
                  <a:srgbClr val="000000"/>
                </a:solidFill>
                <a:latin typeface="Calibri"/>
                <a:ea typeface="Calibri"/>
                <a:cs typeface="Calibri"/>
                <a:sym typeface="Calibri"/>
              </a:rPr>
              <a:t> </a:t>
            </a:r>
            <a:r>
              <a:rPr b="0" i="0" lang="en-US" sz="4800" u="none" cap="none" strike="noStrike">
                <a:solidFill>
                  <a:srgbClr val="000000"/>
                </a:solidFill>
                <a:latin typeface="Helvetica Neue"/>
                <a:ea typeface="Helvetica Neue"/>
                <a:cs typeface="Helvetica Neue"/>
                <a:sym typeface="Helvetica Neue"/>
              </a:rPr>
              <a:t>distance</a:t>
            </a:r>
            <a:endParaRPr/>
          </a:p>
        </p:txBody>
      </p:sp>
      <p:grpSp>
        <p:nvGrpSpPr>
          <p:cNvPr id="1814" name="Google Shape;1814;p106"/>
          <p:cNvGrpSpPr/>
          <p:nvPr/>
        </p:nvGrpSpPr>
        <p:grpSpPr>
          <a:xfrm>
            <a:off x="16002000" y="6402386"/>
            <a:ext cx="5029202" cy="2439992"/>
            <a:chOff x="0" y="-1"/>
            <a:chExt cx="5029201" cy="2439990"/>
          </a:xfrm>
        </p:grpSpPr>
        <p:cxnSp>
          <p:nvCxnSpPr>
            <p:cNvPr id="1815" name="Google Shape;1815;p106"/>
            <p:cNvCxnSpPr/>
            <p:nvPr/>
          </p:nvCxnSpPr>
          <p:spPr>
            <a:xfrm>
              <a:off x="0" y="2436811"/>
              <a:ext cx="5029201" cy="3178"/>
            </a:xfrm>
            <a:prstGeom prst="straightConnector1">
              <a:avLst/>
            </a:prstGeom>
            <a:noFill/>
            <a:ln cap="flat" cmpd="sng" w="25400">
              <a:solidFill>
                <a:srgbClr val="808080"/>
              </a:solidFill>
              <a:prstDash val="solid"/>
              <a:round/>
              <a:headEnd len="sm" w="sm" type="none"/>
              <a:tailEnd len="sm" w="sm" type="none"/>
            </a:ln>
          </p:spPr>
        </p:cxnSp>
        <p:cxnSp>
          <p:nvCxnSpPr>
            <p:cNvPr id="1816" name="Google Shape;1816;p106"/>
            <p:cNvCxnSpPr/>
            <p:nvPr/>
          </p:nvCxnSpPr>
          <p:spPr>
            <a:xfrm flipH="1" rot="10800000">
              <a:off x="2436811" y="-1"/>
              <a:ext cx="3178" cy="2438402"/>
            </a:xfrm>
            <a:prstGeom prst="straightConnector1">
              <a:avLst/>
            </a:prstGeom>
            <a:noFill/>
            <a:ln cap="flat" cmpd="sng" w="25400">
              <a:solidFill>
                <a:srgbClr val="808080"/>
              </a:solidFill>
              <a:prstDash val="solid"/>
              <a:round/>
              <a:headEnd len="sm" w="sm" type="none"/>
              <a:tailEnd len="sm" w="sm" type="none"/>
            </a:ln>
          </p:spPr>
        </p:cxnSp>
        <p:cxnSp>
          <p:nvCxnSpPr>
            <p:cNvPr id="1817" name="Google Shape;1817;p106"/>
            <p:cNvCxnSpPr/>
            <p:nvPr/>
          </p:nvCxnSpPr>
          <p:spPr>
            <a:xfrm rot="10800000">
              <a:off x="304799" y="303212"/>
              <a:ext cx="2133601" cy="2133601"/>
            </a:xfrm>
            <a:prstGeom prst="straightConnector1">
              <a:avLst/>
            </a:prstGeom>
            <a:noFill/>
            <a:ln cap="flat" cmpd="sng" w="76200">
              <a:solidFill>
                <a:srgbClr val="000000"/>
              </a:solidFill>
              <a:prstDash val="solid"/>
              <a:round/>
              <a:headEnd len="sm" w="sm" type="none"/>
              <a:tailEnd len="med" w="med" type="triangle"/>
            </a:ln>
          </p:spPr>
        </p:cxnSp>
        <p:cxnSp>
          <p:nvCxnSpPr>
            <p:cNvPr id="1818" name="Google Shape;1818;p106"/>
            <p:cNvCxnSpPr/>
            <p:nvPr/>
          </p:nvCxnSpPr>
          <p:spPr>
            <a:xfrm flipH="1" rot="10800000">
              <a:off x="2438399" y="303212"/>
              <a:ext cx="2133601" cy="2133601"/>
            </a:xfrm>
            <a:prstGeom prst="straightConnector1">
              <a:avLst/>
            </a:prstGeom>
            <a:noFill/>
            <a:ln cap="flat" cmpd="sng" w="76200">
              <a:solidFill>
                <a:srgbClr val="000000"/>
              </a:solidFill>
              <a:prstDash val="solid"/>
              <a:round/>
              <a:headEnd len="sm" w="sm" type="none"/>
              <a:tailEnd len="med" w="med" type="triangle"/>
            </a:ln>
          </p:spPr>
        </p:cxnSp>
      </p:grpSp>
      <p:grpSp>
        <p:nvGrpSpPr>
          <p:cNvPr id="1819" name="Google Shape;1819;p106"/>
          <p:cNvGrpSpPr/>
          <p:nvPr/>
        </p:nvGrpSpPr>
        <p:grpSpPr>
          <a:xfrm>
            <a:off x="16002000" y="10515599"/>
            <a:ext cx="5029202" cy="2441579"/>
            <a:chOff x="0" y="-1"/>
            <a:chExt cx="5029201" cy="2441578"/>
          </a:xfrm>
        </p:grpSpPr>
        <p:cxnSp>
          <p:nvCxnSpPr>
            <p:cNvPr id="1820" name="Google Shape;1820;p106"/>
            <p:cNvCxnSpPr/>
            <p:nvPr/>
          </p:nvCxnSpPr>
          <p:spPr>
            <a:xfrm>
              <a:off x="0" y="2436811"/>
              <a:ext cx="5029201" cy="3178"/>
            </a:xfrm>
            <a:prstGeom prst="straightConnector1">
              <a:avLst/>
            </a:prstGeom>
            <a:noFill/>
            <a:ln cap="flat" cmpd="sng" w="25400">
              <a:solidFill>
                <a:srgbClr val="808080"/>
              </a:solidFill>
              <a:prstDash val="solid"/>
              <a:round/>
              <a:headEnd len="sm" w="sm" type="none"/>
              <a:tailEnd len="sm" w="sm" type="none"/>
            </a:ln>
          </p:spPr>
        </p:cxnSp>
        <p:cxnSp>
          <p:nvCxnSpPr>
            <p:cNvPr id="1821" name="Google Shape;1821;p106"/>
            <p:cNvCxnSpPr/>
            <p:nvPr/>
          </p:nvCxnSpPr>
          <p:spPr>
            <a:xfrm flipH="1" rot="10800000">
              <a:off x="2436811" y="-1"/>
              <a:ext cx="3178" cy="2438402"/>
            </a:xfrm>
            <a:prstGeom prst="straightConnector1">
              <a:avLst/>
            </a:prstGeom>
            <a:noFill/>
            <a:ln cap="flat" cmpd="sng" w="25400">
              <a:solidFill>
                <a:srgbClr val="808080"/>
              </a:solidFill>
              <a:prstDash val="solid"/>
              <a:round/>
              <a:headEnd len="sm" w="sm" type="none"/>
              <a:tailEnd len="sm" w="sm" type="none"/>
            </a:ln>
          </p:spPr>
        </p:cxnSp>
        <p:cxnSp>
          <p:nvCxnSpPr>
            <p:cNvPr id="1822" name="Google Shape;1822;p106"/>
            <p:cNvCxnSpPr/>
            <p:nvPr/>
          </p:nvCxnSpPr>
          <p:spPr>
            <a:xfrm rot="10800000">
              <a:off x="2285996" y="609599"/>
              <a:ext cx="4" cy="1827214"/>
            </a:xfrm>
            <a:prstGeom prst="straightConnector1">
              <a:avLst/>
            </a:prstGeom>
            <a:noFill/>
            <a:ln cap="flat" cmpd="sng" w="76200">
              <a:solidFill>
                <a:srgbClr val="000000"/>
              </a:solidFill>
              <a:prstDash val="solid"/>
              <a:round/>
              <a:headEnd len="sm" w="sm" type="none"/>
              <a:tailEnd len="sm" w="sm" type="none"/>
            </a:ln>
          </p:spPr>
        </p:cxnSp>
        <p:cxnSp>
          <p:nvCxnSpPr>
            <p:cNvPr id="1823" name="Google Shape;1823;p106"/>
            <p:cNvCxnSpPr/>
            <p:nvPr/>
          </p:nvCxnSpPr>
          <p:spPr>
            <a:xfrm flipH="1" rot="10800000">
              <a:off x="2590800" y="609601"/>
              <a:ext cx="3185" cy="1828802"/>
            </a:xfrm>
            <a:prstGeom prst="straightConnector1">
              <a:avLst/>
            </a:prstGeom>
            <a:noFill/>
            <a:ln cap="flat" cmpd="sng" w="76200">
              <a:solidFill>
                <a:srgbClr val="000000"/>
              </a:solidFill>
              <a:prstDash val="solid"/>
              <a:round/>
              <a:headEnd len="sm" w="sm" type="none"/>
              <a:tailEnd len="sm" w="sm" type="none"/>
            </a:ln>
          </p:spPr>
        </p:cxnSp>
        <p:cxnSp>
          <p:nvCxnSpPr>
            <p:cNvPr id="1824" name="Google Shape;1824;p106"/>
            <p:cNvCxnSpPr/>
            <p:nvPr/>
          </p:nvCxnSpPr>
          <p:spPr>
            <a:xfrm>
              <a:off x="2590800" y="609599"/>
              <a:ext cx="1828800" cy="3178"/>
            </a:xfrm>
            <a:prstGeom prst="straightConnector1">
              <a:avLst/>
            </a:prstGeom>
            <a:noFill/>
            <a:ln cap="flat" cmpd="sng" w="76200">
              <a:solidFill>
                <a:srgbClr val="000000"/>
              </a:solidFill>
              <a:prstDash val="solid"/>
              <a:round/>
              <a:headEnd len="sm" w="sm" type="none"/>
              <a:tailEnd len="med" w="med" type="triangle"/>
            </a:ln>
          </p:spPr>
        </p:cxnSp>
        <p:cxnSp>
          <p:nvCxnSpPr>
            <p:cNvPr id="1825" name="Google Shape;1825;p106"/>
            <p:cNvCxnSpPr/>
            <p:nvPr/>
          </p:nvCxnSpPr>
          <p:spPr>
            <a:xfrm flipH="1">
              <a:off x="457199" y="609599"/>
              <a:ext cx="1828801" cy="3177"/>
            </a:xfrm>
            <a:prstGeom prst="straightConnector1">
              <a:avLst/>
            </a:prstGeom>
            <a:noFill/>
            <a:ln cap="flat" cmpd="sng" w="76200">
              <a:solidFill>
                <a:srgbClr val="000000"/>
              </a:solidFill>
              <a:prstDash val="solid"/>
              <a:round/>
              <a:headEnd len="sm" w="sm" type="none"/>
              <a:tailEnd len="med" w="med" type="triangle"/>
            </a:ln>
          </p:spPr>
        </p:cxnSp>
        <p:cxnSp>
          <p:nvCxnSpPr>
            <p:cNvPr id="1826" name="Google Shape;1826;p106"/>
            <p:cNvCxnSpPr/>
            <p:nvPr/>
          </p:nvCxnSpPr>
          <p:spPr>
            <a:xfrm>
              <a:off x="2285999" y="2438400"/>
              <a:ext cx="304801" cy="3177"/>
            </a:xfrm>
            <a:prstGeom prst="straightConnector1">
              <a:avLst/>
            </a:prstGeom>
            <a:noFill/>
            <a:ln cap="flat" cmpd="sng" w="76200">
              <a:solidFill>
                <a:srgbClr val="000000"/>
              </a:solidFill>
              <a:prstDash val="solid"/>
              <a:round/>
              <a:headEnd len="sm" w="sm" type="none"/>
              <a:tailEnd len="sm" w="sm" type="none"/>
            </a:ln>
          </p:spPr>
        </p:cxnSp>
      </p:grpSp>
      <p:sp>
        <p:nvSpPr>
          <p:cNvPr id="1827" name="Google Shape;1827;p106"/>
          <p:cNvSpPr txBox="1"/>
          <p:nvPr/>
        </p:nvSpPr>
        <p:spPr>
          <a:xfrm>
            <a:off x="8991600" y="5029200"/>
            <a:ext cx="6336081" cy="8897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How do we choose </a:t>
            </a:r>
            <a:r>
              <a:rPr b="0" i="1" lang="en-US" sz="4800" u="none" cap="none" strike="noStrike">
                <a:solidFill>
                  <a:srgbClr val="000000"/>
                </a:solidFill>
                <a:latin typeface="Helvetica Neue"/>
                <a:ea typeface="Helvetica Neue"/>
                <a:cs typeface="Helvetica Neue"/>
                <a:sym typeface="Helvetica Neue"/>
              </a:rPr>
              <a:t>V</a:t>
            </a:r>
            <a:r>
              <a:rPr b="0" i="0" lang="en-US" sz="4800" u="none" cap="none" strike="noStrike">
                <a:solidFill>
                  <a:srgbClr val="000000"/>
                </a:solidFill>
                <a:latin typeface="Helvetica Neue"/>
                <a:ea typeface="Helvetica Neue"/>
                <a:cs typeface="Helvetica Neue"/>
                <a:sym typeface="Helvetica Neue"/>
              </a:rPr>
              <a:t>?</a:t>
            </a:r>
            <a:endParaRPr/>
          </a:p>
        </p:txBody>
      </p:sp>
      <p:sp>
        <p:nvSpPr>
          <p:cNvPr id="1828" name="Google Shape;1828;p106"/>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829" name="Google Shape;1829;p106"/>
          <p:cNvSpPr txBox="1"/>
          <p:nvPr>
            <p:ph idx="12" type="sldNum"/>
          </p:nvPr>
        </p:nvSpPr>
        <p:spPr>
          <a:xfrm>
            <a:off x="19718647" y="13263564"/>
            <a:ext cx="504549" cy="48391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33" name="Shape 1833"/>
        <p:cNvGrpSpPr/>
        <p:nvPr/>
      </p:nvGrpSpPr>
      <p:grpSpPr>
        <a:xfrm>
          <a:off x="0" y="0"/>
          <a:ext cx="0" cy="0"/>
          <a:chOff x="0" y="0"/>
          <a:chExt cx="0" cy="0"/>
        </a:xfrm>
      </p:grpSpPr>
      <p:sp>
        <p:nvSpPr>
          <p:cNvPr id="1834" name="Google Shape;1834;p107"/>
          <p:cNvSpPr txBox="1"/>
          <p:nvPr>
            <p:ph type="title"/>
          </p:nvPr>
        </p:nvSpPr>
        <p:spPr>
          <a:xfrm>
            <a:off x="3962400" y="168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Dynamic programming</a:t>
            </a:r>
            <a:endParaRPr/>
          </a:p>
        </p:txBody>
      </p:sp>
      <p:sp>
        <p:nvSpPr>
          <p:cNvPr id="1835" name="Google Shape;1835;p107"/>
          <p:cNvSpPr txBox="1"/>
          <p:nvPr>
            <p:ph idx="1" type="body"/>
          </p:nvPr>
        </p:nvSpPr>
        <p:spPr>
          <a:xfrm>
            <a:off x="3327400" y="4876800"/>
            <a:ext cx="16459200" cy="4724400"/>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Char char="•"/>
            </a:pPr>
            <a:r>
              <a:rPr lang="en-US">
                <a:latin typeface="Helvetica Neue Light"/>
                <a:ea typeface="Helvetica Neue Light"/>
                <a:cs typeface="Helvetica Neue Light"/>
                <a:sym typeface="Helvetica Neue Light"/>
              </a:rPr>
              <a:t>Can minimize this independently per row scanline using dynamic programming (DP)</a:t>
            </a:r>
            <a:endParaRPr/>
          </a:p>
          <a:p>
            <a:pPr indent="-685800" lvl="0" marL="685800" rtl="0" algn="l">
              <a:lnSpc>
                <a:spcPct val="100000"/>
              </a:lnSpc>
              <a:spcBef>
                <a:spcPts val="1500"/>
              </a:spcBef>
              <a:spcAft>
                <a:spcPts val="0"/>
              </a:spcAft>
              <a:buClr>
                <a:srgbClr val="000000"/>
              </a:buClr>
              <a:buSzPts val="6400"/>
              <a:buChar char="•"/>
            </a:pPr>
            <a:r>
              <a:rPr lang="en-US">
                <a:latin typeface="Helvetica Neue Light"/>
                <a:ea typeface="Helvetica Neue Light"/>
                <a:cs typeface="Helvetica Neue Light"/>
                <a:sym typeface="Helvetica Neue Light"/>
              </a:rPr>
              <a:t>Basic idea: incrementally build a table of costs D one column at a time</a:t>
            </a:r>
            <a:endParaRPr/>
          </a:p>
        </p:txBody>
      </p:sp>
      <p:pic>
        <p:nvPicPr>
          <p:cNvPr descr="Picture 2" id="1836" name="Google Shape;1836;p107"/>
          <p:cNvPicPr preferRelativeResize="0"/>
          <p:nvPr/>
        </p:nvPicPr>
        <p:blipFill rotWithShape="1">
          <a:blip r:embed="rId3">
            <a:alphaModFix/>
          </a:blip>
          <a:srcRect b="0" l="0" r="0" t="0"/>
          <a:stretch/>
        </p:blipFill>
        <p:spPr>
          <a:xfrm>
            <a:off x="5334000" y="3181374"/>
            <a:ext cx="13286343" cy="1453593"/>
          </a:xfrm>
          <a:prstGeom prst="rect">
            <a:avLst/>
          </a:prstGeom>
          <a:noFill/>
          <a:ln>
            <a:noFill/>
          </a:ln>
        </p:spPr>
      </p:pic>
      <p:sp>
        <p:nvSpPr>
          <p:cNvPr id="1837" name="Google Shape;1837;p107"/>
          <p:cNvSpPr txBox="1"/>
          <p:nvPr/>
        </p:nvSpPr>
        <p:spPr>
          <a:xfrm>
            <a:off x="8168639" y="9463360"/>
            <a:ext cx="12087658" cy="88909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Light"/>
              <a:buNone/>
            </a:pPr>
            <a:r>
              <a:rPr b="0" i="0" lang="en-US" sz="4800" u="none" cap="none" strike="noStrike">
                <a:solidFill>
                  <a:srgbClr val="000000"/>
                </a:solidFill>
                <a:latin typeface="Helvetica Neue Light"/>
                <a:ea typeface="Helvetica Neue Light"/>
                <a:cs typeface="Helvetica Neue Light"/>
                <a:sym typeface="Helvetica Neue Light"/>
              </a:rPr>
              <a:t>: minimum cost of solution such that d(x,y) = i</a:t>
            </a:r>
            <a:endParaRPr/>
          </a:p>
        </p:txBody>
      </p:sp>
      <p:grpSp>
        <p:nvGrpSpPr>
          <p:cNvPr id="1838" name="Google Shape;1838;p107"/>
          <p:cNvGrpSpPr/>
          <p:nvPr/>
        </p:nvGrpSpPr>
        <p:grpSpPr>
          <a:xfrm>
            <a:off x="18743383" y="5390242"/>
            <a:ext cx="2447750" cy="372799"/>
            <a:chOff x="-1" y="-1"/>
            <a:chExt cx="2447749" cy="372797"/>
          </a:xfrm>
        </p:grpSpPr>
        <p:sp>
          <p:nvSpPr>
            <p:cNvPr id="1839" name="Google Shape;1839;p107"/>
            <p:cNvSpPr/>
            <p:nvPr/>
          </p:nvSpPr>
          <p:spPr>
            <a:xfrm>
              <a:off x="1049034" y="-1"/>
              <a:ext cx="349679" cy="372797"/>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840" name="Google Shape;1840;p107"/>
            <p:cNvSpPr/>
            <p:nvPr/>
          </p:nvSpPr>
          <p:spPr>
            <a:xfrm>
              <a:off x="-1" y="-1"/>
              <a:ext cx="349680" cy="372797"/>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1841" name="Google Shape;1841;p107"/>
            <p:cNvSpPr/>
            <p:nvPr/>
          </p:nvSpPr>
          <p:spPr>
            <a:xfrm>
              <a:off x="2098069" y="-1"/>
              <a:ext cx="349679" cy="372797"/>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cxnSp>
          <p:nvCxnSpPr>
            <p:cNvPr id="1842" name="Google Shape;1842;p107"/>
            <p:cNvCxnSpPr>
              <a:stCxn id="1839" idx="0"/>
              <a:endCxn id="1841" idx="0"/>
            </p:cNvCxnSpPr>
            <p:nvPr/>
          </p:nvCxnSpPr>
          <p:spPr>
            <a:xfrm>
              <a:off x="1223874" y="-1"/>
              <a:ext cx="1049100" cy="0"/>
            </a:xfrm>
            <a:prstGeom prst="straightConnector1">
              <a:avLst/>
            </a:prstGeom>
            <a:noFill/>
            <a:ln cap="flat" cmpd="sng" w="50800">
              <a:solidFill>
                <a:srgbClr val="000000"/>
              </a:solidFill>
              <a:prstDash val="dot"/>
              <a:round/>
              <a:headEnd len="sm" w="sm" type="none"/>
              <a:tailEnd len="sm" w="sm" type="none"/>
            </a:ln>
          </p:spPr>
        </p:cxnSp>
        <p:cxnSp>
          <p:nvCxnSpPr>
            <p:cNvPr id="1843" name="Google Shape;1843;p107"/>
            <p:cNvCxnSpPr>
              <a:stCxn id="1839" idx="0"/>
              <a:endCxn id="1840" idx="0"/>
            </p:cNvCxnSpPr>
            <p:nvPr/>
          </p:nvCxnSpPr>
          <p:spPr>
            <a:xfrm rot="10800000">
              <a:off x="174774" y="-1"/>
              <a:ext cx="1049100" cy="0"/>
            </a:xfrm>
            <a:prstGeom prst="straightConnector1">
              <a:avLst/>
            </a:prstGeom>
            <a:noFill/>
            <a:ln cap="flat" cmpd="sng" w="50800">
              <a:solidFill>
                <a:srgbClr val="000000"/>
              </a:solidFill>
              <a:prstDash val="dot"/>
              <a:round/>
              <a:headEnd len="sm" w="sm" type="none"/>
              <a:tailEnd len="sm" w="sm" type="none"/>
            </a:ln>
          </p:spPr>
        </p:cxnSp>
      </p:grpSp>
      <p:pic>
        <p:nvPicPr>
          <p:cNvPr descr="Picture 3" id="1844" name="Google Shape;1844;p107"/>
          <p:cNvPicPr preferRelativeResize="0"/>
          <p:nvPr/>
        </p:nvPicPr>
        <p:blipFill rotWithShape="1">
          <a:blip r:embed="rId4">
            <a:alphaModFix/>
          </a:blip>
          <a:srcRect b="0" l="0" r="0" t="0"/>
          <a:stretch/>
        </p:blipFill>
        <p:spPr>
          <a:xfrm>
            <a:off x="4767314" y="9521119"/>
            <a:ext cx="3114572" cy="865573"/>
          </a:xfrm>
          <a:prstGeom prst="rect">
            <a:avLst/>
          </a:prstGeom>
          <a:noFill/>
          <a:ln>
            <a:noFill/>
          </a:ln>
        </p:spPr>
      </p:pic>
      <p:pic>
        <p:nvPicPr>
          <p:cNvPr descr="Picture 5" id="1845" name="Google Shape;1845;p107"/>
          <p:cNvPicPr preferRelativeResize="0"/>
          <p:nvPr/>
        </p:nvPicPr>
        <p:blipFill rotWithShape="1">
          <a:blip r:embed="rId5">
            <a:alphaModFix/>
          </a:blip>
          <a:srcRect b="0" l="0" r="0" t="0"/>
          <a:stretch/>
        </p:blipFill>
        <p:spPr>
          <a:xfrm>
            <a:off x="6095513" y="11827842"/>
            <a:ext cx="14446929" cy="1063059"/>
          </a:xfrm>
          <a:prstGeom prst="rect">
            <a:avLst/>
          </a:prstGeom>
          <a:noFill/>
          <a:ln>
            <a:noFill/>
          </a:ln>
        </p:spPr>
      </p:pic>
      <p:sp>
        <p:nvSpPr>
          <p:cNvPr id="1846" name="Google Shape;1846;p107"/>
          <p:cNvSpPr txBox="1"/>
          <p:nvPr/>
        </p:nvSpPr>
        <p:spPr>
          <a:xfrm>
            <a:off x="3246711" y="11760200"/>
            <a:ext cx="2668119"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Recurrence:</a:t>
            </a:r>
            <a:endParaRPr/>
          </a:p>
        </p:txBody>
      </p:sp>
      <p:sp>
        <p:nvSpPr>
          <p:cNvPr id="1847" name="Google Shape;1847;p107"/>
          <p:cNvSpPr txBox="1"/>
          <p:nvPr/>
        </p:nvSpPr>
        <p:spPr>
          <a:xfrm>
            <a:off x="3246711" y="10721275"/>
            <a:ext cx="2447749" cy="7161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Base case:</a:t>
            </a:r>
            <a:endParaRPr/>
          </a:p>
        </p:txBody>
      </p:sp>
      <p:sp>
        <p:nvSpPr>
          <p:cNvPr id="1848" name="Google Shape;1848;p107"/>
          <p:cNvSpPr txBox="1"/>
          <p:nvPr/>
        </p:nvSpPr>
        <p:spPr>
          <a:xfrm>
            <a:off x="14742917" y="10721275"/>
            <a:ext cx="3958794" cy="7161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(L = max disparity)</a:t>
            </a:r>
            <a:endParaRPr/>
          </a:p>
        </p:txBody>
      </p:sp>
      <p:pic>
        <p:nvPicPr>
          <p:cNvPr descr="Picture 15" id="1849" name="Google Shape;1849;p107"/>
          <p:cNvPicPr preferRelativeResize="0"/>
          <p:nvPr/>
        </p:nvPicPr>
        <p:blipFill rotWithShape="1">
          <a:blip r:embed="rId6">
            <a:alphaModFix/>
          </a:blip>
          <a:srcRect b="0" l="0" r="0" t="0"/>
          <a:stretch/>
        </p:blipFill>
        <p:spPr>
          <a:xfrm>
            <a:off x="6158144" y="10816563"/>
            <a:ext cx="8509689" cy="643011"/>
          </a:xfrm>
          <a:prstGeom prst="rect">
            <a:avLst/>
          </a:prstGeom>
          <a:noFill/>
          <a:ln>
            <a:noFill/>
          </a:ln>
        </p:spPr>
      </p:pic>
      <p:sp>
        <p:nvSpPr>
          <p:cNvPr id="1850" name="Google Shape;1850;p107"/>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5">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4" name="Shape 1854"/>
        <p:cNvGrpSpPr/>
        <p:nvPr/>
      </p:nvGrpSpPr>
      <p:grpSpPr>
        <a:xfrm>
          <a:off x="0" y="0"/>
          <a:ext cx="0" cy="0"/>
          <a:chOff x="0" y="0"/>
          <a:chExt cx="0" cy="0"/>
        </a:xfrm>
      </p:grpSpPr>
      <p:sp>
        <p:nvSpPr>
          <p:cNvPr id="1855" name="Google Shape;1855;p108"/>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Dynamic programming</a:t>
            </a:r>
            <a:endParaRPr/>
          </a:p>
        </p:txBody>
      </p:sp>
      <p:sp>
        <p:nvSpPr>
          <p:cNvPr id="1856" name="Google Shape;1856;p108"/>
          <p:cNvSpPr txBox="1"/>
          <p:nvPr>
            <p:ph idx="1" type="body"/>
          </p:nvPr>
        </p:nvSpPr>
        <p:spPr>
          <a:xfrm>
            <a:off x="1260044" y="10388600"/>
            <a:ext cx="21863912" cy="2438400"/>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5600"/>
              <a:buFont typeface="Arial"/>
              <a:buChar char="•"/>
            </a:pPr>
            <a:r>
              <a:rPr lang="en-US" sz="5600">
                <a:latin typeface="Helvetica Neue Light"/>
                <a:ea typeface="Helvetica Neue Light"/>
                <a:cs typeface="Helvetica Neue Light"/>
                <a:sym typeface="Helvetica Neue Light"/>
              </a:rPr>
              <a:t>Finds “smooth”, low-cost path through cost volume from left to right</a:t>
            </a:r>
            <a:endParaRPr/>
          </a:p>
        </p:txBody>
      </p:sp>
      <p:pic>
        <p:nvPicPr>
          <p:cNvPr descr="Picture 3" id="1857" name="Google Shape;1857;p108"/>
          <p:cNvPicPr preferRelativeResize="0"/>
          <p:nvPr/>
        </p:nvPicPr>
        <p:blipFill rotWithShape="1">
          <a:blip r:embed="rId3">
            <a:alphaModFix/>
          </a:blip>
          <a:srcRect b="0" l="0" r="0" t="0"/>
          <a:stretch/>
        </p:blipFill>
        <p:spPr>
          <a:xfrm>
            <a:off x="5138061" y="8361489"/>
            <a:ext cx="14905285" cy="1239283"/>
          </a:xfrm>
          <a:prstGeom prst="rect">
            <a:avLst/>
          </a:prstGeom>
          <a:noFill/>
          <a:ln>
            <a:noFill/>
          </a:ln>
        </p:spPr>
      </p:pic>
      <p:grpSp>
        <p:nvGrpSpPr>
          <p:cNvPr id="1858" name="Google Shape;1858;p108"/>
          <p:cNvGrpSpPr/>
          <p:nvPr/>
        </p:nvGrpSpPr>
        <p:grpSpPr>
          <a:xfrm>
            <a:off x="5148318" y="3352800"/>
            <a:ext cx="14894603" cy="4415432"/>
            <a:chOff x="0" y="0"/>
            <a:chExt cx="14894602" cy="4415431"/>
          </a:xfrm>
        </p:grpSpPr>
        <p:pic>
          <p:nvPicPr>
            <p:cNvPr descr="Picture 4" id="1859" name="Google Shape;1859;p108"/>
            <p:cNvPicPr preferRelativeResize="0"/>
            <p:nvPr/>
          </p:nvPicPr>
          <p:blipFill rotWithShape="1">
            <a:blip r:embed="rId4">
              <a:alphaModFix/>
            </a:blip>
            <a:srcRect b="0" l="0" r="0" t="0"/>
            <a:stretch/>
          </p:blipFill>
          <p:spPr>
            <a:xfrm>
              <a:off x="2" y="0"/>
              <a:ext cx="14894600" cy="4415431"/>
            </a:xfrm>
            <a:prstGeom prst="rect">
              <a:avLst/>
            </a:prstGeom>
            <a:noFill/>
            <a:ln>
              <a:noFill/>
            </a:ln>
          </p:spPr>
        </p:pic>
        <p:cxnSp>
          <p:nvCxnSpPr>
            <p:cNvPr id="1860" name="Google Shape;1860;p108"/>
            <p:cNvCxnSpPr/>
            <p:nvPr/>
          </p:nvCxnSpPr>
          <p:spPr>
            <a:xfrm flipH="1" rot="10800000">
              <a:off x="0" y="2392337"/>
              <a:ext cx="14894599" cy="2993"/>
            </a:xfrm>
            <a:prstGeom prst="straightConnector1">
              <a:avLst/>
            </a:prstGeom>
            <a:noFill/>
            <a:ln cap="flat" cmpd="sng" w="76200">
              <a:solidFill>
                <a:srgbClr val="FFFFFF"/>
              </a:solidFill>
              <a:prstDash val="dash"/>
              <a:round/>
              <a:headEnd len="sm" w="sm" type="none"/>
              <a:tailEnd len="sm" w="sm" type="none"/>
            </a:ln>
            <a:effectLst>
              <a:outerShdw blurRad="101600" rotWithShape="0" dir="2700000" dist="76200">
                <a:srgbClr val="000000">
                  <a:alpha val="40000"/>
                </a:srgbClr>
              </a:outerShdw>
            </a:effectLst>
          </p:spPr>
        </p:cxnSp>
      </p:grpSp>
      <p:sp>
        <p:nvSpPr>
          <p:cNvPr id="1861" name="Google Shape;1861;p108"/>
          <p:cNvSpPr txBox="1"/>
          <p:nvPr/>
        </p:nvSpPr>
        <p:spPr>
          <a:xfrm>
            <a:off x="3421076" y="5333572"/>
            <a:ext cx="1715313"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y = 141</a:t>
            </a:r>
            <a:endParaRPr/>
          </a:p>
        </p:txBody>
      </p:sp>
      <p:cxnSp>
        <p:nvCxnSpPr>
          <p:cNvPr id="1862" name="Google Shape;1862;p108"/>
          <p:cNvCxnSpPr/>
          <p:nvPr/>
        </p:nvCxnSpPr>
        <p:spPr>
          <a:xfrm>
            <a:off x="4825118" y="9905559"/>
            <a:ext cx="2590801" cy="3178"/>
          </a:xfrm>
          <a:prstGeom prst="straightConnector1">
            <a:avLst/>
          </a:prstGeom>
          <a:noFill/>
          <a:ln cap="flat" cmpd="sng" w="12700">
            <a:solidFill>
              <a:srgbClr val="000000"/>
            </a:solidFill>
            <a:prstDash val="solid"/>
            <a:round/>
            <a:headEnd len="sm" w="sm" type="none"/>
            <a:tailEnd len="med" w="med" type="triangle"/>
          </a:ln>
        </p:spPr>
      </p:cxnSp>
      <p:cxnSp>
        <p:nvCxnSpPr>
          <p:cNvPr id="1863" name="Google Shape;1863;p108"/>
          <p:cNvCxnSpPr/>
          <p:nvPr/>
        </p:nvCxnSpPr>
        <p:spPr>
          <a:xfrm flipH="1" rot="10800000">
            <a:off x="4823529" y="8230747"/>
            <a:ext cx="3177" cy="1676402"/>
          </a:xfrm>
          <a:prstGeom prst="straightConnector1">
            <a:avLst/>
          </a:prstGeom>
          <a:noFill/>
          <a:ln cap="flat" cmpd="sng" w="12700">
            <a:solidFill>
              <a:srgbClr val="000000"/>
            </a:solidFill>
            <a:prstDash val="solid"/>
            <a:round/>
            <a:headEnd len="sm" w="sm" type="none"/>
            <a:tailEnd len="med" w="med" type="triangle"/>
          </a:ln>
        </p:spPr>
      </p:cxnSp>
      <p:sp>
        <p:nvSpPr>
          <p:cNvPr id="1864" name="Google Shape;1864;p108"/>
          <p:cNvSpPr txBox="1"/>
          <p:nvPr/>
        </p:nvSpPr>
        <p:spPr>
          <a:xfrm>
            <a:off x="7485586" y="9557219"/>
            <a:ext cx="393597" cy="64077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x</a:t>
            </a:r>
            <a:endParaRPr/>
          </a:p>
        </p:txBody>
      </p:sp>
      <p:sp>
        <p:nvSpPr>
          <p:cNvPr id="1865" name="Google Shape;1865;p108"/>
          <p:cNvSpPr txBox="1"/>
          <p:nvPr/>
        </p:nvSpPr>
        <p:spPr>
          <a:xfrm>
            <a:off x="4633529" y="7576019"/>
            <a:ext cx="430655" cy="64077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Calibri"/>
              <a:buNone/>
            </a:pPr>
            <a:r>
              <a:rPr b="0" i="1" lang="en-US" sz="3600" u="none" cap="none" strike="noStrike">
                <a:solidFill>
                  <a:srgbClr val="000000"/>
                </a:solidFill>
                <a:latin typeface="Calibri"/>
                <a:ea typeface="Calibri"/>
                <a:cs typeface="Calibri"/>
                <a:sym typeface="Calibri"/>
              </a:rPr>
              <a:t>d</a:t>
            </a:r>
            <a:endParaRPr/>
          </a:p>
        </p:txBody>
      </p:sp>
      <p:sp>
        <p:nvSpPr>
          <p:cNvPr id="1866" name="Google Shape;1866;p108"/>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0" name="Shape 1870"/>
        <p:cNvGrpSpPr/>
        <p:nvPr/>
      </p:nvGrpSpPr>
      <p:grpSpPr>
        <a:xfrm>
          <a:off x="0" y="0"/>
          <a:ext cx="0" cy="0"/>
          <a:chOff x="0" y="0"/>
          <a:chExt cx="0" cy="0"/>
        </a:xfrm>
      </p:grpSpPr>
      <p:sp>
        <p:nvSpPr>
          <p:cNvPr id="1871" name="Google Shape;1871;p109"/>
          <p:cNvSpPr txBox="1"/>
          <p:nvPr>
            <p:ph type="title"/>
          </p:nvPr>
        </p:nvSpPr>
        <p:spPr>
          <a:xfrm>
            <a:off x="3962400" y="-292568"/>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Dynamic programming</a:t>
            </a:r>
            <a:endParaRPr/>
          </a:p>
        </p:txBody>
      </p:sp>
      <p:pic>
        <p:nvPicPr>
          <p:cNvPr descr="Picture 2" id="1872" name="Google Shape;1872;p109"/>
          <p:cNvPicPr preferRelativeResize="0"/>
          <p:nvPr/>
        </p:nvPicPr>
        <p:blipFill rotWithShape="1">
          <a:blip r:embed="rId3">
            <a:alphaModFix/>
          </a:blip>
          <a:srcRect b="0" l="0" r="0" t="0"/>
          <a:stretch/>
        </p:blipFill>
        <p:spPr>
          <a:xfrm>
            <a:off x="12496800" y="2133600"/>
            <a:ext cx="7010400" cy="5257800"/>
          </a:xfrm>
          <a:prstGeom prst="rect">
            <a:avLst/>
          </a:prstGeom>
          <a:noFill/>
          <a:ln>
            <a:noFill/>
          </a:ln>
        </p:spPr>
      </p:pic>
      <p:pic>
        <p:nvPicPr>
          <p:cNvPr descr="Picture 3" id="1873" name="Google Shape;1873;p109"/>
          <p:cNvPicPr preferRelativeResize="0"/>
          <p:nvPr/>
        </p:nvPicPr>
        <p:blipFill rotWithShape="1">
          <a:blip r:embed="rId4">
            <a:alphaModFix/>
          </a:blip>
          <a:srcRect b="0" l="0" r="0" t="0"/>
          <a:stretch/>
        </p:blipFill>
        <p:spPr>
          <a:xfrm>
            <a:off x="12584112" y="7772400"/>
            <a:ext cx="6835777" cy="5695950"/>
          </a:xfrm>
          <a:prstGeom prst="rect">
            <a:avLst/>
          </a:prstGeom>
          <a:noFill/>
          <a:ln>
            <a:noFill/>
          </a:ln>
        </p:spPr>
      </p:pic>
      <p:pic>
        <p:nvPicPr>
          <p:cNvPr descr="Picture 4" id="1874" name="Google Shape;1874;p109"/>
          <p:cNvPicPr preferRelativeResize="0"/>
          <p:nvPr/>
        </p:nvPicPr>
        <p:blipFill rotWithShape="1">
          <a:blip r:embed="rId5">
            <a:alphaModFix/>
          </a:blip>
          <a:srcRect b="0" l="0" r="0" t="0"/>
          <a:stretch/>
        </p:blipFill>
        <p:spPr>
          <a:xfrm>
            <a:off x="5029200" y="7772400"/>
            <a:ext cx="6705600" cy="5588000"/>
          </a:xfrm>
          <a:prstGeom prst="rect">
            <a:avLst/>
          </a:prstGeom>
          <a:noFill/>
          <a:ln>
            <a:noFill/>
          </a:ln>
        </p:spPr>
      </p:pic>
      <p:pic>
        <p:nvPicPr>
          <p:cNvPr descr="Picture 5" id="1875" name="Google Shape;1875;p109"/>
          <p:cNvPicPr preferRelativeResize="0"/>
          <p:nvPr/>
        </p:nvPicPr>
        <p:blipFill rotWithShape="1">
          <a:blip r:embed="rId6">
            <a:alphaModFix/>
          </a:blip>
          <a:srcRect b="0" l="0" r="0" t="0"/>
          <a:stretch/>
        </p:blipFill>
        <p:spPr>
          <a:xfrm>
            <a:off x="4724400" y="1981200"/>
            <a:ext cx="7315200" cy="5486400"/>
          </a:xfrm>
          <a:prstGeom prst="rect">
            <a:avLst/>
          </a:prstGeom>
          <a:noFill/>
          <a:ln>
            <a:noFill/>
          </a:ln>
        </p:spPr>
      </p:pic>
      <p:sp>
        <p:nvSpPr>
          <p:cNvPr id="1876" name="Google Shape;1876;p109"/>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0" name="Shape 1880"/>
        <p:cNvGrpSpPr/>
        <p:nvPr/>
      </p:nvGrpSpPr>
      <p:grpSpPr>
        <a:xfrm>
          <a:off x="0" y="0"/>
          <a:ext cx="0" cy="0"/>
          <a:chOff x="0" y="0"/>
          <a:chExt cx="0" cy="0"/>
        </a:xfrm>
      </p:grpSpPr>
      <p:sp>
        <p:nvSpPr>
          <p:cNvPr id="1881" name="Google Shape;1881;p110"/>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Dynamic programming</a:t>
            </a:r>
            <a:endParaRPr/>
          </a:p>
        </p:txBody>
      </p:sp>
      <p:sp>
        <p:nvSpPr>
          <p:cNvPr id="1882" name="Google Shape;1882;p110"/>
          <p:cNvSpPr txBox="1"/>
          <p:nvPr>
            <p:ph idx="1" type="body"/>
          </p:nvPr>
        </p:nvSpPr>
        <p:spPr>
          <a:xfrm>
            <a:off x="1701138" y="3200400"/>
            <a:ext cx="20981724" cy="10210800"/>
          </a:xfrm>
          <a:prstGeom prst="rect">
            <a:avLst/>
          </a:prstGeom>
          <a:noFill/>
          <a:ln>
            <a:noFill/>
          </a:ln>
        </p:spPr>
        <p:txBody>
          <a:bodyPr anchorCtr="0" anchor="t" bIns="91425" lIns="91425" spcFirstLastPara="1" rIns="91425" wrap="square" tIns="91425">
            <a:normAutofit/>
          </a:bodyPr>
          <a:lstStyle/>
          <a:p>
            <a:pPr indent="-685800" lvl="0" marL="685800" rtl="0" algn="l">
              <a:lnSpc>
                <a:spcPct val="80000"/>
              </a:lnSpc>
              <a:spcBef>
                <a:spcPts val="0"/>
              </a:spcBef>
              <a:spcAft>
                <a:spcPts val="0"/>
              </a:spcAft>
              <a:buClr>
                <a:srgbClr val="000000"/>
              </a:buClr>
              <a:buSzPts val="5800"/>
              <a:buChar char="•"/>
            </a:pPr>
            <a:r>
              <a:rPr lang="en-US" sz="5800">
                <a:latin typeface="Helvetica Neue Light"/>
                <a:ea typeface="Helvetica Neue Light"/>
                <a:cs typeface="Helvetica Neue Light"/>
                <a:sym typeface="Helvetica Neue Light"/>
              </a:rPr>
              <a:t>Can we apply this trick in 2D as well?</a:t>
            </a:r>
            <a:endParaRPr/>
          </a:p>
          <a:p>
            <a:pPr indent="-317500" lvl="0" marL="685800" rtl="0" algn="l">
              <a:lnSpc>
                <a:spcPct val="80000"/>
              </a:lnSpc>
              <a:spcBef>
                <a:spcPts val="1300"/>
              </a:spcBef>
              <a:spcAft>
                <a:spcPts val="0"/>
              </a:spcAft>
              <a:buClr>
                <a:srgbClr val="000000"/>
              </a:buClr>
              <a:buSzPts val="5800"/>
              <a:buNone/>
            </a:pPr>
            <a:r>
              <a:t/>
            </a:r>
            <a:endParaRPr sz="5800">
              <a:latin typeface="Helvetica Neue Light"/>
              <a:ea typeface="Helvetica Neue Light"/>
              <a:cs typeface="Helvetica Neue Light"/>
              <a:sym typeface="Helvetica Neue Light"/>
            </a:endParaRPr>
          </a:p>
          <a:p>
            <a:pPr indent="-317500" lvl="0" marL="685800" rtl="0" algn="l">
              <a:lnSpc>
                <a:spcPct val="80000"/>
              </a:lnSpc>
              <a:spcBef>
                <a:spcPts val="1300"/>
              </a:spcBef>
              <a:spcAft>
                <a:spcPts val="0"/>
              </a:spcAft>
              <a:buClr>
                <a:srgbClr val="000000"/>
              </a:buClr>
              <a:buSzPts val="5800"/>
              <a:buNone/>
            </a:pPr>
            <a:r>
              <a:t/>
            </a:r>
            <a:endParaRPr sz="5800">
              <a:latin typeface="Helvetica Neue Light"/>
              <a:ea typeface="Helvetica Neue Light"/>
              <a:cs typeface="Helvetica Neue Light"/>
              <a:sym typeface="Helvetica Neue Light"/>
            </a:endParaRPr>
          </a:p>
          <a:p>
            <a:pPr indent="-317500" lvl="0" marL="685800" rtl="0" algn="l">
              <a:lnSpc>
                <a:spcPct val="80000"/>
              </a:lnSpc>
              <a:spcBef>
                <a:spcPts val="1300"/>
              </a:spcBef>
              <a:spcAft>
                <a:spcPts val="0"/>
              </a:spcAft>
              <a:buClr>
                <a:srgbClr val="000000"/>
              </a:buClr>
              <a:buSzPts val="5800"/>
              <a:buNone/>
            </a:pPr>
            <a:r>
              <a:t/>
            </a:r>
            <a:endParaRPr sz="5800">
              <a:latin typeface="Helvetica Neue Light"/>
              <a:ea typeface="Helvetica Neue Light"/>
              <a:cs typeface="Helvetica Neue Light"/>
              <a:sym typeface="Helvetica Neue Light"/>
            </a:endParaRPr>
          </a:p>
          <a:p>
            <a:pPr indent="-317500" lvl="0" marL="685800" rtl="0" algn="l">
              <a:lnSpc>
                <a:spcPct val="80000"/>
              </a:lnSpc>
              <a:spcBef>
                <a:spcPts val="1300"/>
              </a:spcBef>
              <a:spcAft>
                <a:spcPts val="0"/>
              </a:spcAft>
              <a:buClr>
                <a:srgbClr val="000000"/>
              </a:buClr>
              <a:buSzPts val="5800"/>
              <a:buNone/>
            </a:pPr>
            <a:r>
              <a:t/>
            </a:r>
            <a:endParaRPr sz="5800">
              <a:latin typeface="Helvetica Neue Light"/>
              <a:ea typeface="Helvetica Neue Light"/>
              <a:cs typeface="Helvetica Neue Light"/>
              <a:sym typeface="Helvetica Neue Light"/>
            </a:endParaRPr>
          </a:p>
          <a:p>
            <a:pPr indent="-317500" lvl="0" marL="685800" rtl="0" algn="l">
              <a:lnSpc>
                <a:spcPct val="80000"/>
              </a:lnSpc>
              <a:spcBef>
                <a:spcPts val="1300"/>
              </a:spcBef>
              <a:spcAft>
                <a:spcPts val="0"/>
              </a:spcAft>
              <a:buClr>
                <a:srgbClr val="000000"/>
              </a:buClr>
              <a:buSzPts val="5800"/>
              <a:buNone/>
            </a:pPr>
            <a:r>
              <a:t/>
            </a:r>
            <a:endParaRPr sz="5800">
              <a:latin typeface="Helvetica Neue Light"/>
              <a:ea typeface="Helvetica Neue Light"/>
              <a:cs typeface="Helvetica Neue Light"/>
              <a:sym typeface="Helvetica Neue Light"/>
            </a:endParaRPr>
          </a:p>
          <a:p>
            <a:pPr indent="-317500" lvl="0" marL="685800" rtl="0" algn="l">
              <a:lnSpc>
                <a:spcPct val="80000"/>
              </a:lnSpc>
              <a:spcBef>
                <a:spcPts val="1300"/>
              </a:spcBef>
              <a:spcAft>
                <a:spcPts val="0"/>
              </a:spcAft>
              <a:buClr>
                <a:srgbClr val="000000"/>
              </a:buClr>
              <a:buSzPts val="5800"/>
              <a:buNone/>
            </a:pPr>
            <a:r>
              <a:t/>
            </a:r>
            <a:endParaRPr sz="5800">
              <a:latin typeface="Helvetica Neue Light"/>
              <a:ea typeface="Helvetica Neue Light"/>
              <a:cs typeface="Helvetica Neue Light"/>
              <a:sym typeface="Helvetica Neue Light"/>
            </a:endParaRPr>
          </a:p>
          <a:p>
            <a:pPr indent="-317500" lvl="0" marL="685800" rtl="0" algn="l">
              <a:lnSpc>
                <a:spcPct val="80000"/>
              </a:lnSpc>
              <a:spcBef>
                <a:spcPts val="1300"/>
              </a:spcBef>
              <a:spcAft>
                <a:spcPts val="0"/>
              </a:spcAft>
              <a:buClr>
                <a:srgbClr val="000000"/>
              </a:buClr>
              <a:buSzPts val="5800"/>
              <a:buNone/>
            </a:pPr>
            <a:r>
              <a:t/>
            </a:r>
            <a:endParaRPr sz="5800">
              <a:latin typeface="Helvetica Neue Light"/>
              <a:ea typeface="Helvetica Neue Light"/>
              <a:cs typeface="Helvetica Neue Light"/>
              <a:sym typeface="Helvetica Neue Light"/>
            </a:endParaRPr>
          </a:p>
          <a:p>
            <a:pPr indent="-317500" lvl="0" marL="685800" rtl="0" algn="l">
              <a:lnSpc>
                <a:spcPct val="80000"/>
              </a:lnSpc>
              <a:spcBef>
                <a:spcPts val="1300"/>
              </a:spcBef>
              <a:spcAft>
                <a:spcPts val="0"/>
              </a:spcAft>
              <a:buClr>
                <a:srgbClr val="000000"/>
              </a:buClr>
              <a:buSzPts val="5800"/>
              <a:buNone/>
            </a:pPr>
            <a:r>
              <a:t/>
            </a:r>
            <a:endParaRPr sz="5800">
              <a:latin typeface="Helvetica Neue Light"/>
              <a:ea typeface="Helvetica Neue Light"/>
              <a:cs typeface="Helvetica Neue Light"/>
              <a:sym typeface="Helvetica Neue Light"/>
            </a:endParaRPr>
          </a:p>
          <a:p>
            <a:pPr indent="-685800" lvl="0" marL="685800" rtl="0" algn="l">
              <a:lnSpc>
                <a:spcPct val="80000"/>
              </a:lnSpc>
              <a:spcBef>
                <a:spcPts val="1300"/>
              </a:spcBef>
              <a:spcAft>
                <a:spcPts val="0"/>
              </a:spcAft>
              <a:buClr>
                <a:srgbClr val="000000"/>
              </a:buClr>
              <a:buSzPts val="5800"/>
              <a:buChar char="•"/>
            </a:pPr>
            <a:r>
              <a:rPr lang="en-US" sz="5800">
                <a:latin typeface="Helvetica Neue Light"/>
                <a:ea typeface="Helvetica Neue Light"/>
                <a:cs typeface="Helvetica Neue Light"/>
                <a:sym typeface="Helvetica Neue Light"/>
              </a:rPr>
              <a:t>No: d</a:t>
            </a:r>
            <a:r>
              <a:rPr baseline="-25000" lang="en-US"/>
              <a:t>x,y-1</a:t>
            </a:r>
            <a:r>
              <a:rPr lang="en-US" sz="5800">
                <a:latin typeface="Helvetica Neue Light"/>
                <a:ea typeface="Helvetica Neue Light"/>
                <a:cs typeface="Helvetica Neue Light"/>
                <a:sym typeface="Helvetica Neue Light"/>
              </a:rPr>
              <a:t> and d</a:t>
            </a:r>
            <a:r>
              <a:rPr baseline="-25000" lang="en-US"/>
              <a:t>x-1,y</a:t>
            </a:r>
            <a:r>
              <a:rPr lang="en-US" sz="5800">
                <a:latin typeface="Helvetica Neue Light"/>
                <a:ea typeface="Helvetica Neue Light"/>
                <a:cs typeface="Helvetica Neue Light"/>
                <a:sym typeface="Helvetica Neue Light"/>
              </a:rPr>
              <a:t> may depend on different values of d</a:t>
            </a:r>
            <a:r>
              <a:rPr baseline="-25000" lang="en-US"/>
              <a:t>x-1,y-1</a:t>
            </a:r>
            <a:endParaRPr/>
          </a:p>
        </p:txBody>
      </p:sp>
      <p:pic>
        <p:nvPicPr>
          <p:cNvPr descr="Picture 2" id="1883" name="Google Shape;1883;p110"/>
          <p:cNvPicPr preferRelativeResize="0"/>
          <p:nvPr/>
        </p:nvPicPr>
        <p:blipFill rotWithShape="1">
          <a:blip r:embed="rId3">
            <a:alphaModFix/>
          </a:blip>
          <a:srcRect b="0" l="0" r="0" t="0"/>
          <a:stretch/>
        </p:blipFill>
        <p:spPr>
          <a:xfrm>
            <a:off x="9138138" y="4163157"/>
            <a:ext cx="6591328" cy="7027839"/>
          </a:xfrm>
          <a:prstGeom prst="rect">
            <a:avLst/>
          </a:prstGeom>
          <a:noFill/>
          <a:ln>
            <a:noFill/>
          </a:ln>
        </p:spPr>
      </p:pic>
      <p:sp>
        <p:nvSpPr>
          <p:cNvPr id="1884" name="Google Shape;1884;p110"/>
          <p:cNvSpPr txBox="1"/>
          <p:nvPr/>
        </p:nvSpPr>
        <p:spPr>
          <a:xfrm>
            <a:off x="19339007" y="13083070"/>
            <a:ext cx="4462463" cy="597445"/>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D. Huttenlocher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8" name="Shape 1888"/>
        <p:cNvGrpSpPr/>
        <p:nvPr/>
      </p:nvGrpSpPr>
      <p:grpSpPr>
        <a:xfrm>
          <a:off x="0" y="0"/>
          <a:ext cx="0" cy="0"/>
          <a:chOff x="0" y="0"/>
          <a:chExt cx="0" cy="0"/>
        </a:xfrm>
      </p:grpSpPr>
      <p:sp>
        <p:nvSpPr>
          <p:cNvPr id="1889" name="Google Shape;1889;p111"/>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536"/>
              <a:buFont typeface="Helvetica Neue"/>
              <a:buNone/>
            </a:pPr>
            <a:r>
              <a:rPr lang="en-US" sz="8536">
                <a:latin typeface="Helvetica Neue"/>
                <a:ea typeface="Helvetica Neue"/>
                <a:cs typeface="Helvetica Neue"/>
                <a:sym typeface="Helvetica Neue"/>
              </a:rPr>
              <a:t>Stereo as a minimization problem</a:t>
            </a:r>
            <a:endParaRPr/>
          </a:p>
        </p:txBody>
      </p:sp>
      <p:sp>
        <p:nvSpPr>
          <p:cNvPr id="1890" name="Google Shape;1890;p111"/>
          <p:cNvSpPr txBox="1"/>
          <p:nvPr>
            <p:ph idx="1" type="body"/>
          </p:nvPr>
        </p:nvSpPr>
        <p:spPr>
          <a:xfrm>
            <a:off x="3657600" y="5334000"/>
            <a:ext cx="17521337" cy="7924800"/>
          </a:xfrm>
          <a:prstGeom prst="rect">
            <a:avLst/>
          </a:prstGeom>
          <a:noFill/>
          <a:ln>
            <a:noFill/>
          </a:ln>
        </p:spPr>
        <p:txBody>
          <a:bodyPr anchorCtr="0" anchor="t" bIns="91425" lIns="91425" spcFirstLastPara="1" rIns="91425" wrap="square" tIns="91425">
            <a:normAutofit/>
          </a:bodyPr>
          <a:lstStyle/>
          <a:p>
            <a:pPr indent="-438911" lvl="0" marL="438911" rtl="0" algn="l">
              <a:lnSpc>
                <a:spcPct val="90000"/>
              </a:lnSpc>
              <a:spcBef>
                <a:spcPts val="0"/>
              </a:spcBef>
              <a:spcAft>
                <a:spcPts val="0"/>
              </a:spcAft>
              <a:buClr>
                <a:srgbClr val="000000"/>
              </a:buClr>
              <a:buSzPts val="4287"/>
              <a:buChar char="•"/>
            </a:pPr>
            <a:r>
              <a:rPr lang="en-US" sz="4287">
                <a:latin typeface="Helvetica Neue"/>
                <a:ea typeface="Helvetica Neue"/>
                <a:cs typeface="Helvetica Neue"/>
                <a:sym typeface="Helvetica Neue"/>
              </a:rPr>
              <a:t>The 2D problem has many local minima</a:t>
            </a:r>
            <a:endParaRPr/>
          </a:p>
          <a:p>
            <a:pPr indent="-438911" lvl="1" marL="731519" rtl="0" algn="l">
              <a:lnSpc>
                <a:spcPct val="90000"/>
              </a:lnSpc>
              <a:spcBef>
                <a:spcPts val="800"/>
              </a:spcBef>
              <a:spcAft>
                <a:spcPts val="0"/>
              </a:spcAft>
              <a:buClr>
                <a:srgbClr val="000000"/>
              </a:buClr>
              <a:buSzPts val="4287"/>
              <a:buChar char="-"/>
            </a:pPr>
            <a:r>
              <a:rPr lang="en-US" sz="4287">
                <a:latin typeface="Helvetica Neue"/>
                <a:ea typeface="Helvetica Neue"/>
                <a:cs typeface="Helvetica Neue"/>
                <a:sym typeface="Helvetica Neue"/>
              </a:rPr>
              <a:t>Famous problem: doing inference in a Markov Random Field (MRF)</a:t>
            </a:r>
            <a:endParaRPr/>
          </a:p>
          <a:p>
            <a:pPr indent="-386504" lvl="1" marL="679112" rtl="0" algn="l">
              <a:lnSpc>
                <a:spcPct val="90000"/>
              </a:lnSpc>
              <a:spcBef>
                <a:spcPts val="700"/>
              </a:spcBef>
              <a:spcAft>
                <a:spcPts val="0"/>
              </a:spcAft>
              <a:buClr>
                <a:srgbClr val="000000"/>
              </a:buClr>
              <a:buSzPts val="3775"/>
              <a:buChar char="-"/>
            </a:pPr>
            <a:r>
              <a:rPr lang="en-US" sz="3775">
                <a:latin typeface="Helvetica Neue"/>
                <a:ea typeface="Helvetica Neue"/>
                <a:cs typeface="Helvetica Neue"/>
                <a:sym typeface="Helvetica Neue"/>
              </a:rPr>
              <a:t>Gradient descent doesn’t work well</a:t>
            </a:r>
            <a:endParaRPr/>
          </a:p>
          <a:p>
            <a:pPr indent="-199198" lvl="0" marL="438911" rtl="0" algn="l">
              <a:lnSpc>
                <a:spcPct val="90000"/>
              </a:lnSpc>
              <a:spcBef>
                <a:spcPts val="800"/>
              </a:spcBef>
              <a:spcAft>
                <a:spcPts val="0"/>
              </a:spcAft>
              <a:buClr>
                <a:srgbClr val="000000"/>
              </a:buClr>
              <a:buSzPts val="3775"/>
              <a:buNone/>
            </a:pPr>
            <a:r>
              <a:t/>
            </a:r>
            <a:endParaRPr sz="3775">
              <a:latin typeface="Helvetica Neue"/>
              <a:ea typeface="Helvetica Neue"/>
              <a:cs typeface="Helvetica Neue"/>
              <a:sym typeface="Helvetica Neue"/>
            </a:endParaRPr>
          </a:p>
          <a:p>
            <a:pPr indent="-438911" lvl="0" marL="438911" rtl="0" algn="l">
              <a:lnSpc>
                <a:spcPct val="90000"/>
              </a:lnSpc>
              <a:spcBef>
                <a:spcPts val="800"/>
              </a:spcBef>
              <a:spcAft>
                <a:spcPts val="0"/>
              </a:spcAft>
              <a:buClr>
                <a:srgbClr val="000000"/>
              </a:buClr>
              <a:buSzPts val="4287"/>
              <a:buChar char="•"/>
            </a:pPr>
            <a:r>
              <a:rPr lang="en-US" sz="4287">
                <a:latin typeface="Helvetica Neue"/>
                <a:ea typeface="Helvetica Neue"/>
                <a:cs typeface="Helvetica Neue"/>
                <a:sym typeface="Helvetica Neue"/>
              </a:rPr>
              <a:t>And a large search space</a:t>
            </a:r>
            <a:endParaRPr/>
          </a:p>
          <a:p>
            <a:pPr indent="-365759" lvl="1" marL="658367" rtl="0" algn="l">
              <a:lnSpc>
                <a:spcPct val="90000"/>
              </a:lnSpc>
              <a:spcBef>
                <a:spcPts val="700"/>
              </a:spcBef>
              <a:spcAft>
                <a:spcPts val="0"/>
              </a:spcAft>
              <a:buClr>
                <a:srgbClr val="000000"/>
              </a:buClr>
              <a:buSzPts val="3775"/>
              <a:buChar char="–"/>
            </a:pPr>
            <a:r>
              <a:rPr i="1" lang="en-US" sz="3775">
                <a:latin typeface="Helvetica Neue"/>
                <a:ea typeface="Helvetica Neue"/>
                <a:cs typeface="Helvetica Neue"/>
                <a:sym typeface="Helvetica Neue"/>
              </a:rPr>
              <a:t>n</a:t>
            </a:r>
            <a:r>
              <a:rPr i="0" lang="en-US"/>
              <a:t> x </a:t>
            </a:r>
            <a:r>
              <a:rPr i="1" lang="en-US" sz="3775">
                <a:latin typeface="Helvetica Neue"/>
                <a:ea typeface="Helvetica Neue"/>
                <a:cs typeface="Helvetica Neue"/>
                <a:sym typeface="Helvetica Neue"/>
              </a:rPr>
              <a:t>m </a:t>
            </a:r>
            <a:r>
              <a:rPr i="0" lang="en-US"/>
              <a:t>image w/ </a:t>
            </a:r>
            <a:r>
              <a:rPr i="1" lang="en-US" sz="3775">
                <a:latin typeface="Helvetica Neue"/>
                <a:ea typeface="Helvetica Neue"/>
                <a:cs typeface="Helvetica Neue"/>
                <a:sym typeface="Helvetica Neue"/>
              </a:rPr>
              <a:t>k</a:t>
            </a:r>
            <a:r>
              <a:rPr i="0" lang="en-US"/>
              <a:t> disparities has </a:t>
            </a:r>
            <a:r>
              <a:rPr i="1" lang="en-US" sz="3775">
                <a:latin typeface="Helvetica Neue"/>
                <a:ea typeface="Helvetica Neue"/>
                <a:cs typeface="Helvetica Neue"/>
                <a:sym typeface="Helvetica Neue"/>
              </a:rPr>
              <a:t>k</a:t>
            </a:r>
            <a:r>
              <a:rPr baseline="30000" lang="en-US"/>
              <a:t>nm</a:t>
            </a:r>
            <a:r>
              <a:rPr i="1" lang="en-US" sz="3775">
                <a:latin typeface="Helvetica Neue"/>
                <a:ea typeface="Helvetica Neue"/>
                <a:cs typeface="Helvetica Neue"/>
                <a:sym typeface="Helvetica Neue"/>
              </a:rPr>
              <a:t> </a:t>
            </a:r>
            <a:r>
              <a:rPr i="0" lang="en-US"/>
              <a:t>possible solutions</a:t>
            </a:r>
            <a:endParaRPr/>
          </a:p>
          <a:p>
            <a:pPr indent="-365759" lvl="1" marL="658367" rtl="0" algn="l">
              <a:lnSpc>
                <a:spcPct val="90000"/>
              </a:lnSpc>
              <a:spcBef>
                <a:spcPts val="700"/>
              </a:spcBef>
              <a:spcAft>
                <a:spcPts val="0"/>
              </a:spcAft>
              <a:buClr>
                <a:srgbClr val="000000"/>
              </a:buClr>
              <a:buSzPts val="3775"/>
              <a:buChar char="–"/>
            </a:pPr>
            <a:r>
              <a:rPr lang="en-US" sz="3775">
                <a:latin typeface="Helvetica Neue"/>
                <a:ea typeface="Helvetica Neue"/>
                <a:cs typeface="Helvetica Neue"/>
                <a:sym typeface="Helvetica Neue"/>
              </a:rPr>
              <a:t>Finding the global minimum is NP-hard in general</a:t>
            </a:r>
            <a:endParaRPr/>
          </a:p>
          <a:p>
            <a:pPr indent="-199198" lvl="0" marL="438911" rtl="0" algn="l">
              <a:lnSpc>
                <a:spcPct val="90000"/>
              </a:lnSpc>
              <a:spcBef>
                <a:spcPts val="800"/>
              </a:spcBef>
              <a:spcAft>
                <a:spcPts val="0"/>
              </a:spcAft>
              <a:buClr>
                <a:srgbClr val="000000"/>
              </a:buClr>
              <a:buSzPts val="3775"/>
              <a:buNone/>
            </a:pPr>
            <a:r>
              <a:t/>
            </a:r>
            <a:endParaRPr sz="3775">
              <a:latin typeface="Helvetica Neue"/>
              <a:ea typeface="Helvetica Neue"/>
              <a:cs typeface="Helvetica Neue"/>
              <a:sym typeface="Helvetica Neue"/>
            </a:endParaRPr>
          </a:p>
          <a:p>
            <a:pPr indent="-438911" lvl="0" marL="438911" rtl="0" algn="l">
              <a:lnSpc>
                <a:spcPct val="90000"/>
              </a:lnSpc>
              <a:spcBef>
                <a:spcPts val="800"/>
              </a:spcBef>
              <a:spcAft>
                <a:spcPts val="0"/>
              </a:spcAft>
              <a:buClr>
                <a:srgbClr val="000000"/>
              </a:buClr>
              <a:buSzPts val="4287"/>
              <a:buChar char="•"/>
            </a:pPr>
            <a:r>
              <a:rPr lang="en-US" sz="4287">
                <a:latin typeface="Helvetica Neue"/>
                <a:ea typeface="Helvetica Neue"/>
                <a:cs typeface="Helvetica Neue"/>
                <a:sym typeface="Helvetica Neue"/>
              </a:rPr>
              <a:t>Good approximations exist (see Szeliski textbook):</a:t>
            </a:r>
            <a:endParaRPr/>
          </a:p>
          <a:p>
            <a:pPr indent="-438911" lvl="1" marL="731519" rtl="0" algn="l">
              <a:lnSpc>
                <a:spcPct val="90000"/>
              </a:lnSpc>
              <a:spcBef>
                <a:spcPts val="800"/>
              </a:spcBef>
              <a:spcAft>
                <a:spcPts val="0"/>
              </a:spcAft>
              <a:buClr>
                <a:srgbClr val="000000"/>
              </a:buClr>
              <a:buSzPts val="4287"/>
              <a:buChar char="•"/>
            </a:pPr>
            <a:r>
              <a:rPr lang="en-US" sz="4287">
                <a:latin typeface="Helvetica Neue"/>
                <a:ea typeface="Helvetica Neue"/>
                <a:cs typeface="Helvetica Neue"/>
                <a:sym typeface="Helvetica Neue"/>
              </a:rPr>
              <a:t>Graph cuts</a:t>
            </a:r>
            <a:endParaRPr/>
          </a:p>
          <a:p>
            <a:pPr indent="-438911" lvl="1" marL="731519" rtl="0" algn="l">
              <a:lnSpc>
                <a:spcPct val="90000"/>
              </a:lnSpc>
              <a:spcBef>
                <a:spcPts val="800"/>
              </a:spcBef>
              <a:spcAft>
                <a:spcPts val="0"/>
              </a:spcAft>
              <a:buClr>
                <a:srgbClr val="000000"/>
              </a:buClr>
              <a:buSzPts val="4287"/>
              <a:buChar char="•"/>
            </a:pPr>
            <a:r>
              <a:rPr lang="en-US" sz="4287">
                <a:latin typeface="Helvetica Neue"/>
                <a:ea typeface="Helvetica Neue"/>
                <a:cs typeface="Helvetica Neue"/>
                <a:sym typeface="Helvetica Neue"/>
              </a:rPr>
              <a:t>Belief propagation</a:t>
            </a:r>
            <a:endParaRPr/>
          </a:p>
        </p:txBody>
      </p:sp>
      <p:pic>
        <p:nvPicPr>
          <p:cNvPr descr="Picture 2" id="1891" name="Google Shape;1891;p111"/>
          <p:cNvPicPr preferRelativeResize="0"/>
          <p:nvPr/>
        </p:nvPicPr>
        <p:blipFill rotWithShape="1">
          <a:blip r:embed="rId3">
            <a:alphaModFix/>
          </a:blip>
          <a:srcRect b="0" l="0" r="0" t="0"/>
          <a:stretch/>
        </p:blipFill>
        <p:spPr>
          <a:xfrm>
            <a:off x="5548828" y="3181374"/>
            <a:ext cx="13286344" cy="1453593"/>
          </a:xfrm>
          <a:prstGeom prst="rect">
            <a:avLst/>
          </a:prstGeom>
          <a:noFill/>
          <a:ln>
            <a:noFill/>
          </a:ln>
        </p:spPr>
      </p:pic>
      <p:sp>
        <p:nvSpPr>
          <p:cNvPr id="1892" name="Google Shape;1892;p111"/>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6" name="Shape 1896"/>
        <p:cNvGrpSpPr/>
        <p:nvPr/>
      </p:nvGrpSpPr>
      <p:grpSpPr>
        <a:xfrm>
          <a:off x="0" y="0"/>
          <a:ext cx="0" cy="0"/>
          <a:chOff x="0" y="0"/>
          <a:chExt cx="0" cy="0"/>
        </a:xfrm>
      </p:grpSpPr>
      <p:sp>
        <p:nvSpPr>
          <p:cNvPr id="1897" name="Google Shape;1897;p112"/>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Better methods exist...</a:t>
            </a:r>
            <a:endParaRPr/>
          </a:p>
        </p:txBody>
      </p:sp>
      <p:sp>
        <p:nvSpPr>
          <p:cNvPr id="1898" name="Google Shape;1898;p112"/>
          <p:cNvSpPr txBox="1"/>
          <p:nvPr/>
        </p:nvSpPr>
        <p:spPr>
          <a:xfrm>
            <a:off x="6353271" y="10102850"/>
            <a:ext cx="11307447" cy="176955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Graph cuts model</a:t>
            </a:r>
            <a:endParaRPr/>
          </a:p>
          <a:p>
            <a:pPr indent="457200" lvl="1" marL="0" marR="0" rtl="0" algn="ctr">
              <a:lnSpc>
                <a:spcPct val="90000"/>
              </a:lnSpc>
              <a:spcBef>
                <a:spcPts val="600"/>
              </a:spcBef>
              <a:spcAft>
                <a:spcPts val="0"/>
              </a:spcAft>
              <a:buClr>
                <a:srgbClr val="000000"/>
              </a:buClr>
              <a:buSzPts val="2400"/>
              <a:buFont typeface="Helvetica Neue"/>
              <a:buNone/>
            </a:pPr>
            <a:r>
              <a:rPr b="0" i="0" lang="en-US" sz="2400" u="none" cap="none" strike="noStrike">
                <a:solidFill>
                  <a:srgbClr val="000000"/>
                </a:solidFill>
                <a:latin typeface="Helvetica Neue"/>
                <a:ea typeface="Helvetica Neue"/>
                <a:cs typeface="Helvetica Neue"/>
                <a:sym typeface="Helvetica Neue"/>
              </a:rPr>
              <a:t>Boykov et al., </a:t>
            </a:r>
            <a:r>
              <a:rPr b="0" i="0" lang="en-US" sz="2400" u="sng" cap="none" strike="noStrike">
                <a:solidFill>
                  <a:srgbClr val="0000FF"/>
                </a:solidFill>
                <a:latin typeface="Helvetica Neue"/>
                <a:ea typeface="Helvetica Neue"/>
                <a:cs typeface="Helvetica Neue"/>
                <a:sym typeface="Helvetica Neue"/>
                <a:hlinkClick r:id="rId3">
                  <a:extLst>
                    <a:ext uri="{A12FA001-AC4F-418D-AE19-62706E023703}">
                      <ahyp:hlinkClr val="tx"/>
                    </a:ext>
                  </a:extLst>
                </a:hlinkClick>
              </a:rPr>
              <a:t>Fast Approximate Energy Minimization via Graph Cuts</a:t>
            </a:r>
            <a:r>
              <a:rPr b="0" i="0" lang="en-US" sz="2400" u="none" cap="none" strike="noStrike">
                <a:solidFill>
                  <a:srgbClr val="000000"/>
                </a:solidFill>
                <a:latin typeface="Helvetica Neue"/>
                <a:ea typeface="Helvetica Neue"/>
                <a:cs typeface="Helvetica Neue"/>
                <a:sym typeface="Helvetica Neue"/>
              </a:rPr>
              <a:t>, </a:t>
            </a:r>
            <a:endParaRPr/>
          </a:p>
          <a:p>
            <a:pPr indent="457200" lvl="1" marL="0" marR="0" rtl="0" algn="ctr">
              <a:lnSpc>
                <a:spcPct val="90000"/>
              </a:lnSpc>
              <a:spcBef>
                <a:spcPts val="600"/>
              </a:spcBef>
              <a:spcAft>
                <a:spcPts val="0"/>
              </a:spcAft>
              <a:buClr>
                <a:srgbClr val="000000"/>
              </a:buClr>
              <a:buSzPts val="2400"/>
              <a:buFont typeface="Helvetica Neue"/>
              <a:buNone/>
            </a:pPr>
            <a:r>
              <a:rPr b="0" i="0" lang="en-US" sz="2400" u="none" cap="none" strike="noStrike">
                <a:solidFill>
                  <a:srgbClr val="000000"/>
                </a:solidFill>
                <a:latin typeface="Helvetica Neue"/>
                <a:ea typeface="Helvetica Neue"/>
                <a:cs typeface="Helvetica Neue"/>
                <a:sym typeface="Helvetica Neue"/>
              </a:rPr>
              <a:t>International Conference on Computer Vision, September 1999.</a:t>
            </a:r>
            <a:endParaRPr/>
          </a:p>
        </p:txBody>
      </p:sp>
      <p:sp>
        <p:nvSpPr>
          <p:cNvPr id="1899" name="Google Shape;1899;p112"/>
          <p:cNvSpPr txBox="1"/>
          <p:nvPr/>
        </p:nvSpPr>
        <p:spPr>
          <a:xfrm>
            <a:off x="17770112" y="10102850"/>
            <a:ext cx="3673959" cy="88971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Ground truth</a:t>
            </a:r>
            <a:endParaRPr/>
          </a:p>
        </p:txBody>
      </p:sp>
      <p:pic>
        <p:nvPicPr>
          <p:cNvPr descr="Picture 8" id="1900" name="Google Shape;1900;p112"/>
          <p:cNvPicPr preferRelativeResize="0"/>
          <p:nvPr/>
        </p:nvPicPr>
        <p:blipFill rotWithShape="1">
          <a:blip r:embed="rId4">
            <a:alphaModFix/>
          </a:blip>
          <a:srcRect b="0" l="0" r="0" t="0"/>
          <a:stretch/>
        </p:blipFill>
        <p:spPr>
          <a:xfrm>
            <a:off x="8664487" y="4331450"/>
            <a:ext cx="7036277" cy="5461802"/>
          </a:xfrm>
          <a:prstGeom prst="rect">
            <a:avLst/>
          </a:prstGeom>
          <a:noFill/>
          <a:ln>
            <a:noFill/>
          </a:ln>
        </p:spPr>
      </p:pic>
      <p:pic>
        <p:nvPicPr>
          <p:cNvPr descr="Object 3" id="1901" name="Google Shape;1901;p112"/>
          <p:cNvPicPr preferRelativeResize="0"/>
          <p:nvPr/>
        </p:nvPicPr>
        <p:blipFill rotWithShape="1">
          <a:blip r:embed="rId5">
            <a:alphaModFix/>
          </a:blip>
          <a:srcRect b="0" l="0" r="0" t="0"/>
          <a:stretch/>
        </p:blipFill>
        <p:spPr>
          <a:xfrm>
            <a:off x="15825635" y="4331450"/>
            <a:ext cx="7562912" cy="5475376"/>
          </a:xfrm>
          <a:prstGeom prst="rect">
            <a:avLst/>
          </a:prstGeom>
          <a:noFill/>
          <a:ln>
            <a:noFill/>
          </a:ln>
        </p:spPr>
      </p:pic>
      <p:pic>
        <p:nvPicPr>
          <p:cNvPr descr="image10.png" id="1902" name="Google Shape;1902;p112"/>
          <p:cNvPicPr preferRelativeResize="0"/>
          <p:nvPr/>
        </p:nvPicPr>
        <p:blipFill rotWithShape="1">
          <a:blip r:embed="rId6">
            <a:alphaModFix/>
          </a:blip>
          <a:srcRect b="0" l="0" r="0" t="0"/>
          <a:stretch/>
        </p:blipFill>
        <p:spPr>
          <a:xfrm>
            <a:off x="995453" y="4331450"/>
            <a:ext cx="7544163" cy="5461802"/>
          </a:xfrm>
          <a:prstGeom prst="rect">
            <a:avLst/>
          </a:prstGeom>
          <a:noFill/>
          <a:ln>
            <a:noFill/>
          </a:ln>
        </p:spPr>
      </p:pic>
      <p:sp>
        <p:nvSpPr>
          <p:cNvPr id="1903" name="Google Shape;1903;p112"/>
          <p:cNvSpPr txBox="1"/>
          <p:nvPr/>
        </p:nvSpPr>
        <p:spPr>
          <a:xfrm>
            <a:off x="2004128" y="10102850"/>
            <a:ext cx="4779163" cy="88971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Greedy selection</a:t>
            </a:r>
            <a:endParaRPr/>
          </a:p>
        </p:txBody>
      </p:sp>
      <p:sp>
        <p:nvSpPr>
          <p:cNvPr id="1904" name="Google Shape;1904;p112"/>
          <p:cNvSpPr txBox="1"/>
          <p:nvPr/>
        </p:nvSpPr>
        <p:spPr>
          <a:xfrm>
            <a:off x="20748879" y="13010878"/>
            <a:ext cx="3546730" cy="59744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300"/>
              <a:buFont typeface="Helvetica Neue Light"/>
              <a:buNone/>
            </a:pPr>
            <a:r>
              <a:rPr b="0" i="0" lang="en-US" sz="33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8" name="Shape 1908"/>
        <p:cNvGrpSpPr/>
        <p:nvPr/>
      </p:nvGrpSpPr>
      <p:grpSpPr>
        <a:xfrm>
          <a:off x="0" y="0"/>
          <a:ext cx="0" cy="0"/>
          <a:chOff x="0" y="0"/>
          <a:chExt cx="0" cy="0"/>
        </a:xfrm>
      </p:grpSpPr>
      <p:sp>
        <p:nvSpPr>
          <p:cNvPr id="1909" name="Google Shape;1909;p113"/>
          <p:cNvSpPr txBox="1"/>
          <p:nvPr>
            <p:ph type="title"/>
          </p:nvPr>
        </p:nvSpPr>
        <p:spPr>
          <a:xfrm>
            <a:off x="3962400" y="-280465"/>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a:buNone/>
            </a:pPr>
            <a:r>
              <a:rPr lang="en-US" sz="8800">
                <a:latin typeface="Helvetica Neue"/>
                <a:ea typeface="Helvetica Neue"/>
                <a:cs typeface="Helvetica Neue"/>
                <a:sym typeface="Helvetica Neue"/>
              </a:rPr>
              <a:t>Deep learning + MRF refinement</a:t>
            </a:r>
            <a:endParaRPr/>
          </a:p>
        </p:txBody>
      </p:sp>
      <p:pic>
        <p:nvPicPr>
          <p:cNvPr descr="Image" id="1910" name="Google Shape;1910;p113"/>
          <p:cNvPicPr preferRelativeResize="0"/>
          <p:nvPr/>
        </p:nvPicPr>
        <p:blipFill rotWithShape="1">
          <a:blip r:embed="rId3">
            <a:alphaModFix/>
          </a:blip>
          <a:srcRect b="0" l="0" r="0" t="0"/>
          <a:stretch/>
        </p:blipFill>
        <p:spPr>
          <a:xfrm>
            <a:off x="2674745" y="2184400"/>
            <a:ext cx="5407387" cy="10020891"/>
          </a:xfrm>
          <a:prstGeom prst="rect">
            <a:avLst/>
          </a:prstGeom>
          <a:noFill/>
          <a:ln>
            <a:noFill/>
          </a:ln>
        </p:spPr>
      </p:pic>
      <p:sp>
        <p:nvSpPr>
          <p:cNvPr id="1911" name="Google Shape;1911;p113"/>
          <p:cNvSpPr txBox="1"/>
          <p:nvPr/>
        </p:nvSpPr>
        <p:spPr>
          <a:xfrm>
            <a:off x="3056408" y="12201294"/>
            <a:ext cx="5111217" cy="659471"/>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700"/>
              <a:buFont typeface="Helvetica Neue Light"/>
              <a:buNone/>
            </a:pPr>
            <a:r>
              <a:rPr b="0" i="0" lang="en-US" sz="3700" u="none" cap="none" strike="noStrike">
                <a:solidFill>
                  <a:srgbClr val="000000"/>
                </a:solidFill>
                <a:latin typeface="Helvetica Neue Light"/>
                <a:ea typeface="Helvetica Neue Light"/>
                <a:cs typeface="Helvetica Neue Light"/>
                <a:sym typeface="Helvetica Neue Light"/>
              </a:rPr>
              <a:t>[Zbontar &amp; LeCun, 2015]</a:t>
            </a:r>
            <a:endParaRPr/>
          </a:p>
        </p:txBody>
      </p:sp>
      <p:pic>
        <p:nvPicPr>
          <p:cNvPr descr="Image" id="1912" name="Google Shape;1912;p113"/>
          <p:cNvPicPr preferRelativeResize="0"/>
          <p:nvPr/>
        </p:nvPicPr>
        <p:blipFill rotWithShape="1">
          <a:blip r:embed="rId4">
            <a:alphaModFix/>
          </a:blip>
          <a:srcRect b="48593" l="3308" r="54322" t="15508"/>
          <a:stretch/>
        </p:blipFill>
        <p:spPr>
          <a:xfrm>
            <a:off x="11627246" y="7424739"/>
            <a:ext cx="10331253" cy="2190075"/>
          </a:xfrm>
          <a:prstGeom prst="rect">
            <a:avLst/>
          </a:prstGeom>
          <a:noFill/>
          <a:ln>
            <a:noFill/>
          </a:ln>
        </p:spPr>
      </p:pic>
      <p:pic>
        <p:nvPicPr>
          <p:cNvPr descr="Image" id="1913" name="Google Shape;1913;p113"/>
          <p:cNvPicPr preferRelativeResize="0"/>
          <p:nvPr/>
        </p:nvPicPr>
        <p:blipFill rotWithShape="1">
          <a:blip r:embed="rId4">
            <a:alphaModFix/>
          </a:blip>
          <a:srcRect b="12787" l="3308" r="54322" t="52146"/>
          <a:stretch/>
        </p:blipFill>
        <p:spPr>
          <a:xfrm>
            <a:off x="11627246" y="5299605"/>
            <a:ext cx="10331253" cy="2139275"/>
          </a:xfrm>
          <a:prstGeom prst="rect">
            <a:avLst/>
          </a:prstGeom>
          <a:noFill/>
          <a:ln>
            <a:noFill/>
          </a:ln>
        </p:spPr>
      </p:pic>
      <p:sp>
        <p:nvSpPr>
          <p:cNvPr id="1914" name="Google Shape;1914;p113"/>
          <p:cNvSpPr txBox="1"/>
          <p:nvPr/>
        </p:nvSpPr>
        <p:spPr>
          <a:xfrm>
            <a:off x="9921557" y="5838435"/>
            <a:ext cx="1137286" cy="845181"/>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Left</a:t>
            </a:r>
            <a:endParaRPr/>
          </a:p>
        </p:txBody>
      </p:sp>
      <p:sp>
        <p:nvSpPr>
          <p:cNvPr id="1915" name="Google Shape;1915;p113"/>
          <p:cNvSpPr txBox="1"/>
          <p:nvPr/>
        </p:nvSpPr>
        <p:spPr>
          <a:xfrm>
            <a:off x="9721532" y="8097126"/>
            <a:ext cx="1537336" cy="84518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Right</a:t>
            </a:r>
            <a:endParaRPr/>
          </a:p>
        </p:txBody>
      </p:sp>
      <p:grpSp>
        <p:nvGrpSpPr>
          <p:cNvPr id="1916" name="Google Shape;1916;p113"/>
          <p:cNvGrpSpPr/>
          <p:nvPr/>
        </p:nvGrpSpPr>
        <p:grpSpPr>
          <a:xfrm>
            <a:off x="14630400" y="2117624"/>
            <a:ext cx="3272236" cy="5625061"/>
            <a:chOff x="0" y="-1"/>
            <a:chExt cx="3272235" cy="5625060"/>
          </a:xfrm>
        </p:grpSpPr>
        <p:sp>
          <p:nvSpPr>
            <p:cNvPr id="1917" name="Google Shape;1917;p113"/>
            <p:cNvSpPr/>
            <p:nvPr/>
          </p:nvSpPr>
          <p:spPr>
            <a:xfrm>
              <a:off x="0" y="5464274"/>
              <a:ext cx="160784" cy="160785"/>
            </a:xfrm>
            <a:prstGeom prst="rect">
              <a:avLst/>
            </a:prstGeom>
            <a:noFill/>
            <a:ln cap="flat" cmpd="sng" w="63500">
              <a:solidFill>
                <a:schemeClr val="accent3"/>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cxnSp>
          <p:nvCxnSpPr>
            <p:cNvPr id="1918" name="Google Shape;1918;p113"/>
            <p:cNvCxnSpPr/>
            <p:nvPr/>
          </p:nvCxnSpPr>
          <p:spPr>
            <a:xfrm flipH="1">
              <a:off x="139700" y="2822526"/>
              <a:ext cx="2080529" cy="2641750"/>
            </a:xfrm>
            <a:prstGeom prst="straightConnector1">
              <a:avLst/>
            </a:prstGeom>
            <a:noFill/>
            <a:ln cap="flat" cmpd="sng" w="76200">
              <a:solidFill>
                <a:schemeClr val="accent3"/>
              </a:solidFill>
              <a:prstDash val="dot"/>
              <a:miter lim="400000"/>
              <a:headEnd len="sm" w="sm" type="none"/>
              <a:tailEnd len="sm" w="sm" type="none"/>
            </a:ln>
          </p:spPr>
        </p:cxnSp>
        <p:pic>
          <p:nvPicPr>
            <p:cNvPr descr="Image" id="1919" name="Google Shape;1919;p113"/>
            <p:cNvPicPr preferRelativeResize="0"/>
            <p:nvPr/>
          </p:nvPicPr>
          <p:blipFill rotWithShape="1">
            <a:blip r:embed="rId4">
              <a:alphaModFix/>
            </a:blip>
            <a:srcRect b="43898" l="14767" r="84816" t="54436"/>
            <a:stretch/>
          </p:blipFill>
          <p:spPr>
            <a:xfrm>
              <a:off x="1273571" y="1061076"/>
              <a:ext cx="1778001" cy="1778001"/>
            </a:xfrm>
            <a:prstGeom prst="rect">
              <a:avLst/>
            </a:prstGeom>
            <a:noFill/>
            <a:ln cap="flat" cmpd="sng" w="63500">
              <a:solidFill>
                <a:schemeClr val="accent3"/>
              </a:solidFill>
              <a:prstDash val="solid"/>
              <a:miter lim="400000"/>
              <a:headEnd len="sm" w="sm" type="none"/>
              <a:tailEnd len="sm" w="sm" type="none"/>
            </a:ln>
          </p:spPr>
        </p:pic>
        <p:sp>
          <p:nvSpPr>
            <p:cNvPr id="1920" name="Google Shape;1920;p113"/>
            <p:cNvSpPr txBox="1"/>
            <p:nvPr/>
          </p:nvSpPr>
          <p:spPr>
            <a:xfrm>
              <a:off x="1052909" y="-1"/>
              <a:ext cx="2219326" cy="84518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Positive</a:t>
              </a:r>
              <a:endParaRPr/>
            </a:p>
          </p:txBody>
        </p:sp>
      </p:grpSp>
      <p:grpSp>
        <p:nvGrpSpPr>
          <p:cNvPr id="1921" name="Google Shape;1921;p113"/>
          <p:cNvGrpSpPr/>
          <p:nvPr/>
        </p:nvGrpSpPr>
        <p:grpSpPr>
          <a:xfrm>
            <a:off x="15138399" y="2117624"/>
            <a:ext cx="7223842" cy="5625061"/>
            <a:chOff x="0" y="-1"/>
            <a:chExt cx="7223840" cy="5625060"/>
          </a:xfrm>
        </p:grpSpPr>
        <p:pic>
          <p:nvPicPr>
            <p:cNvPr descr="Image" id="1922" name="Google Shape;1922;p113"/>
            <p:cNvPicPr preferRelativeResize="0"/>
            <p:nvPr/>
          </p:nvPicPr>
          <p:blipFill rotWithShape="1">
            <a:blip r:embed="rId4">
              <a:alphaModFix/>
            </a:blip>
            <a:srcRect b="43898" l="15392" r="84191" t="54436"/>
            <a:stretch/>
          </p:blipFill>
          <p:spPr>
            <a:xfrm>
              <a:off x="5010546" y="1059091"/>
              <a:ext cx="1778001" cy="1778001"/>
            </a:xfrm>
            <a:prstGeom prst="rect">
              <a:avLst/>
            </a:prstGeom>
            <a:noFill/>
            <a:ln cap="flat" cmpd="sng" w="63500">
              <a:solidFill>
                <a:srgbClr val="B41600"/>
              </a:solidFill>
              <a:prstDash val="solid"/>
              <a:miter lim="400000"/>
              <a:headEnd len="sm" w="sm" type="none"/>
              <a:tailEnd len="sm" w="sm" type="none"/>
            </a:ln>
          </p:spPr>
        </p:pic>
        <p:cxnSp>
          <p:nvCxnSpPr>
            <p:cNvPr id="1923" name="Google Shape;1923;p113"/>
            <p:cNvCxnSpPr/>
            <p:nvPr/>
          </p:nvCxnSpPr>
          <p:spPr>
            <a:xfrm flipH="1">
              <a:off x="143749" y="2822526"/>
              <a:ext cx="5886481" cy="2732435"/>
            </a:xfrm>
            <a:prstGeom prst="straightConnector1">
              <a:avLst/>
            </a:prstGeom>
            <a:noFill/>
            <a:ln cap="flat" cmpd="sng" w="76200">
              <a:solidFill>
                <a:srgbClr val="B41600"/>
              </a:solidFill>
              <a:prstDash val="dot"/>
              <a:miter lim="400000"/>
              <a:headEnd len="sm" w="sm" type="none"/>
              <a:tailEnd len="sm" w="sm" type="none"/>
            </a:ln>
          </p:spPr>
        </p:cxnSp>
        <p:sp>
          <p:nvSpPr>
            <p:cNvPr id="1924" name="Google Shape;1924;p113"/>
            <p:cNvSpPr/>
            <p:nvPr/>
          </p:nvSpPr>
          <p:spPr>
            <a:xfrm>
              <a:off x="0" y="5464274"/>
              <a:ext cx="160784" cy="160785"/>
            </a:xfrm>
            <a:prstGeom prst="rect">
              <a:avLst/>
            </a:prstGeom>
            <a:noFill/>
            <a:ln cap="flat" cmpd="sng" w="63500">
              <a:solidFill>
                <a:srgbClr val="B41600"/>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925" name="Google Shape;1925;p113"/>
            <p:cNvSpPr txBox="1"/>
            <p:nvPr/>
          </p:nvSpPr>
          <p:spPr>
            <a:xfrm>
              <a:off x="4721304" y="-1"/>
              <a:ext cx="2502536" cy="84518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Negative</a:t>
              </a:r>
              <a:endParaRPr/>
            </a:p>
          </p:txBody>
        </p:sp>
      </p:grpSp>
      <p:grpSp>
        <p:nvGrpSpPr>
          <p:cNvPr id="1926" name="Google Shape;1926;p113"/>
          <p:cNvGrpSpPr/>
          <p:nvPr/>
        </p:nvGrpSpPr>
        <p:grpSpPr>
          <a:xfrm>
            <a:off x="10862705" y="2117624"/>
            <a:ext cx="3674480" cy="3466061"/>
            <a:chOff x="-1" y="-1"/>
            <a:chExt cx="3674479" cy="3466060"/>
          </a:xfrm>
        </p:grpSpPr>
        <p:sp>
          <p:nvSpPr>
            <p:cNvPr id="1927" name="Google Shape;1927;p113"/>
            <p:cNvSpPr/>
            <p:nvPr/>
          </p:nvSpPr>
          <p:spPr>
            <a:xfrm>
              <a:off x="3513693" y="3305274"/>
              <a:ext cx="160785" cy="160785"/>
            </a:xfrm>
            <a:prstGeom prst="rect">
              <a:avLst/>
            </a:prstGeom>
            <a:noFill/>
            <a:ln cap="flat" cmpd="sng" w="63500">
              <a:solidFill>
                <a:schemeClr val="accent3"/>
              </a:solidFill>
              <a:prstDash val="solid"/>
              <a:miter lim="4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cxnSp>
          <p:nvCxnSpPr>
            <p:cNvPr id="1928" name="Google Shape;1928;p113"/>
            <p:cNvCxnSpPr/>
            <p:nvPr/>
          </p:nvCxnSpPr>
          <p:spPr>
            <a:xfrm rot="10800000">
              <a:off x="1684893" y="2873474"/>
              <a:ext cx="1835954" cy="428379"/>
            </a:xfrm>
            <a:prstGeom prst="straightConnector1">
              <a:avLst/>
            </a:prstGeom>
            <a:noFill/>
            <a:ln cap="flat" cmpd="sng" w="76200">
              <a:solidFill>
                <a:schemeClr val="accent3"/>
              </a:solidFill>
              <a:prstDash val="dot"/>
              <a:miter lim="400000"/>
              <a:headEnd len="sm" w="sm" type="none"/>
              <a:tailEnd len="sm" w="sm" type="none"/>
            </a:ln>
          </p:spPr>
        </p:cxnSp>
        <p:pic>
          <p:nvPicPr>
            <p:cNvPr descr="Image" id="1929" name="Google Shape;1929;p113"/>
            <p:cNvPicPr preferRelativeResize="0"/>
            <p:nvPr/>
          </p:nvPicPr>
          <p:blipFill rotWithShape="1">
            <a:blip r:embed="rId4">
              <a:alphaModFix/>
            </a:blip>
            <a:srcRect b="80213" l="14655" r="84927" t="18120"/>
            <a:stretch/>
          </p:blipFill>
          <p:spPr>
            <a:xfrm>
              <a:off x="796292" y="1061080"/>
              <a:ext cx="1778001" cy="1778002"/>
            </a:xfrm>
            <a:prstGeom prst="rect">
              <a:avLst/>
            </a:prstGeom>
            <a:noFill/>
            <a:ln cap="flat" cmpd="sng" w="63500">
              <a:solidFill>
                <a:schemeClr val="accent3"/>
              </a:solidFill>
              <a:prstDash val="solid"/>
              <a:miter lim="400000"/>
              <a:headEnd len="sm" w="sm" type="none"/>
              <a:tailEnd len="sm" w="sm" type="none"/>
            </a:ln>
          </p:spPr>
        </p:pic>
        <p:sp>
          <p:nvSpPr>
            <p:cNvPr id="1930" name="Google Shape;1930;p113"/>
            <p:cNvSpPr txBox="1"/>
            <p:nvPr/>
          </p:nvSpPr>
          <p:spPr>
            <a:xfrm>
              <a:off x="-1" y="-1"/>
              <a:ext cx="3478531" cy="84518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5000"/>
                <a:buFont typeface="Helvetica Neue Light"/>
                <a:buNone/>
              </a:pPr>
              <a:r>
                <a:rPr b="0" i="0" lang="en-US" sz="5000" u="none" cap="none" strike="noStrike">
                  <a:solidFill>
                    <a:srgbClr val="000000"/>
                  </a:solidFill>
                  <a:latin typeface="Helvetica Neue Light"/>
                  <a:ea typeface="Helvetica Neue Light"/>
                  <a:cs typeface="Helvetica Neue Light"/>
                  <a:sym typeface="Helvetica Neue Light"/>
                </a:rPr>
                <a:t>Query patch</a:t>
              </a:r>
              <a:endParaRPr/>
            </a:p>
          </p:txBody>
        </p:sp>
      </p:grpSp>
      <p:grpSp>
        <p:nvGrpSpPr>
          <p:cNvPr id="1931" name="Google Shape;1931;p113"/>
          <p:cNvGrpSpPr/>
          <p:nvPr/>
        </p:nvGrpSpPr>
        <p:grpSpPr>
          <a:xfrm>
            <a:off x="11624461" y="10478921"/>
            <a:ext cx="10606692" cy="2735613"/>
            <a:chOff x="0" y="422590"/>
            <a:chExt cx="10606691" cy="2735612"/>
          </a:xfrm>
        </p:grpSpPr>
        <p:pic>
          <p:nvPicPr>
            <p:cNvPr descr="Image" id="1932" name="Google Shape;1932;p113"/>
            <p:cNvPicPr preferRelativeResize="0"/>
            <p:nvPr/>
          </p:nvPicPr>
          <p:blipFill rotWithShape="1">
            <a:blip r:embed="rId5">
              <a:alphaModFix/>
            </a:blip>
            <a:srcRect b="35762" l="5481" r="7025" t="18238"/>
            <a:stretch/>
          </p:blipFill>
          <p:spPr>
            <a:xfrm>
              <a:off x="0" y="914399"/>
              <a:ext cx="10606691" cy="2243803"/>
            </a:xfrm>
            <a:prstGeom prst="rect">
              <a:avLst/>
            </a:prstGeom>
            <a:noFill/>
            <a:ln>
              <a:noFill/>
            </a:ln>
          </p:spPr>
        </p:pic>
        <p:cxnSp>
          <p:nvCxnSpPr>
            <p:cNvPr id="1933" name="Google Shape;1933;p113"/>
            <p:cNvCxnSpPr/>
            <p:nvPr/>
          </p:nvCxnSpPr>
          <p:spPr>
            <a:xfrm>
              <a:off x="5303440" y="422590"/>
              <a:ext cx="1270001" cy="1270001"/>
            </a:xfrm>
            <a:prstGeom prst="straightConnector1">
              <a:avLst/>
            </a:prstGeom>
            <a:noFill/>
            <a:ln>
              <a:noFill/>
            </a:ln>
          </p:spPr>
        </p:cxnSp>
      </p:grpSp>
      <p:sp>
        <p:nvSpPr>
          <p:cNvPr id="1934" name="Google Shape;1934;p113"/>
          <p:cNvSpPr txBox="1"/>
          <p:nvPr>
            <p:ph idx="12" type="sldNum"/>
          </p:nvPr>
        </p:nvSpPr>
        <p:spPr>
          <a:xfrm>
            <a:off x="19917052" y="12835870"/>
            <a:ext cx="504548" cy="48391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8" name="Shape 1938"/>
        <p:cNvGrpSpPr/>
        <p:nvPr/>
      </p:nvGrpSpPr>
      <p:grpSpPr>
        <a:xfrm>
          <a:off x="0" y="0"/>
          <a:ext cx="0" cy="0"/>
          <a:chOff x="0" y="0"/>
          <a:chExt cx="0" cy="0"/>
        </a:xfrm>
      </p:grpSpPr>
      <p:sp>
        <p:nvSpPr>
          <p:cNvPr id="1939" name="Google Shape;1939;p114"/>
          <p:cNvSpPr txBox="1"/>
          <p:nvPr>
            <p:ph type="title"/>
          </p:nvPr>
        </p:nvSpPr>
        <p:spPr>
          <a:xfrm>
            <a:off x="2211748" y="5343081"/>
            <a:ext cx="19960504" cy="2657919"/>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40"/>
              <a:buFont typeface="Helvetica Neue"/>
              <a:buNone/>
            </a:pPr>
            <a:r>
              <a:rPr lang="en-US" sz="8840"/>
              <a:t>Next lecture: </a:t>
            </a:r>
            <a:r>
              <a:rPr lang="en-US">
                <a:latin typeface="Helvetica Neue Light"/>
                <a:ea typeface="Helvetica Neue Light"/>
                <a:cs typeface="Helvetica Neue Light"/>
                <a:sym typeface="Helvetica Neue Light"/>
              </a:rPr>
              <a:t>Motion estimation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