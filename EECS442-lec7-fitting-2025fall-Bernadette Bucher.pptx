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710" r:id="rId5"/>
    <p:sldMasterId id="214748374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Lst>
  <p:sldSz cy="13716000" cx="24384000"/>
  <p:notesSz cx="6858000" cy="9144000"/>
  <p:embeddedFontLst>
    <p:embeddedFont>
      <p:font typeface="Book Antiqua"/>
      <p:regular r:id="rId93"/>
      <p:bold r:id="rId94"/>
      <p:italic r:id="rId95"/>
      <p:boldItalic r:id="rId96"/>
    </p:embeddedFont>
    <p:embeddedFont>
      <p:font typeface="Helvetica Neue"/>
      <p:regular r:id="rId97"/>
      <p:bold r:id="rId98"/>
      <p:italic r:id="rId99"/>
      <p:boldItalic r:id="rId100"/>
    </p:embeddedFont>
    <p:embeddedFont>
      <p:font typeface="Open Sans ExtraBold"/>
      <p:bold r:id="rId101"/>
      <p:boldItalic r:id="rId102"/>
    </p:embeddedFont>
    <p:embeddedFont>
      <p:font typeface="Noto Sans Symbols"/>
      <p:regular r:id="rId103"/>
      <p:bold r:id="rId104"/>
    </p:embeddedFont>
    <p:embeddedFont>
      <p:font typeface="Helvetica Neue Light"/>
      <p:regular r:id="rId105"/>
      <p:bold r:id="rId106"/>
      <p:italic r:id="rId107"/>
      <p:boldItalic r:id="rId108"/>
    </p:embeddedFont>
    <p:embeddedFont>
      <p:font typeface="Cambria Math"/>
      <p:regular r:id="rId109"/>
    </p:embeddedFont>
    <p:embeddedFont>
      <p:font typeface="Open Sans"/>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4" roundtripDataSignature="AMtx7mjBsMmruBmx0nlzRvvZeSDBXINZ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BB3DDE-6362-4F32-B366-FE436784FBE1}">
  <a:tblStyle styleId="{48BB3DDE-6362-4F32-B366-FE436784FBE1}" styleName="Table_0">
    <a:wholeTbl>
      <a:tcTxStyle b="off" i="off">
        <a:font>
          <a:latin typeface="Helvetica Neue"/>
          <a:ea typeface="Helvetica Neue"/>
          <a:cs typeface="Helvetica Neue"/>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solidFill>
        </a:fill>
      </a:tcStyle>
    </a:wholeTbl>
    <a:band1H>
      <a:tcTxStyle/>
    </a:band1H>
    <a:band2H>
      <a:tcTxStyle b="off" i="off"/>
      <a:tcStyle>
        <a:fill>
          <a:solidFill>
            <a:srgbClr val="E3E5E8"/>
          </a:solidFill>
        </a:fill>
      </a:tcStyle>
    </a:band2H>
    <a:band1V>
      <a:tcTxStyle/>
    </a:band1V>
    <a:band2V>
      <a:tcTxStyle/>
    </a:band2V>
    <a:lastCol>
      <a:tcTxStyle/>
    </a:lastCol>
    <a:firstCol>
      <a:tcTxStyle b="on" i="off">
        <a:font>
          <a:latin typeface="Helvetica Neue"/>
          <a:ea typeface="Helvetica Neue"/>
          <a:cs typeface="Helvetica Neue"/>
        </a:font>
        <a:srgbClr val="FFFFFF"/>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0076B9"/>
          </a:solidFill>
        </a:fill>
      </a:tcStyle>
    </a:firstCol>
    <a:lastRow>
      <a:tcTxStyle b="off" i="off">
        <a:font>
          <a:latin typeface="Helvetica Neue"/>
          <a:ea typeface="Helvetica Neue"/>
          <a:cs typeface="Helvetica Neue"/>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3797C6"/>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solidFill>
        </a:fill>
      </a:tcStyle>
    </a:lastRow>
    <a:seCell>
      <a:tcTxStyle/>
    </a:seCell>
    <a:swCell>
      <a:tcTxStyle/>
    </a:swCell>
    <a:firstRow>
      <a:tcTxStyle b="on" i="off">
        <a:font>
          <a:latin typeface="Helvetica Neue"/>
          <a:ea typeface="Helvetica Neue"/>
          <a:cs typeface="Helvetica Neue"/>
        </a:font>
        <a:srgbClr val="FFFFFF"/>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004C7F"/>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HelveticaNeueLight-italic.fntdata"/><Relationship Id="rId106" Type="http://schemas.openxmlformats.org/officeDocument/2006/relationships/font" Target="fonts/HelveticaNeueLight-bold.fntdata"/><Relationship Id="rId105" Type="http://schemas.openxmlformats.org/officeDocument/2006/relationships/font" Target="fonts/HelveticaNeueLight-regular.fntdata"/><Relationship Id="rId104" Type="http://schemas.openxmlformats.org/officeDocument/2006/relationships/font" Target="fonts/NotoSansSymbols-bold.fntdata"/><Relationship Id="rId109" Type="http://schemas.openxmlformats.org/officeDocument/2006/relationships/font" Target="fonts/CambriaMath-regular.fntdata"/><Relationship Id="rId108" Type="http://schemas.openxmlformats.org/officeDocument/2006/relationships/font" Target="fonts/HelveticaNeueLight-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NotoSansSymbols-regular.fntdata"/><Relationship Id="rId102" Type="http://schemas.openxmlformats.org/officeDocument/2006/relationships/font" Target="fonts/OpenSansExtraBold-boldItalic.fntdata"/><Relationship Id="rId101" Type="http://schemas.openxmlformats.org/officeDocument/2006/relationships/font" Target="fonts/OpenSansExtraBold-bold.fntdata"/><Relationship Id="rId100" Type="http://schemas.openxmlformats.org/officeDocument/2006/relationships/font" Target="fonts/HelveticaNeue-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BookAntiqua-italic.fntdata"/><Relationship Id="rId94" Type="http://schemas.openxmlformats.org/officeDocument/2006/relationships/font" Target="fonts/BookAntiqua-bold.fntdata"/><Relationship Id="rId97" Type="http://schemas.openxmlformats.org/officeDocument/2006/relationships/font" Target="fonts/HelveticaNeue-regular.fntdata"/><Relationship Id="rId96" Type="http://schemas.openxmlformats.org/officeDocument/2006/relationships/font" Target="fonts/BookAntiqua-boldItalic.fntdata"/><Relationship Id="rId11" Type="http://schemas.openxmlformats.org/officeDocument/2006/relationships/slide" Target="slides/slide4.xml"/><Relationship Id="rId99" Type="http://schemas.openxmlformats.org/officeDocument/2006/relationships/font" Target="fonts/HelveticaNeue-italic.fntdata"/><Relationship Id="rId10" Type="http://schemas.openxmlformats.org/officeDocument/2006/relationships/slide" Target="slides/slide3.xml"/><Relationship Id="rId98" Type="http://schemas.openxmlformats.org/officeDocument/2006/relationships/font" Target="fonts/HelveticaNeue-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font" Target="fonts/BookAntiqua-regular.fntdata"/><Relationship Id="rId92" Type="http://schemas.openxmlformats.org/officeDocument/2006/relationships/slide" Target="slides/slide85.xml"/><Relationship Id="rId15" Type="http://schemas.openxmlformats.org/officeDocument/2006/relationships/slide" Target="slides/slide8.xml"/><Relationship Id="rId110" Type="http://schemas.openxmlformats.org/officeDocument/2006/relationships/font" Target="fonts/OpenSans-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customschemas.google.com/relationships/presentationmetadata" Target="metadata"/><Relationship Id="rId18" Type="http://schemas.openxmlformats.org/officeDocument/2006/relationships/slide" Target="slides/slide11.xml"/><Relationship Id="rId113" Type="http://schemas.openxmlformats.org/officeDocument/2006/relationships/font" Target="fonts/OpenSans-boldItalic.fntdata"/><Relationship Id="rId112" Type="http://schemas.openxmlformats.org/officeDocument/2006/relationships/font" Target="fonts/OpenSans-italic.fntdata"/><Relationship Id="rId111" Type="http://schemas.openxmlformats.org/officeDocument/2006/relationships/font" Target="fonts/OpenSans-bold.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can ask: which features are the right ones to match? Sky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7" name="Google Shape;677;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Thinking about this more systematically, we want to find regions that don’t really change when you shift them.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Thinking about this more systematically, we want to find regions that don’t really change when you shift them.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7fae8905c8_0_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7fae8905c8_0_1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3" name="Google Shape;763;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need to be invariant to  changes in rotation, if our second image is rotated a bit, we still want to match them</a:t>
            </a:r>
            <a:endParaRPr/>
          </a:p>
          <a:p>
            <a:pPr indent="0" lvl="0" marL="0" rtl="0" algn="l">
              <a:lnSpc>
                <a:spcPct val="100000"/>
              </a:lnSpc>
              <a:spcBef>
                <a:spcPts val="0"/>
              </a:spcBef>
              <a:spcAft>
                <a:spcPts val="0"/>
              </a:spcAft>
              <a:buNone/>
            </a:pPr>
            <a:r>
              <a:rPr lang="en-US" sz="1200">
                <a:latin typeface="Calibri"/>
                <a:ea typeface="Calibri"/>
                <a:cs typeface="Calibri"/>
                <a:sym typeface="Calibri"/>
              </a:rPr>
              <a:t>We also want to be able to deal with changes in exposure on the camera or lighting. Cloud covers sky</a:t>
            </a:r>
            <a:endParaRPr/>
          </a:p>
          <a:p>
            <a:pPr indent="0" lvl="0" marL="0" rtl="0" algn="l">
              <a:lnSpc>
                <a:spcPct val="100000"/>
              </a:lnSpc>
              <a:spcBef>
                <a:spcPts val="0"/>
              </a:spcBef>
              <a:spcAft>
                <a:spcPts val="0"/>
              </a:spcAft>
              <a:buNone/>
            </a:pPr>
            <a:r>
              <a:rPr lang="en-US" sz="1200">
                <a:latin typeface="Calibri"/>
                <a:ea typeface="Calibri"/>
                <a:cs typeface="Calibri"/>
                <a:sym typeface="Calibri"/>
              </a:rPr>
              <a:t>rotate it so that it’s horizontal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0" name="Google Shape;780;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158750" lvl="0" marL="158750" rtl="0" algn="l">
              <a:lnSpc>
                <a:spcPct val="100000"/>
              </a:lnSpc>
              <a:spcBef>
                <a:spcPts val="0"/>
              </a:spcBef>
              <a:spcAft>
                <a:spcPts val="0"/>
              </a:spcAft>
              <a:buSzPts val="1500"/>
              <a:buFont typeface="Calibri"/>
              <a:buChar char="-"/>
            </a:pPr>
            <a:r>
              <a:rPr lang="en-US" sz="1200">
                <a:latin typeface="Calibri"/>
                <a:ea typeface="Calibri"/>
                <a:cs typeface="Calibri"/>
                <a:sym typeface="Calibri"/>
              </a:rPr>
              <a:t>This works pretty well, but let’s use a more sophisticated version of this idea. </a:t>
            </a:r>
            <a:endParaRPr/>
          </a:p>
          <a:p>
            <a:pPr indent="-158750" lvl="0" marL="158750" rtl="0" algn="l">
              <a:lnSpc>
                <a:spcPct val="100000"/>
              </a:lnSpc>
              <a:spcBef>
                <a:spcPts val="0"/>
              </a:spcBef>
              <a:spcAft>
                <a:spcPts val="0"/>
              </a:spcAft>
              <a:buSzPts val="1500"/>
              <a:buFont typeface="Calibri"/>
              <a:buChar char="-"/>
            </a:pPr>
            <a:r>
              <a:rPr lang="en-US" sz="1200">
                <a:latin typeface="Calibri"/>
                <a:ea typeface="Calibri"/>
                <a:cs typeface="Calibri"/>
                <a:sym typeface="Calibri"/>
              </a:rPr>
              <a:t>It’s quite similar to the histograms of oriented gradients that we saw before. It looks like a little hand-crafted CNN. state of the art feature until deep learning methods appeared.</a:t>
            </a:r>
            <a:endParaRPr/>
          </a:p>
          <a:p>
            <a:pPr indent="-158750" lvl="0" marL="158750" rtl="0" algn="l">
              <a:lnSpc>
                <a:spcPct val="100000"/>
              </a:lnSpc>
              <a:spcBef>
                <a:spcPts val="0"/>
              </a:spcBef>
              <a:spcAft>
                <a:spcPts val="0"/>
              </a:spcAft>
              <a:buSzPts val="1500"/>
              <a:buFont typeface="Calibri"/>
              <a:buChar char="-"/>
            </a:pPr>
            <a:r>
              <a:rPr lang="en-US" sz="1200">
                <a:latin typeface="Calibri"/>
                <a:ea typeface="Calibri"/>
                <a:cs typeface="Calibri"/>
                <a:sym typeface="Calibri"/>
              </a:rPr>
              <a:t>Even though developed 20 years ago, I still works really well even now. Even though there are good deep learning methods for it now, this is still what I’d use.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2" name="Google Shape;822;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Despite the simplicity, it’s really invariant.</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Here are some matches.  Color coded here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 name="Google Shape;85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 name="Google Shape;91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7fae8905c8_0_1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5" name="Google Shape;935;g37fae8905c8_0_11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These are going to let us do some powerful things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1" name="Google Shape;951;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Now we have </a:t>
            </a:r>
            <a:r>
              <a:rPr lang="en-US"/>
              <a:t>correspondences</a:t>
            </a:r>
            <a:r>
              <a:rPr lang="en-US" sz="2200">
                <a:latin typeface="Helvetica Neue"/>
                <a:ea typeface="Helvetica Neue"/>
                <a:cs typeface="Helvetica Neue"/>
                <a:sym typeface="Helvetica Neue"/>
              </a:rPr>
              <a:t>. We want to fit a homography that models the</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Matrix H such that when I multiply the matrix by an input point, I get the corresponding point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Arial"/>
                <a:ea typeface="Arial"/>
                <a:cs typeface="Arial"/>
                <a:sym typeface="Arial"/>
              </a:rPr>
              <a:t>Here’s what this looks like as a loss function.</a:t>
            </a:r>
            <a:endParaRPr/>
          </a:p>
          <a:p>
            <a:pPr indent="0" lvl="0" marL="0" rtl="0" algn="l">
              <a:lnSpc>
                <a:spcPct val="100000"/>
              </a:lnSpc>
              <a:spcBef>
                <a:spcPts val="400"/>
              </a:spcBef>
              <a:spcAft>
                <a:spcPts val="0"/>
              </a:spcAft>
              <a:buNone/>
            </a:pPr>
            <a:r>
              <a:t/>
            </a:r>
            <a:endParaRPr sz="1200">
              <a:latin typeface="Arial"/>
              <a:ea typeface="Arial"/>
              <a:cs typeface="Arial"/>
              <a:sym typeface="Arial"/>
            </a:endParaRPr>
          </a:p>
          <a:p>
            <a:pPr indent="0" lvl="0" marL="0" rtl="0" algn="l">
              <a:lnSpc>
                <a:spcPct val="100000"/>
              </a:lnSpc>
              <a:spcBef>
                <a:spcPts val="400"/>
              </a:spcBef>
              <a:spcAft>
                <a:spcPts val="0"/>
              </a:spcAft>
              <a:buNone/>
            </a:pPr>
            <a:r>
              <a:rPr lang="en-US" sz="1200">
                <a:latin typeface="Arial"/>
                <a:ea typeface="Arial"/>
                <a:cs typeface="Arial"/>
                <a:sym typeface="Arial"/>
              </a:rPr>
              <a:t>J(H) = \sum_i ||H p_i - p_i’||^2</a:t>
            </a:r>
            <a:endParaRPr/>
          </a:p>
          <a:p>
            <a:pPr indent="0" lvl="0" marL="0" rtl="0" algn="l">
              <a:lnSpc>
                <a:spcPct val="100000"/>
              </a:lnSpc>
              <a:spcBef>
                <a:spcPts val="400"/>
              </a:spcBef>
              <a:spcAft>
                <a:spcPts val="0"/>
              </a:spcAft>
              <a:buNone/>
            </a:pPr>
            <a:r>
              <a:rPr lang="en-US" sz="1200">
                <a:latin typeface="Arial"/>
                <a:ea typeface="Arial"/>
                <a:cs typeface="Arial"/>
                <a:sym typeface="Arial"/>
              </a:rPr>
              <a:t>J(H) = \sum_i ||f_H(p_i) - p_i'||^2</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5" name="Google Shape;995;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For those of you who have an advanced linear algebra background, here’s one way we could solve it.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2" name="Google Shape;1022;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Arial"/>
                <a:ea typeface="Arial"/>
                <a:cs typeface="Arial"/>
                <a:sym typeface="Arial"/>
              </a:rPr>
              <a:t>what might be a problem?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9" name="Google Shape;1049;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8" name="Google Shape;1068;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7" name="Google Shape;107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2" name="Google Shape;1092;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5" name="Google Shape;1105;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7" name="Google Shape;1117;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7" name="Google Shape;1127;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7" name="Google Shape;1137;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We have our loss function, and we want to find a minima of it. So we take steps toward the bottom</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9" name="Google Shape;1149;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reach a consensus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5" name="Google Shape;127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2" name="Google Shape;1332;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“All happy families are alike; each unhappy family is unhappy in its own way.”</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9" name="Google Shape;133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7" name="Google Shape;134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8" name="Google Shape;136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8" name="Google Shape;1418;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 name="Google Shape;144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9" name="Google Shape;1479;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3" name="Google Shape;152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8" name="Google Shape;153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3" name="Google Shape;1553;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8" name="Google Shape;156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3" name="Google Shape;1583;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8" name="Google Shape;1598;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g37fae8905c8_0_8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4" name="Google Shape;1614;g37fae8905c8_0_8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37fae8905c8_0_8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7" name="Google Shape;1637;g37fae8905c8_0_8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7fae8905c8_0_8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3" name="Google Shape;1663;g37fae8905c8_0_8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7fae8905c8_0_9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2" name="Google Shape;1692;g37fae8905c8_0_9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1" name="Google Shape;1721;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Arial"/>
                <a:ea typeface="Arial"/>
                <a:cs typeface="Arial"/>
                <a:sym typeface="Arial"/>
              </a:rPr>
              <a:t>This is a way we can get one kind of geometric information from images.</a:t>
            </a:r>
            <a:endParaRPr/>
          </a:p>
          <a:p>
            <a:pPr indent="0" lvl="0" marL="0" rtl="0" algn="l">
              <a:lnSpc>
                <a:spcPct val="100000"/>
              </a:lnSpc>
              <a:spcBef>
                <a:spcPts val="400"/>
              </a:spcBef>
              <a:spcAft>
                <a:spcPts val="0"/>
              </a:spcAft>
              <a:buNone/>
            </a:pPr>
            <a:r>
              <a:rPr lang="en-US" sz="1200">
                <a:latin typeface="Arial"/>
                <a:ea typeface="Arial"/>
                <a:cs typeface="Arial"/>
                <a:sym typeface="Arial"/>
              </a:rPr>
              <a:t>Can we also estimate the locations of the cameras. So not just aligning them. But obtaining the projection matrices for each camera?</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p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7" name="Google Shape;1747;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2" name="Google Shape;1752;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5" name="Google Shape;1765;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8" name="Google Shape;1788;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1" name="Google Shape;1811;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3" name="Google Shape;183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2" name="Google Shape;1862;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6" name="Shape 1886"/>
        <p:cNvGrpSpPr/>
        <p:nvPr/>
      </p:nvGrpSpPr>
      <p:grpSpPr>
        <a:xfrm>
          <a:off x="0" y="0"/>
          <a:ext cx="0" cy="0"/>
          <a:chOff x="0" y="0"/>
          <a:chExt cx="0" cy="0"/>
        </a:xfrm>
      </p:grpSpPr>
      <p:sp>
        <p:nvSpPr>
          <p:cNvPr id="1887" name="Google Shape;1887;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8" name="Google Shape;1888;p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 \cross b = a |A| |B| sin(theta)</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sin(theta) = 0</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4" name="Shape 1904"/>
        <p:cNvGrpSpPr/>
        <p:nvPr/>
      </p:nvGrpSpPr>
      <p:grpSpPr>
        <a:xfrm>
          <a:off x="0" y="0"/>
          <a:ext cx="0" cy="0"/>
          <a:chOff x="0" y="0"/>
          <a:chExt cx="0" cy="0"/>
        </a:xfrm>
      </p:grpSpPr>
      <p:sp>
        <p:nvSpPr>
          <p:cNvPr id="1905" name="Google Shape;1905;p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6" name="Google Shape;1906;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5" name="Google Shape;1935;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900">
                <a:latin typeface="Calibri"/>
                <a:ea typeface="Calibri"/>
                <a:cs typeface="Calibri"/>
                <a:sym typeface="Calibri"/>
              </a:rPr>
              <a:t>Want to get a 3D model from photos. </a:t>
            </a:r>
            <a:endParaRPr/>
          </a:p>
          <a:p>
            <a:pPr indent="0" lvl="0" marL="0" rtl="0" algn="l">
              <a:lnSpc>
                <a:spcPct val="100000"/>
              </a:lnSpc>
              <a:spcBef>
                <a:spcPts val="0"/>
              </a:spcBef>
              <a:spcAft>
                <a:spcPts val="0"/>
              </a:spcAft>
              <a:buNone/>
            </a:pPr>
            <a:r>
              <a:rPr lang="en-US" sz="1900">
                <a:latin typeface="Calibri"/>
                <a:ea typeface="Calibri"/>
                <a:cs typeface="Calibri"/>
                <a:sym typeface="Calibri"/>
              </a:rPr>
              <a:t>Given a set of photos, estimate the 3d geometry of the objects in a scene and the pose of all the cameras</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7" name="Google Shape;1947;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Input similar to panorama stitching problem.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5" name="Google Shape;1965;p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Show x = P X</a:t>
            </a:r>
            <a:endParaRPr/>
          </a:p>
          <a:p>
            <a:pPr indent="0" lvl="0" marL="0" rtl="0" algn="l">
              <a:lnSpc>
                <a:spcPct val="100000"/>
              </a:lnSpc>
              <a:spcBef>
                <a:spcPts val="0"/>
              </a:spcBef>
              <a:spcAft>
                <a:spcPts val="0"/>
              </a:spcAft>
              <a:buNone/>
            </a:pPr>
            <a:r>
              <a:rPr lang="en-US" sz="1200">
                <a:latin typeface="Calibri"/>
                <a:ea typeface="Calibri"/>
                <a:cs typeface="Calibri"/>
                <a:sym typeface="Calibri"/>
              </a:rPr>
              <a:t>turns out the best way to solve these things is to do them both at once</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3" name="Google Shape;1973;p1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Structure from motion solves the following problem:</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Given a set of images of a static scene with 2D points in correspondence, shown here as color-coded points, find…</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a set of 3D points P and </a:t>
            </a:r>
            <a:endParaRPr/>
          </a:p>
          <a:p>
            <a:pPr indent="0" lvl="0" marL="0" rtl="0" algn="l">
              <a:lnSpc>
                <a:spcPct val="100000"/>
              </a:lnSpc>
              <a:spcBef>
                <a:spcPts val="0"/>
              </a:spcBef>
              <a:spcAft>
                <a:spcPts val="0"/>
              </a:spcAft>
              <a:buNone/>
            </a:pPr>
            <a:r>
              <a:rPr lang="en-US" sz="1200">
                <a:latin typeface="Calibri"/>
                <a:ea typeface="Calibri"/>
                <a:cs typeface="Calibri"/>
                <a:sym typeface="Calibri"/>
              </a:rPr>
              <a:t>Measure quality of results: a rotation R and position t of the cameras that explain the observed correspondences.  In other words, when we project a point into any of the cameras, the reprojection error between the projected and observed 2D points is low.</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This problem can be formulated as an optimization problem where we want to find the rotations R, positions t, and 3D point locations P that minimize sum of squared reprojection errors f.  This is a non-linear least squares problem and can be solved with algorithms such as Levenberg-Marquart.  However, because the problem is non-linear, it can be susceptible to local minima.  Therefore, it’s important to initialize the parameters of the system carefully.  In addition, we need to be able to deal with erroneous correspondences.</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4" name="Shape 2054"/>
        <p:cNvGrpSpPr/>
        <p:nvPr/>
      </p:nvGrpSpPr>
      <p:grpSpPr>
        <a:xfrm>
          <a:off x="0" y="0"/>
          <a:ext cx="0" cy="0"/>
          <a:chOff x="0" y="0"/>
          <a:chExt cx="0" cy="0"/>
        </a:xfrm>
      </p:grpSpPr>
      <p:sp>
        <p:nvSpPr>
          <p:cNvPr id="2055" name="Google Shape;2055;p1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6" name="Google Shape;2056;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4" name="Google Shape;2064;p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Arial"/>
                <a:ea typeface="Arial"/>
                <a:cs typeface="Arial"/>
                <a:sym typeface="Arial"/>
              </a:rPr>
              <a:t>This is a way we can get one kind of geometric information from images.</a:t>
            </a:r>
            <a:endParaRPr/>
          </a:p>
          <a:p>
            <a:pPr indent="0" lvl="0" marL="0" rtl="0" algn="l">
              <a:lnSpc>
                <a:spcPct val="100000"/>
              </a:lnSpc>
              <a:spcBef>
                <a:spcPts val="400"/>
              </a:spcBef>
              <a:spcAft>
                <a:spcPts val="0"/>
              </a:spcAft>
              <a:buNone/>
            </a:pPr>
            <a:r>
              <a:rPr lang="en-US" sz="1200">
                <a:latin typeface="Arial"/>
                <a:ea typeface="Arial"/>
                <a:cs typeface="Arial"/>
                <a:sym typeface="Arial"/>
              </a:rPr>
              <a:t>Can we also estimate the locations of the cameras. So not just aligning them. But obtaining the projection matrices for each camera?</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p1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9" name="Google Shape;2069;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6" name="Google Shape;2086;p10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To help get good initializations for all of the parameters of the system, we reconstruct the scene incrementally, starting from two photographs and the points they observe.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p1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4" name="Google Shape;2244;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8" name="Shape 2248"/>
        <p:cNvGrpSpPr/>
        <p:nvPr/>
      </p:nvGrpSpPr>
      <p:grpSpPr>
        <a:xfrm>
          <a:off x="0" y="0"/>
          <a:ext cx="0" cy="0"/>
          <a:chOff x="0" y="0"/>
          <a:chExt cx="0" cy="0"/>
        </a:xfrm>
      </p:grpSpPr>
      <p:sp>
        <p:nvSpPr>
          <p:cNvPr id="2249" name="Google Shape;2249;p1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0" name="Google Shape;2250;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6" name="Google Shape;2256;p1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0064" lvl="0" marL="0" rtl="0" algn="l">
              <a:lnSpc>
                <a:spcPct val="100000"/>
              </a:lnSpc>
              <a:spcBef>
                <a:spcPts val="0"/>
              </a:spcBef>
              <a:spcAft>
                <a:spcPts val="0"/>
              </a:spcAft>
              <a:buNone/>
            </a:pPr>
            <a:r>
              <a:rPr lang="en-US" sz="1200">
                <a:latin typeface="Arial"/>
                <a:ea typeface="Arial"/>
                <a:cs typeface="Arial"/>
                <a:sym typeface="Arial"/>
              </a:rPr>
              <a:t>Again, the goal of the reconstruction procedure is to automatically estimate the relative positions and orientations, as well as the focal length or zoom, of each of the photographs in a connected component of the scene.  The process consists of four steps: detecting features in each of the input photos; matching features between each pair of photos; grouping the matches into correspondences across multiple photos; and using the correspondences to estimate the geometry of the scene and the cameras in a technique known as structure from motion.</a:t>
            </a:r>
            <a:endParaRPr/>
          </a:p>
          <a:p>
            <a:pPr indent="40064" lvl="0" marL="0" rtl="0" algn="l">
              <a:lnSpc>
                <a:spcPct val="100000"/>
              </a:lnSpc>
              <a:spcBef>
                <a:spcPts val="400"/>
              </a:spcBef>
              <a:spcAft>
                <a:spcPts val="0"/>
              </a:spcAft>
              <a:buNone/>
            </a:pPr>
            <a:r>
              <a:rPr lang="en-US" sz="1200">
                <a:latin typeface="Arial"/>
                <a:ea typeface="Arial"/>
                <a:cs typeface="Arial"/>
                <a:sym typeface="Arial"/>
              </a:rPr>
              <a:t>I’ll now describe each of these steps in more detail.</a:t>
            </a:r>
            <a:endParaRPr/>
          </a:p>
          <a:p>
            <a:pPr indent="40064" lvl="0" marL="0" rtl="0" algn="l">
              <a:lnSpc>
                <a:spcPct val="100000"/>
              </a:lnSpc>
              <a:spcBef>
                <a:spcPts val="400"/>
              </a:spcBef>
              <a:spcAft>
                <a:spcPts val="0"/>
              </a:spcAft>
              <a:buNone/>
            </a:pPr>
            <a:r>
              <a:t/>
            </a:r>
            <a:endParaRPr sz="1200">
              <a:latin typeface="Arial"/>
              <a:ea typeface="Arial"/>
              <a:cs typeface="Arial"/>
              <a:sym typeface="Arial"/>
            </a:endParaRPr>
          </a:p>
          <a:p>
            <a:pPr indent="40064" lvl="0" marL="0" rtl="0" algn="l">
              <a:lnSpc>
                <a:spcPct val="100000"/>
              </a:lnSpc>
              <a:spcBef>
                <a:spcPts val="400"/>
              </a:spcBef>
              <a:spcAft>
                <a:spcPts val="0"/>
              </a:spcAft>
              <a:buNone/>
            </a:pPr>
            <a:r>
              <a:rPr lang="en-US" sz="1200">
                <a:latin typeface="Arial"/>
                <a:ea typeface="Arial"/>
                <a:cs typeface="Arial"/>
                <a:sym typeface="Arial"/>
              </a:rPr>
              <a:t>[Structure from motion techniques for unordered image collections have also been developed by others, such as Brown and Lowe and Schaffalitzky and Zisserman, and the basic pipeline of our system closely follows that of Brown and Lowe.  To our knowledge, our system is the first to have been demonstrated on large collections of photos from the Internet.]</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8" name="Google Shape;2278;p1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0064" lvl="0" marL="0" marR="0" rtl="0" algn="l">
              <a:lnSpc>
                <a:spcPct val="100000"/>
              </a:lnSpc>
              <a:spcBef>
                <a:spcPts val="0"/>
              </a:spcBef>
              <a:spcAft>
                <a:spcPts val="0"/>
              </a:spcAft>
              <a:buNone/>
            </a:pPr>
            <a:r>
              <a:rPr lang="en-US" sz="1200">
                <a:latin typeface="Arial"/>
                <a:ea typeface="Arial"/>
                <a:cs typeface="Arial"/>
                <a:sym typeface="Arial"/>
              </a:rPr>
              <a:t>Next, we match features across each pair of photos using approximate nearest neighbor matching.</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6" name="Shape 2556"/>
        <p:cNvGrpSpPr/>
        <p:nvPr/>
      </p:nvGrpSpPr>
      <p:grpSpPr>
        <a:xfrm>
          <a:off x="0" y="0"/>
          <a:ext cx="0" cy="0"/>
          <a:chOff x="0" y="0"/>
          <a:chExt cx="0" cy="0"/>
        </a:xfrm>
      </p:grpSpPr>
      <p:sp>
        <p:nvSpPr>
          <p:cNvPr id="2557" name="Google Shape;2557;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8" name="Google Shape;2558;p1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0064" lvl="0" marL="0" rtl="0" algn="l">
              <a:lnSpc>
                <a:spcPct val="100000"/>
              </a:lnSpc>
              <a:spcBef>
                <a:spcPts val="0"/>
              </a:spcBef>
              <a:spcAft>
                <a:spcPts val="0"/>
              </a:spcAft>
              <a:buNone/>
            </a:pPr>
            <a:r>
              <a:rPr lang="en-US" sz="1200">
                <a:latin typeface="Arial"/>
                <a:ea typeface="Arial"/>
                <a:cs typeface="Arial"/>
                <a:sym typeface="Arial"/>
              </a:rPr>
              <a:t>The matches are refined by using RANSAC, which is a robust model-fitting technique, to estimate a fundamental matrix between each pair of matching images and keeping only matches consistent with that fundamental matrix.</a:t>
            </a:r>
            <a:endParaRPr/>
          </a:p>
          <a:p>
            <a:pPr indent="40064" lvl="0" marL="0" rtl="0" algn="l">
              <a:lnSpc>
                <a:spcPct val="100000"/>
              </a:lnSpc>
              <a:spcBef>
                <a:spcPts val="400"/>
              </a:spcBef>
              <a:spcAft>
                <a:spcPts val="0"/>
              </a:spcAft>
              <a:buNone/>
            </a:pPr>
            <a:r>
              <a:rPr lang="en-US" sz="1200">
                <a:latin typeface="Arial"/>
                <a:ea typeface="Arial"/>
                <a:cs typeface="Arial"/>
                <a:sym typeface="Arial"/>
              </a:rPr>
              <a:t>We then link connected components of pairwise feature matches together to form correspondences across multiple images.</a:t>
            </a:r>
            <a:endParaRPr/>
          </a:p>
          <a:p>
            <a:pPr indent="40064" lvl="0" marL="0" rtl="0" algn="l">
              <a:lnSpc>
                <a:spcPct val="100000"/>
              </a:lnSpc>
              <a:spcBef>
                <a:spcPts val="400"/>
              </a:spcBef>
              <a:spcAft>
                <a:spcPts val="0"/>
              </a:spcAft>
              <a:buNone/>
            </a:pPr>
            <a:r>
              <a:rPr lang="en-US" sz="1200">
                <a:latin typeface="Arial"/>
                <a:ea typeface="Arial"/>
                <a:cs typeface="Arial"/>
                <a:sym typeface="Arial"/>
              </a:rPr>
              <a:t>Once we have correspondences, we run structure from motion to recover the camera and scene geometry.  Structure from motion solves the following problem:</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3" name="Shape 2853"/>
        <p:cNvGrpSpPr/>
        <p:nvPr/>
      </p:nvGrpSpPr>
      <p:grpSpPr>
        <a:xfrm>
          <a:off x="0" y="0"/>
          <a:ext cx="0" cy="0"/>
          <a:chOff x="0" y="0"/>
          <a:chExt cx="0" cy="0"/>
        </a:xfrm>
      </p:grpSpPr>
      <p:sp>
        <p:nvSpPr>
          <p:cNvPr id="2854" name="Google Shape;2854;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5" name="Google Shape;2855;p1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0064" lvl="0" marL="0" rtl="0" algn="l">
              <a:lnSpc>
                <a:spcPct val="100000"/>
              </a:lnSpc>
              <a:spcBef>
                <a:spcPts val="0"/>
              </a:spcBef>
              <a:spcAft>
                <a:spcPts val="0"/>
              </a:spcAft>
              <a:buNone/>
            </a:pPr>
            <a:r>
              <a:rPr lang="en-US" sz="1200">
                <a:latin typeface="Arial"/>
                <a:ea typeface="Arial"/>
                <a:cs typeface="Arial"/>
                <a:sym typeface="Arial"/>
              </a:rPr>
              <a:t>Structure from motion solves the following problem:</a:t>
            </a:r>
            <a:endParaRPr/>
          </a:p>
          <a:p>
            <a:pPr indent="40064" lvl="0" marL="0" rtl="0" algn="l">
              <a:lnSpc>
                <a:spcPct val="100000"/>
              </a:lnSpc>
              <a:spcBef>
                <a:spcPts val="400"/>
              </a:spcBef>
              <a:spcAft>
                <a:spcPts val="0"/>
              </a:spcAft>
              <a:buNone/>
            </a:pPr>
            <a:r>
              <a:t/>
            </a:r>
            <a:endParaRPr sz="1200">
              <a:latin typeface="Arial"/>
              <a:ea typeface="Arial"/>
              <a:cs typeface="Arial"/>
              <a:sym typeface="Arial"/>
            </a:endParaRPr>
          </a:p>
          <a:p>
            <a:pPr indent="40064" lvl="0" marL="0" rtl="0" algn="l">
              <a:lnSpc>
                <a:spcPct val="100000"/>
              </a:lnSpc>
              <a:spcBef>
                <a:spcPts val="400"/>
              </a:spcBef>
              <a:spcAft>
                <a:spcPts val="0"/>
              </a:spcAft>
              <a:buNone/>
            </a:pPr>
            <a:r>
              <a:rPr lang="en-US" sz="1200">
                <a:latin typeface="Arial"/>
                <a:ea typeface="Arial"/>
                <a:cs typeface="Arial"/>
                <a:sym typeface="Arial"/>
              </a:rPr>
              <a:t>Given a set of images of a static scene with 2D points in correspondence, shown here as color-coded points, find…</a:t>
            </a:r>
            <a:endParaRPr/>
          </a:p>
          <a:p>
            <a:pPr indent="40064" lvl="0" marL="0" rtl="0" algn="l">
              <a:lnSpc>
                <a:spcPct val="100000"/>
              </a:lnSpc>
              <a:spcBef>
                <a:spcPts val="400"/>
              </a:spcBef>
              <a:spcAft>
                <a:spcPts val="0"/>
              </a:spcAft>
              <a:buNone/>
            </a:pPr>
            <a:r>
              <a:t/>
            </a:r>
            <a:endParaRPr sz="1200">
              <a:latin typeface="Arial"/>
              <a:ea typeface="Arial"/>
              <a:cs typeface="Arial"/>
              <a:sym typeface="Arial"/>
            </a:endParaRPr>
          </a:p>
          <a:p>
            <a:pPr indent="40064" lvl="0" marL="0" rtl="0" algn="l">
              <a:lnSpc>
                <a:spcPct val="100000"/>
              </a:lnSpc>
              <a:spcBef>
                <a:spcPts val="400"/>
              </a:spcBef>
              <a:spcAft>
                <a:spcPts val="0"/>
              </a:spcAft>
              <a:buNone/>
            </a:pPr>
            <a:r>
              <a:rPr lang="en-US" sz="1200">
                <a:latin typeface="Arial"/>
                <a:ea typeface="Arial"/>
                <a:cs typeface="Arial"/>
                <a:sym typeface="Arial"/>
              </a:rPr>
              <a:t>a set of 3D points P and </a:t>
            </a:r>
            <a:endParaRPr/>
          </a:p>
          <a:p>
            <a:pPr indent="40064" lvl="0" marL="0" rtl="0" algn="l">
              <a:lnSpc>
                <a:spcPct val="100000"/>
              </a:lnSpc>
              <a:spcBef>
                <a:spcPts val="400"/>
              </a:spcBef>
              <a:spcAft>
                <a:spcPts val="0"/>
              </a:spcAft>
              <a:buNone/>
            </a:pPr>
            <a:r>
              <a:rPr lang="en-US" sz="1200">
                <a:latin typeface="Arial"/>
                <a:ea typeface="Arial"/>
                <a:cs typeface="Arial"/>
                <a:sym typeface="Arial"/>
              </a:rPr>
              <a:t>a rotation R and position t of the cameras that explain the observed correspondences.  In other words, when we project a point into any of the cameras, the reprojection error between the projected and observed 2D points is low.</a:t>
            </a:r>
            <a:endParaRPr/>
          </a:p>
          <a:p>
            <a:pPr indent="40064" lvl="0" marL="0" rtl="0" algn="l">
              <a:lnSpc>
                <a:spcPct val="100000"/>
              </a:lnSpc>
              <a:spcBef>
                <a:spcPts val="400"/>
              </a:spcBef>
              <a:spcAft>
                <a:spcPts val="0"/>
              </a:spcAft>
              <a:buNone/>
            </a:pPr>
            <a:r>
              <a:rPr lang="en-US" sz="1200">
                <a:latin typeface="Arial"/>
                <a:ea typeface="Arial"/>
                <a:cs typeface="Arial"/>
                <a:sym typeface="Arial"/>
              </a:rPr>
              <a:t>This problem can be formulated as an optimization problem where we want to find the rotations R, positions t, and 3D point locations P that minimize sum of squared reprojection errors f.  This is a non-linear least squares problem and can be solved with algorithms such as Levenberg-Marquart.  However, because the problem is non-linear, it can be susceptible to local minima.  Therefore, it’s important to initialize the parameters of the system carefully.  In addition, we need to be able to deal with erroneous correspondences.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itle">
  <p:cSld name="TITLE">
    <p:spTree>
      <p:nvGrpSpPr>
        <p:cNvPr id="9" name="Shape 9"/>
        <p:cNvGrpSpPr/>
        <p:nvPr/>
      </p:nvGrpSpPr>
      <p:grpSpPr>
        <a:xfrm>
          <a:off x="0" y="0"/>
          <a:ext cx="0" cy="0"/>
          <a:chOff x="0" y="0"/>
          <a:chExt cx="0" cy="0"/>
        </a:xfrm>
      </p:grpSpPr>
      <p:sp>
        <p:nvSpPr>
          <p:cNvPr id="10" name="Google Shape;10;p136"/>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 name="Google Shape;11;p136"/>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 name="Google Shape;12;p13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137"/>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a:buNone/>
              <a:defRPr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37"/>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vl1pPr>
            <a:lvl2pPr indent="-635000" lvl="1" marL="914400" algn="l">
              <a:lnSpc>
                <a:spcPct val="100000"/>
              </a:lnSpc>
              <a:spcBef>
                <a:spcPts val="1500"/>
              </a:spcBef>
              <a:spcAft>
                <a:spcPts val="0"/>
              </a:spcAft>
              <a:buClr>
                <a:srgbClr val="000000"/>
              </a:buClr>
              <a:buSzPts val="6400"/>
              <a:buFont typeface="Helvetica Neue"/>
              <a:buChar char="–"/>
              <a:defRPr sz="6400"/>
            </a:lvl2pPr>
            <a:lvl3pPr indent="-635000" lvl="2" marL="1371600" algn="l">
              <a:lnSpc>
                <a:spcPct val="100000"/>
              </a:lnSpc>
              <a:spcBef>
                <a:spcPts val="1500"/>
              </a:spcBef>
              <a:spcAft>
                <a:spcPts val="0"/>
              </a:spcAft>
              <a:buClr>
                <a:srgbClr val="000000"/>
              </a:buClr>
              <a:buSzPts val="6400"/>
              <a:buFont typeface="Helvetica Neue"/>
              <a:buChar char="•"/>
              <a:defRPr sz="6400"/>
            </a:lvl3pPr>
            <a:lvl4pPr indent="-635000" lvl="3" marL="1828800" algn="l">
              <a:lnSpc>
                <a:spcPct val="100000"/>
              </a:lnSpc>
              <a:spcBef>
                <a:spcPts val="1500"/>
              </a:spcBef>
              <a:spcAft>
                <a:spcPts val="0"/>
              </a:spcAft>
              <a:buClr>
                <a:srgbClr val="000000"/>
              </a:buClr>
              <a:buSzPts val="6400"/>
              <a:buFont typeface="Helvetica Neue"/>
              <a:buChar char="–"/>
              <a:defRPr sz="6400"/>
            </a:lvl4pPr>
            <a:lvl5pPr indent="-635000" lvl="4" marL="2286000" algn="l">
              <a:lnSpc>
                <a:spcPct val="100000"/>
              </a:lnSpc>
              <a:spcBef>
                <a:spcPts val="1500"/>
              </a:spcBef>
              <a:spcAft>
                <a:spcPts val="0"/>
              </a:spcAft>
              <a:buClr>
                <a:srgbClr val="000000"/>
              </a:buClr>
              <a:buSzPts val="6400"/>
              <a:buFont typeface="Helvetica Neue"/>
              <a:buChar char="»"/>
              <a:defRPr sz="6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 name="Google Shape;16;p137"/>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138"/>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Helvetica Neue"/>
              <a:buNone/>
              <a:defRPr b="1"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 name="Google Shape;19;p138"/>
          <p:cNvSpPr txBox="1"/>
          <p:nvPr>
            <p:ph idx="1" type="body"/>
          </p:nvPr>
        </p:nvSpPr>
        <p:spPr>
          <a:xfrm>
            <a:off x="1219200" y="3200401"/>
            <a:ext cx="21945600" cy="9051927"/>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1pPr>
            <a:lvl2pPr indent="-635000" lvl="1" marL="9144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2pPr>
            <a:lvl3pPr indent="-635000" lvl="2" marL="13716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3pPr>
            <a:lvl4pPr indent="-635000" lvl="3" marL="18288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4pPr>
            <a:lvl5pPr indent="-635000" lvl="4" marL="22860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0" name="Google Shape;20;p138"/>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spTree>
      <p:nvGrpSpPr>
        <p:cNvPr id="21" name="Shape 21"/>
        <p:cNvGrpSpPr/>
        <p:nvPr/>
      </p:nvGrpSpPr>
      <p:grpSpPr>
        <a:xfrm>
          <a:off x="0" y="0"/>
          <a:ext cx="0" cy="0"/>
          <a:chOff x="0" y="0"/>
          <a:chExt cx="0" cy="0"/>
        </a:xfrm>
      </p:grpSpPr>
      <p:sp>
        <p:nvSpPr>
          <p:cNvPr id="22" name="Google Shape;22;p139"/>
          <p:cNvSpPr txBox="1"/>
          <p:nvPr>
            <p:ph type="title"/>
          </p:nvPr>
        </p:nvSpPr>
        <p:spPr>
          <a:xfrm>
            <a:off x="4419600" y="762000"/>
            <a:ext cx="15544800" cy="3200400"/>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Times New Roman"/>
              <a:buNone/>
              <a:defRPr sz="8800">
                <a:latin typeface="Times New Roman"/>
                <a:ea typeface="Times New Roman"/>
                <a:cs typeface="Times New Roman"/>
                <a:sym typeface="Times New Roman"/>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 name="Google Shape;23;p139"/>
          <p:cNvSpPr txBox="1"/>
          <p:nvPr>
            <p:ph idx="1" type="body"/>
          </p:nvPr>
        </p:nvSpPr>
        <p:spPr>
          <a:xfrm>
            <a:off x="4419600" y="3962400"/>
            <a:ext cx="15544800" cy="9753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1pPr>
            <a:lvl2pPr indent="-635000" lvl="1" marL="9144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2pPr>
            <a:lvl3pPr indent="-635000" lvl="2" marL="13716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3pPr>
            <a:lvl4pPr indent="-635000" lvl="3" marL="18288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4pPr>
            <a:lvl5pPr indent="-635000" lvl="4" marL="22860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4" name="Google Shape;24;p139"/>
          <p:cNvSpPr txBox="1"/>
          <p:nvPr>
            <p:ph idx="12" type="sldNum"/>
          </p:nvPr>
        </p:nvSpPr>
        <p:spPr>
          <a:xfrm>
            <a:off x="17783810" y="12496800"/>
            <a:ext cx="551181" cy="574174"/>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3">
    <p:spTree>
      <p:nvGrpSpPr>
        <p:cNvPr id="25" name="Shape 25"/>
        <p:cNvGrpSpPr/>
        <p:nvPr/>
      </p:nvGrpSpPr>
      <p:grpSpPr>
        <a:xfrm>
          <a:off x="0" y="0"/>
          <a:ext cx="0" cy="0"/>
          <a:chOff x="0" y="0"/>
          <a:chExt cx="0" cy="0"/>
        </a:xfrm>
      </p:grpSpPr>
      <p:sp>
        <p:nvSpPr>
          <p:cNvPr id="26" name="Google Shape;26;p140"/>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7" name="Google Shape;27;p140"/>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8" name="Google Shape;28;p140"/>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4">
    <p:spTree>
      <p:nvGrpSpPr>
        <p:cNvPr id="29" name="Shape 29"/>
        <p:cNvGrpSpPr/>
        <p:nvPr/>
      </p:nvGrpSpPr>
      <p:grpSpPr>
        <a:xfrm>
          <a:off x="0" y="0"/>
          <a:ext cx="0" cy="0"/>
          <a:chOff x="0" y="0"/>
          <a:chExt cx="0" cy="0"/>
        </a:xfrm>
      </p:grpSpPr>
      <p:sp>
        <p:nvSpPr>
          <p:cNvPr id="30" name="Google Shape;30;p14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1" name="Google Shape;31;p141"/>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32" name="Google Shape;32;p141"/>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5">
    <p:spTree>
      <p:nvGrpSpPr>
        <p:cNvPr id="33" name="Shape 33"/>
        <p:cNvGrpSpPr/>
        <p:nvPr/>
      </p:nvGrpSpPr>
      <p:grpSpPr>
        <a:xfrm>
          <a:off x="0" y="0"/>
          <a:ext cx="0" cy="0"/>
          <a:chOff x="0" y="0"/>
          <a:chExt cx="0" cy="0"/>
        </a:xfrm>
      </p:grpSpPr>
      <p:sp>
        <p:nvSpPr>
          <p:cNvPr id="34" name="Google Shape;34;p14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5" name="Google Shape;35;p142"/>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36" name="Google Shape;36;p142"/>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 name="Shape 37"/>
        <p:cNvGrpSpPr/>
        <p:nvPr/>
      </p:nvGrpSpPr>
      <p:grpSpPr>
        <a:xfrm>
          <a:off x="0" y="0"/>
          <a:ext cx="0" cy="0"/>
          <a:chOff x="0" y="0"/>
          <a:chExt cx="0" cy="0"/>
        </a:xfrm>
      </p:grpSpPr>
      <p:sp>
        <p:nvSpPr>
          <p:cNvPr id="38" name="Google Shape;38;p14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9" name="Google Shape;39;p143"/>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6">
    <p:spTree>
      <p:nvGrpSpPr>
        <p:cNvPr id="40" name="Shape 40"/>
        <p:cNvGrpSpPr/>
        <p:nvPr/>
      </p:nvGrpSpPr>
      <p:grpSpPr>
        <a:xfrm>
          <a:off x="0" y="0"/>
          <a:ext cx="0" cy="0"/>
          <a:chOff x="0" y="0"/>
          <a:chExt cx="0" cy="0"/>
        </a:xfrm>
      </p:grpSpPr>
      <p:sp>
        <p:nvSpPr>
          <p:cNvPr id="41" name="Google Shape;41;p144"/>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2" name="Google Shape;42;p144"/>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3" name="Google Shape;43;p144"/>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44" name="Shape 44"/>
        <p:cNvGrpSpPr/>
        <p:nvPr/>
      </p:nvGrpSpPr>
      <p:grpSpPr>
        <a:xfrm>
          <a:off x="0" y="0"/>
          <a:ext cx="0" cy="0"/>
          <a:chOff x="0" y="0"/>
          <a:chExt cx="0" cy="0"/>
        </a:xfrm>
      </p:grpSpPr>
      <p:sp>
        <p:nvSpPr>
          <p:cNvPr id="45" name="Google Shape;45;p145"/>
          <p:cNvSpPr txBox="1"/>
          <p:nvPr>
            <p:ph type="title"/>
          </p:nvPr>
        </p:nvSpPr>
        <p:spPr>
          <a:xfrm>
            <a:off x="4387453" y="625078"/>
            <a:ext cx="15609094" cy="3036094"/>
          </a:xfrm>
          <a:prstGeom prst="rect">
            <a:avLst/>
          </a:prstGeom>
          <a:noFill/>
          <a:ln>
            <a:noFill/>
          </a:ln>
        </p:spPr>
        <p:txBody>
          <a:bodyPr anchorCtr="0" anchor="ctr" bIns="71425" lIns="71425" spcFirstLastPara="1" rIns="71425" wrap="square" tIns="7142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6" name="Google Shape;46;p145"/>
          <p:cNvSpPr txBox="1"/>
          <p:nvPr>
            <p:ph idx="1" type="body"/>
          </p:nvPr>
        </p:nvSpPr>
        <p:spPr>
          <a:xfrm>
            <a:off x="4387453" y="3661171"/>
            <a:ext cx="15609094" cy="8840392"/>
          </a:xfrm>
          <a:prstGeom prst="rect">
            <a:avLst/>
          </a:prstGeom>
          <a:noFill/>
          <a:ln>
            <a:noFill/>
          </a:ln>
        </p:spPr>
        <p:txBody>
          <a:bodyPr anchorCtr="0" anchor="ctr" bIns="71425" lIns="71425" spcFirstLastPara="1" rIns="71425" wrap="square" tIns="71425">
            <a:normAutofit/>
          </a:bodyPr>
          <a:lstStyle>
            <a:lvl1pPr indent="-466725" lvl="0" marL="457200" algn="l">
              <a:lnSpc>
                <a:spcPct val="100000"/>
              </a:lnSpc>
              <a:spcBef>
                <a:spcPts val="5900"/>
              </a:spcBef>
              <a:spcAft>
                <a:spcPts val="0"/>
              </a:spcAft>
              <a:buClr>
                <a:srgbClr val="000000"/>
              </a:buClr>
              <a:buSzPts val="3750"/>
              <a:buFont typeface="Helvetica Neue Light"/>
              <a:buChar char="•"/>
              <a:defRPr sz="5000">
                <a:latin typeface="Helvetica Neue Light"/>
                <a:ea typeface="Helvetica Neue Light"/>
                <a:cs typeface="Helvetica Neue Light"/>
                <a:sym typeface="Helvetica Neue Light"/>
              </a:defRPr>
            </a:lvl1pPr>
            <a:lvl2pPr indent="-466725" lvl="1" marL="914400" algn="l">
              <a:lnSpc>
                <a:spcPct val="100000"/>
              </a:lnSpc>
              <a:spcBef>
                <a:spcPts val="5900"/>
              </a:spcBef>
              <a:spcAft>
                <a:spcPts val="0"/>
              </a:spcAft>
              <a:buClr>
                <a:srgbClr val="000000"/>
              </a:buClr>
              <a:buSzPts val="3750"/>
              <a:buFont typeface="Helvetica Neue Light"/>
              <a:buChar char="•"/>
              <a:defRPr sz="5000">
                <a:latin typeface="Helvetica Neue Light"/>
                <a:ea typeface="Helvetica Neue Light"/>
                <a:cs typeface="Helvetica Neue Light"/>
                <a:sym typeface="Helvetica Neue Light"/>
              </a:defRPr>
            </a:lvl2pPr>
            <a:lvl3pPr indent="-466725" lvl="2" marL="1371600" algn="l">
              <a:lnSpc>
                <a:spcPct val="100000"/>
              </a:lnSpc>
              <a:spcBef>
                <a:spcPts val="5900"/>
              </a:spcBef>
              <a:spcAft>
                <a:spcPts val="0"/>
              </a:spcAft>
              <a:buClr>
                <a:srgbClr val="000000"/>
              </a:buClr>
              <a:buSzPts val="3750"/>
              <a:buFont typeface="Helvetica Neue Light"/>
              <a:buChar char="•"/>
              <a:defRPr sz="5000">
                <a:latin typeface="Helvetica Neue Light"/>
                <a:ea typeface="Helvetica Neue Light"/>
                <a:cs typeface="Helvetica Neue Light"/>
                <a:sym typeface="Helvetica Neue Light"/>
              </a:defRPr>
            </a:lvl3pPr>
            <a:lvl4pPr indent="-466725" lvl="3" marL="1828800" algn="l">
              <a:lnSpc>
                <a:spcPct val="100000"/>
              </a:lnSpc>
              <a:spcBef>
                <a:spcPts val="5900"/>
              </a:spcBef>
              <a:spcAft>
                <a:spcPts val="0"/>
              </a:spcAft>
              <a:buClr>
                <a:srgbClr val="000000"/>
              </a:buClr>
              <a:buSzPts val="3750"/>
              <a:buFont typeface="Helvetica Neue Light"/>
              <a:buChar char="•"/>
              <a:defRPr sz="5000">
                <a:latin typeface="Helvetica Neue Light"/>
                <a:ea typeface="Helvetica Neue Light"/>
                <a:cs typeface="Helvetica Neue Light"/>
                <a:sym typeface="Helvetica Neue Light"/>
              </a:defRPr>
            </a:lvl4pPr>
            <a:lvl5pPr indent="-466725" lvl="4" marL="2286000" algn="l">
              <a:lnSpc>
                <a:spcPct val="100000"/>
              </a:lnSpc>
              <a:spcBef>
                <a:spcPts val="5900"/>
              </a:spcBef>
              <a:spcAft>
                <a:spcPts val="0"/>
              </a:spcAft>
              <a:buClr>
                <a:srgbClr val="000000"/>
              </a:buClr>
              <a:buSzPts val="3750"/>
              <a:buFont typeface="Helvetica Neue Light"/>
              <a:buChar char="•"/>
              <a:defRPr sz="50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7" name="Google Shape;47;p145"/>
          <p:cNvSpPr txBox="1"/>
          <p:nvPr>
            <p:ph idx="12" type="sldNum"/>
          </p:nvPr>
        </p:nvSpPr>
        <p:spPr>
          <a:xfrm>
            <a:off x="11935814" y="13010554"/>
            <a:ext cx="494513" cy="511176"/>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7">
    <p:spTree>
      <p:nvGrpSpPr>
        <p:cNvPr id="48" name="Shape 48"/>
        <p:cNvGrpSpPr/>
        <p:nvPr/>
      </p:nvGrpSpPr>
      <p:grpSpPr>
        <a:xfrm>
          <a:off x="0" y="0"/>
          <a:ext cx="0" cy="0"/>
          <a:chOff x="0" y="0"/>
          <a:chExt cx="0" cy="0"/>
        </a:xfrm>
      </p:grpSpPr>
      <p:sp>
        <p:nvSpPr>
          <p:cNvPr id="49" name="Google Shape;49;p146"/>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Helvetica Neue"/>
              <a:buNone/>
              <a:defRPr b="1"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0" name="Google Shape;50;p146"/>
          <p:cNvSpPr txBox="1"/>
          <p:nvPr>
            <p:ph idx="1" type="body"/>
          </p:nvPr>
        </p:nvSpPr>
        <p:spPr>
          <a:xfrm>
            <a:off x="1219200" y="3200401"/>
            <a:ext cx="21945600" cy="9051927"/>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1pPr>
            <a:lvl2pPr indent="-635000" lvl="1" marL="9144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2pPr>
            <a:lvl3pPr indent="-635000" lvl="2" marL="13716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3pPr>
            <a:lvl4pPr indent="-635000" lvl="3" marL="18288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4pPr>
            <a:lvl5pPr indent="-635000" lvl="4" marL="22860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1" name="Google Shape;51;p146"/>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2">
    <p:spTree>
      <p:nvGrpSpPr>
        <p:cNvPr id="52" name="Shape 52"/>
        <p:cNvGrpSpPr/>
        <p:nvPr/>
      </p:nvGrpSpPr>
      <p:grpSpPr>
        <a:xfrm>
          <a:off x="0" y="0"/>
          <a:ext cx="0" cy="0"/>
          <a:chOff x="0" y="0"/>
          <a:chExt cx="0" cy="0"/>
        </a:xfrm>
      </p:grpSpPr>
      <p:sp>
        <p:nvSpPr>
          <p:cNvPr id="53" name="Google Shape;53;p147"/>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4" name="Google Shape;54;p147"/>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5" name="Google Shape;55;p14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8">
    <p:spTree>
      <p:nvGrpSpPr>
        <p:cNvPr id="56" name="Shape 56"/>
        <p:cNvGrpSpPr/>
        <p:nvPr/>
      </p:nvGrpSpPr>
      <p:grpSpPr>
        <a:xfrm>
          <a:off x="0" y="0"/>
          <a:ext cx="0" cy="0"/>
          <a:chOff x="0" y="0"/>
          <a:chExt cx="0" cy="0"/>
        </a:xfrm>
      </p:grpSpPr>
      <p:sp>
        <p:nvSpPr>
          <p:cNvPr id="57" name="Google Shape;57;p14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8" name="Google Shape;58;p148"/>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9" name="Google Shape;59;p148"/>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9">
    <p:spTree>
      <p:nvGrpSpPr>
        <p:cNvPr id="60" name="Shape 60"/>
        <p:cNvGrpSpPr/>
        <p:nvPr/>
      </p:nvGrpSpPr>
      <p:grpSpPr>
        <a:xfrm>
          <a:off x="0" y="0"/>
          <a:ext cx="0" cy="0"/>
          <a:chOff x="0" y="0"/>
          <a:chExt cx="0" cy="0"/>
        </a:xfrm>
      </p:grpSpPr>
      <p:sp>
        <p:nvSpPr>
          <p:cNvPr id="61" name="Google Shape;61;p149"/>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lvl1pPr lvl="0" algn="ctr">
              <a:lnSpc>
                <a:spcPct val="90000"/>
              </a:lnSpc>
              <a:spcBef>
                <a:spcPts val="0"/>
              </a:spcBef>
              <a:spcAft>
                <a:spcPts val="0"/>
              </a:spcAft>
              <a:buClr>
                <a:srgbClr val="000000"/>
              </a:buClr>
              <a:buSzPts val="7600"/>
              <a:buFont typeface="Arial"/>
              <a:buNone/>
              <a:defRPr sz="76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62" name="Google Shape;62;p149"/>
          <p:cNvSpPr txBox="1"/>
          <p:nvPr>
            <p:ph idx="1" type="body"/>
          </p:nvPr>
        </p:nvSpPr>
        <p:spPr>
          <a:xfrm>
            <a:off x="4305300" y="3651250"/>
            <a:ext cx="15773400" cy="8702676"/>
          </a:xfrm>
          <a:prstGeom prst="rect">
            <a:avLst/>
          </a:prstGeom>
          <a:noFill/>
          <a:ln>
            <a:noFill/>
          </a:ln>
        </p:spPr>
        <p:txBody>
          <a:bodyPr anchorCtr="0" anchor="t" bIns="91425" lIns="91425" spcFirstLastPara="1" rIns="91425" wrap="square" tIns="91425">
            <a:normAutofit/>
          </a:bodyPr>
          <a:lstStyle>
            <a:lvl1pPr indent="-584200" lvl="0" marL="4572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1pPr>
            <a:lvl2pPr indent="-584200" lvl="1" marL="9144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63" name="Google Shape;63;p149"/>
          <p:cNvSpPr txBox="1"/>
          <p:nvPr>
            <p:ph idx="12" type="sldNum"/>
          </p:nvPr>
        </p:nvSpPr>
        <p:spPr>
          <a:xfrm>
            <a:off x="19544089" y="12813573"/>
            <a:ext cx="534611" cy="5285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0">
    <p:spTree>
      <p:nvGrpSpPr>
        <p:cNvPr id="64" name="Shape 64"/>
        <p:cNvGrpSpPr/>
        <p:nvPr/>
      </p:nvGrpSpPr>
      <p:grpSpPr>
        <a:xfrm>
          <a:off x="0" y="0"/>
          <a:ext cx="0" cy="0"/>
          <a:chOff x="0" y="0"/>
          <a:chExt cx="0" cy="0"/>
        </a:xfrm>
      </p:grpSpPr>
      <p:sp>
        <p:nvSpPr>
          <p:cNvPr id="65" name="Google Shape;65;p150"/>
          <p:cNvSpPr txBox="1"/>
          <p:nvPr/>
        </p:nvSpPr>
        <p:spPr>
          <a:xfrm>
            <a:off x="3048000" y="13268326"/>
            <a:ext cx="1784723" cy="19738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1400"/>
              <a:buFont typeface="Arial"/>
              <a:buNone/>
            </a:pPr>
            <a:r>
              <a:rPr b="0" i="0" lang="en-US" sz="1400" u="none" cap="none" strike="noStrike">
                <a:solidFill>
                  <a:srgbClr val="004731"/>
                </a:solidFill>
                <a:latin typeface="Arial"/>
                <a:ea typeface="Arial"/>
                <a:cs typeface="Arial"/>
                <a:sym typeface="Arial"/>
              </a:rPr>
              <a:t>© 2006 Noah Snavely</a:t>
            </a:r>
            <a:endParaRPr/>
          </a:p>
        </p:txBody>
      </p:sp>
      <p:sp>
        <p:nvSpPr>
          <p:cNvPr id="66" name="Google Shape;66;p150"/>
          <p:cNvSpPr txBox="1"/>
          <p:nvPr>
            <p:ph type="title"/>
          </p:nvPr>
        </p:nvSpPr>
        <p:spPr>
          <a:xfrm>
            <a:off x="3657600" y="282575"/>
            <a:ext cx="16916400" cy="2349501"/>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4731"/>
              </a:buClr>
              <a:buSzPts val="7400"/>
              <a:buFont typeface="Arial"/>
              <a:buNone/>
              <a:defRPr b="1" sz="7400">
                <a:solidFill>
                  <a:srgbClr val="004731"/>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67" name="Google Shape;67;p150"/>
          <p:cNvSpPr txBox="1"/>
          <p:nvPr>
            <p:ph idx="1" type="body"/>
          </p:nvPr>
        </p:nvSpPr>
        <p:spPr>
          <a:xfrm>
            <a:off x="3743326" y="2632075"/>
            <a:ext cx="16830674" cy="11083926"/>
          </a:xfrm>
          <a:prstGeom prst="rect">
            <a:avLst/>
          </a:prstGeom>
          <a:noFill/>
          <a:ln>
            <a:noFill/>
          </a:ln>
        </p:spPr>
        <p:txBody>
          <a:bodyPr anchorCtr="0" anchor="t" bIns="101600" lIns="101600" spcFirstLastPara="1" rIns="101600" wrap="square" tIns="101600">
            <a:normAutofit/>
          </a:bodyPr>
          <a:lstStyle>
            <a:lvl1pPr indent="-661670" lvl="0" marL="4572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1pPr>
            <a:lvl2pPr indent="-661670" lvl="1" marL="9144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2pPr>
            <a:lvl3pPr indent="-661670" lvl="2" marL="13716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3pPr>
            <a:lvl4pPr indent="-661670" lvl="3" marL="18288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4pPr>
            <a:lvl5pPr indent="-661670" lvl="4" marL="22860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68" name="Google Shape;68;p150"/>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1">
    <p:spTree>
      <p:nvGrpSpPr>
        <p:cNvPr id="69" name="Shape 69"/>
        <p:cNvGrpSpPr/>
        <p:nvPr/>
      </p:nvGrpSpPr>
      <p:grpSpPr>
        <a:xfrm>
          <a:off x="0" y="0"/>
          <a:ext cx="0" cy="0"/>
          <a:chOff x="0" y="0"/>
          <a:chExt cx="0" cy="0"/>
        </a:xfrm>
      </p:grpSpPr>
      <p:sp>
        <p:nvSpPr>
          <p:cNvPr id="70" name="Google Shape;70;p151"/>
          <p:cNvSpPr txBox="1"/>
          <p:nvPr/>
        </p:nvSpPr>
        <p:spPr>
          <a:xfrm>
            <a:off x="3048000" y="13268326"/>
            <a:ext cx="1784723" cy="19738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1400"/>
              <a:buFont typeface="Arial"/>
              <a:buNone/>
            </a:pPr>
            <a:r>
              <a:rPr b="0" i="0" lang="en-US" sz="1400" u="none" cap="none" strike="noStrike">
                <a:solidFill>
                  <a:srgbClr val="004731"/>
                </a:solidFill>
                <a:latin typeface="Arial"/>
                <a:ea typeface="Arial"/>
                <a:cs typeface="Arial"/>
                <a:sym typeface="Arial"/>
              </a:rPr>
              <a:t>© 2006 Noah Snavely</a:t>
            </a:r>
            <a:endParaRPr/>
          </a:p>
        </p:txBody>
      </p:sp>
      <p:sp>
        <p:nvSpPr>
          <p:cNvPr id="71" name="Google Shape;71;p151"/>
          <p:cNvSpPr txBox="1"/>
          <p:nvPr>
            <p:ph type="title"/>
          </p:nvPr>
        </p:nvSpPr>
        <p:spPr>
          <a:xfrm>
            <a:off x="3657600" y="0"/>
            <a:ext cx="16916400" cy="2914650"/>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4731"/>
              </a:buClr>
              <a:buSzPts val="7400"/>
              <a:buFont typeface="Arial"/>
              <a:buNone/>
              <a:defRPr b="1" sz="7400">
                <a:solidFill>
                  <a:srgbClr val="004731"/>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2" name="Google Shape;72;p151"/>
          <p:cNvSpPr txBox="1"/>
          <p:nvPr>
            <p:ph idx="1" type="body"/>
          </p:nvPr>
        </p:nvSpPr>
        <p:spPr>
          <a:xfrm>
            <a:off x="3743326" y="3067050"/>
            <a:ext cx="16830674" cy="10648950"/>
          </a:xfrm>
          <a:prstGeom prst="rect">
            <a:avLst/>
          </a:prstGeom>
          <a:noFill/>
          <a:ln>
            <a:noFill/>
          </a:ln>
        </p:spPr>
        <p:txBody>
          <a:bodyPr anchorCtr="0" anchor="t" bIns="101600" lIns="101600" spcFirstLastPara="1" rIns="101600" wrap="square" tIns="101600">
            <a:normAutofit/>
          </a:bodyPr>
          <a:lstStyle>
            <a:lvl1pPr indent="-661670" lvl="0" marL="4572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1pPr>
            <a:lvl2pPr indent="-661670" lvl="1" marL="9144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2pPr>
            <a:lvl3pPr indent="-661670" lvl="2" marL="13716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3pPr>
            <a:lvl4pPr indent="-661670" lvl="3" marL="18288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4pPr>
            <a:lvl5pPr indent="-661670" lvl="4" marL="22860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73" name="Google Shape;73;p151"/>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4" name="Shape 74"/>
        <p:cNvGrpSpPr/>
        <p:nvPr/>
      </p:nvGrpSpPr>
      <p:grpSpPr>
        <a:xfrm>
          <a:off x="0" y="0"/>
          <a:ext cx="0" cy="0"/>
          <a:chOff x="0" y="0"/>
          <a:chExt cx="0" cy="0"/>
        </a:xfrm>
      </p:grpSpPr>
      <p:sp>
        <p:nvSpPr>
          <p:cNvPr id="75" name="Google Shape;75;p15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Photo - Horizontal">
    <p:spTree>
      <p:nvGrpSpPr>
        <p:cNvPr id="76" name="Shape 76"/>
        <p:cNvGrpSpPr/>
        <p:nvPr/>
      </p:nvGrpSpPr>
      <p:grpSpPr>
        <a:xfrm>
          <a:off x="0" y="0"/>
          <a:ext cx="0" cy="0"/>
          <a:chOff x="0" y="0"/>
          <a:chExt cx="0" cy="0"/>
        </a:xfrm>
      </p:grpSpPr>
      <p:sp>
        <p:nvSpPr>
          <p:cNvPr id="77" name="Google Shape;77;p153"/>
          <p:cNvSpPr/>
          <p:nvPr>
            <p:ph idx="2" type="pic"/>
          </p:nvPr>
        </p:nvSpPr>
        <p:spPr>
          <a:xfrm>
            <a:off x="3124200" y="-38100"/>
            <a:ext cx="18135600" cy="12096698"/>
          </a:xfrm>
          <a:prstGeom prst="rect">
            <a:avLst/>
          </a:prstGeom>
          <a:noFill/>
          <a:ln>
            <a:noFill/>
          </a:ln>
        </p:spPr>
      </p:sp>
      <p:sp>
        <p:nvSpPr>
          <p:cNvPr id="78" name="Google Shape;78;p153"/>
          <p:cNvSpPr txBox="1"/>
          <p:nvPr>
            <p:ph type="title"/>
          </p:nvPr>
        </p:nvSpPr>
        <p:spPr>
          <a:xfrm>
            <a:off x="635000" y="9512300"/>
            <a:ext cx="23114000" cy="20066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9" name="Google Shape;79;p153"/>
          <p:cNvSpPr txBox="1"/>
          <p:nvPr>
            <p:ph idx="1" type="body"/>
          </p:nvPr>
        </p:nvSpPr>
        <p:spPr>
          <a:xfrm>
            <a:off x="635000" y="11442700"/>
            <a:ext cx="23114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80" name="Google Shape;80;p15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p:cSld name="Title - Center">
    <p:spTree>
      <p:nvGrpSpPr>
        <p:cNvPr id="81" name="Shape 81"/>
        <p:cNvGrpSpPr/>
        <p:nvPr/>
      </p:nvGrpSpPr>
      <p:grpSpPr>
        <a:xfrm>
          <a:off x="0" y="0"/>
          <a:ext cx="0" cy="0"/>
          <a:chOff x="0" y="0"/>
          <a:chExt cx="0" cy="0"/>
        </a:xfrm>
      </p:grpSpPr>
      <p:sp>
        <p:nvSpPr>
          <p:cNvPr id="82" name="Google Shape;82;p154"/>
          <p:cNvSpPr txBox="1"/>
          <p:nvPr>
            <p:ph type="title"/>
          </p:nvPr>
        </p:nvSpPr>
        <p:spPr>
          <a:xfrm>
            <a:off x="1778000" y="4533900"/>
            <a:ext cx="20828000" cy="46482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83" name="Google Shape;83;p15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84" name="Shape 84"/>
        <p:cNvGrpSpPr/>
        <p:nvPr/>
      </p:nvGrpSpPr>
      <p:grpSpPr>
        <a:xfrm>
          <a:off x="0" y="0"/>
          <a:ext cx="0" cy="0"/>
          <a:chOff x="0" y="0"/>
          <a:chExt cx="0" cy="0"/>
        </a:xfrm>
      </p:grpSpPr>
      <p:sp>
        <p:nvSpPr>
          <p:cNvPr id="85" name="Google Shape;85;p155"/>
          <p:cNvSpPr/>
          <p:nvPr>
            <p:ph idx="2" type="pic"/>
          </p:nvPr>
        </p:nvSpPr>
        <p:spPr>
          <a:xfrm>
            <a:off x="7950200" y="1104900"/>
            <a:ext cx="17259302" cy="11506201"/>
          </a:xfrm>
          <a:prstGeom prst="rect">
            <a:avLst/>
          </a:prstGeom>
          <a:noFill/>
          <a:ln>
            <a:noFill/>
          </a:ln>
        </p:spPr>
      </p:sp>
      <p:sp>
        <p:nvSpPr>
          <p:cNvPr id="86" name="Google Shape;86;p155"/>
          <p:cNvSpPr txBox="1"/>
          <p:nvPr>
            <p:ph type="title"/>
          </p:nvPr>
        </p:nvSpPr>
        <p:spPr>
          <a:xfrm>
            <a:off x="1651000" y="952500"/>
            <a:ext cx="10223500" cy="55499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8400"/>
              <a:buFont typeface="Helvetica Neue"/>
              <a:buNone/>
              <a:defRPr sz="8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87" name="Google Shape;87;p155"/>
          <p:cNvSpPr txBox="1"/>
          <p:nvPr>
            <p:ph idx="1" type="body"/>
          </p:nvPr>
        </p:nvSpPr>
        <p:spPr>
          <a:xfrm>
            <a:off x="1651000" y="6527800"/>
            <a:ext cx="10223500" cy="57277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88" name="Google Shape;88;p15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89" name="Shape 89"/>
        <p:cNvGrpSpPr/>
        <p:nvPr/>
      </p:nvGrpSpPr>
      <p:grpSpPr>
        <a:xfrm>
          <a:off x="0" y="0"/>
          <a:ext cx="0" cy="0"/>
          <a:chOff x="0" y="0"/>
          <a:chExt cx="0" cy="0"/>
        </a:xfrm>
      </p:grpSpPr>
      <p:sp>
        <p:nvSpPr>
          <p:cNvPr id="90" name="Google Shape;90;p156"/>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91" name="Google Shape;91;p15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92" name="Shape 92"/>
        <p:cNvGrpSpPr/>
        <p:nvPr/>
      </p:nvGrpSpPr>
      <p:grpSpPr>
        <a:xfrm>
          <a:off x="0" y="0"/>
          <a:ext cx="0" cy="0"/>
          <a:chOff x="0" y="0"/>
          <a:chExt cx="0" cy="0"/>
        </a:xfrm>
      </p:grpSpPr>
      <p:sp>
        <p:nvSpPr>
          <p:cNvPr id="93" name="Google Shape;93;p157"/>
          <p:cNvSpPr/>
          <p:nvPr>
            <p:ph idx="2" type="pic"/>
          </p:nvPr>
        </p:nvSpPr>
        <p:spPr>
          <a:xfrm>
            <a:off x="10960100" y="3149600"/>
            <a:ext cx="13944600" cy="9296400"/>
          </a:xfrm>
          <a:prstGeom prst="rect">
            <a:avLst/>
          </a:prstGeom>
          <a:noFill/>
          <a:ln>
            <a:noFill/>
          </a:ln>
        </p:spPr>
      </p:sp>
      <p:sp>
        <p:nvSpPr>
          <p:cNvPr id="94" name="Google Shape;94;p157"/>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95" name="Google Shape;95;p157"/>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000000"/>
              </a:buClr>
              <a:buSzPts val="4750"/>
              <a:buFont typeface="Helvetica Neue"/>
              <a:buChar char="•"/>
              <a:defRPr sz="3800"/>
            </a:lvl1pPr>
            <a:lvl2pPr indent="-530225" lvl="1" marL="914400" algn="l">
              <a:lnSpc>
                <a:spcPct val="100000"/>
              </a:lnSpc>
              <a:spcBef>
                <a:spcPts val="4500"/>
              </a:spcBef>
              <a:spcAft>
                <a:spcPts val="0"/>
              </a:spcAft>
              <a:buClr>
                <a:srgbClr val="000000"/>
              </a:buClr>
              <a:buSzPts val="4750"/>
              <a:buFont typeface="Helvetica Neue"/>
              <a:buChar char="•"/>
              <a:defRPr sz="3800"/>
            </a:lvl2pPr>
            <a:lvl3pPr indent="-530225" lvl="2" marL="1371600" algn="l">
              <a:lnSpc>
                <a:spcPct val="100000"/>
              </a:lnSpc>
              <a:spcBef>
                <a:spcPts val="4500"/>
              </a:spcBef>
              <a:spcAft>
                <a:spcPts val="0"/>
              </a:spcAft>
              <a:buClr>
                <a:srgbClr val="000000"/>
              </a:buClr>
              <a:buSzPts val="4750"/>
              <a:buFont typeface="Helvetica Neue"/>
              <a:buChar char="•"/>
              <a:defRPr sz="3800"/>
            </a:lvl3pPr>
            <a:lvl4pPr indent="-530225" lvl="3" marL="1828800" algn="l">
              <a:lnSpc>
                <a:spcPct val="100000"/>
              </a:lnSpc>
              <a:spcBef>
                <a:spcPts val="4500"/>
              </a:spcBef>
              <a:spcAft>
                <a:spcPts val="0"/>
              </a:spcAft>
              <a:buClr>
                <a:srgbClr val="000000"/>
              </a:buClr>
              <a:buSzPts val="4750"/>
              <a:buFont typeface="Helvetica Neue"/>
              <a:buChar char="•"/>
              <a:defRPr sz="3800"/>
            </a:lvl4pPr>
            <a:lvl5pPr indent="-530225" lvl="4" marL="2286000" algn="l">
              <a:lnSpc>
                <a:spcPct val="100000"/>
              </a:lnSpc>
              <a:spcBef>
                <a:spcPts val="4500"/>
              </a:spcBef>
              <a:spcAft>
                <a:spcPts val="0"/>
              </a:spcAft>
              <a:buClr>
                <a:srgbClr val="000000"/>
              </a:buClr>
              <a:buSzPts val="4750"/>
              <a:buFont typeface="Helvetica Neue"/>
              <a:buChar char="•"/>
              <a:defRPr sz="3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96" name="Google Shape;96;p15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97" name="Shape 97"/>
        <p:cNvGrpSpPr/>
        <p:nvPr/>
      </p:nvGrpSpPr>
      <p:grpSpPr>
        <a:xfrm>
          <a:off x="0" y="0"/>
          <a:ext cx="0" cy="0"/>
          <a:chOff x="0" y="0"/>
          <a:chExt cx="0" cy="0"/>
        </a:xfrm>
      </p:grpSpPr>
      <p:sp>
        <p:nvSpPr>
          <p:cNvPr id="98" name="Google Shape;98;p158"/>
          <p:cNvSpPr txBox="1"/>
          <p:nvPr>
            <p:ph idx="1" type="body"/>
          </p:nvPr>
        </p:nvSpPr>
        <p:spPr>
          <a:xfrm>
            <a:off x="1689100" y="1778000"/>
            <a:ext cx="21005800" cy="101600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99" name="Google Shape;99;p15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100" name="Shape 100"/>
        <p:cNvGrpSpPr/>
        <p:nvPr/>
      </p:nvGrpSpPr>
      <p:grpSpPr>
        <a:xfrm>
          <a:off x="0" y="0"/>
          <a:ext cx="0" cy="0"/>
          <a:chOff x="0" y="0"/>
          <a:chExt cx="0" cy="0"/>
        </a:xfrm>
      </p:grpSpPr>
      <p:sp>
        <p:nvSpPr>
          <p:cNvPr id="101" name="Google Shape;101;p159"/>
          <p:cNvSpPr/>
          <p:nvPr>
            <p:ph idx="2" type="pic"/>
          </p:nvPr>
        </p:nvSpPr>
        <p:spPr>
          <a:xfrm>
            <a:off x="15681340" y="7035800"/>
            <a:ext cx="8396678" cy="5600700"/>
          </a:xfrm>
          <a:prstGeom prst="rect">
            <a:avLst/>
          </a:prstGeom>
          <a:noFill/>
          <a:ln>
            <a:noFill/>
          </a:ln>
        </p:spPr>
      </p:sp>
      <p:sp>
        <p:nvSpPr>
          <p:cNvPr id="102" name="Google Shape;102;p159"/>
          <p:cNvSpPr/>
          <p:nvPr>
            <p:ph idx="3" type="pic"/>
          </p:nvPr>
        </p:nvSpPr>
        <p:spPr>
          <a:xfrm>
            <a:off x="15290800" y="1130300"/>
            <a:ext cx="8331200" cy="5554134"/>
          </a:xfrm>
          <a:prstGeom prst="rect">
            <a:avLst/>
          </a:prstGeom>
          <a:noFill/>
          <a:ln>
            <a:noFill/>
          </a:ln>
        </p:spPr>
      </p:sp>
      <p:sp>
        <p:nvSpPr>
          <p:cNvPr id="103" name="Google Shape;103;p159"/>
          <p:cNvSpPr/>
          <p:nvPr>
            <p:ph idx="4" type="pic"/>
          </p:nvPr>
        </p:nvSpPr>
        <p:spPr>
          <a:xfrm>
            <a:off x="-304800" y="1130300"/>
            <a:ext cx="17202150" cy="11468100"/>
          </a:xfrm>
          <a:prstGeom prst="rect">
            <a:avLst/>
          </a:prstGeom>
          <a:noFill/>
          <a:ln>
            <a:noFill/>
          </a:ln>
        </p:spPr>
      </p:sp>
      <p:sp>
        <p:nvSpPr>
          <p:cNvPr id="104" name="Google Shape;104;p159"/>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05" name="Shape 105"/>
        <p:cNvGrpSpPr/>
        <p:nvPr/>
      </p:nvGrpSpPr>
      <p:grpSpPr>
        <a:xfrm>
          <a:off x="0" y="0"/>
          <a:ext cx="0" cy="0"/>
          <a:chOff x="0" y="0"/>
          <a:chExt cx="0" cy="0"/>
        </a:xfrm>
      </p:grpSpPr>
      <p:sp>
        <p:nvSpPr>
          <p:cNvPr id="106" name="Google Shape;106;p160"/>
          <p:cNvSpPr txBox="1"/>
          <p:nvPr>
            <p:ph idx="1" type="body"/>
          </p:nvPr>
        </p:nvSpPr>
        <p:spPr>
          <a:xfrm>
            <a:off x="2387600" y="8953500"/>
            <a:ext cx="19621500" cy="585521"/>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7" name="Google Shape;107;p160"/>
          <p:cNvSpPr txBox="1"/>
          <p:nvPr>
            <p:ph idx="2" type="body"/>
          </p:nvPr>
        </p:nvSpPr>
        <p:spPr>
          <a:xfrm>
            <a:off x="2387600" y="6076950"/>
            <a:ext cx="19621500" cy="825500"/>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a:buNone/>
              <a:defRPr sz="48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8" name="Google Shape;108;p160"/>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09" name="Shape 109"/>
        <p:cNvGrpSpPr/>
        <p:nvPr/>
      </p:nvGrpSpPr>
      <p:grpSpPr>
        <a:xfrm>
          <a:off x="0" y="0"/>
          <a:ext cx="0" cy="0"/>
          <a:chOff x="0" y="0"/>
          <a:chExt cx="0" cy="0"/>
        </a:xfrm>
      </p:grpSpPr>
      <p:sp>
        <p:nvSpPr>
          <p:cNvPr id="110" name="Google Shape;110;p161"/>
          <p:cNvSpPr/>
          <p:nvPr>
            <p:ph idx="2" type="pic"/>
          </p:nvPr>
        </p:nvSpPr>
        <p:spPr>
          <a:xfrm>
            <a:off x="0" y="0"/>
            <a:ext cx="24384000" cy="16264467"/>
          </a:xfrm>
          <a:prstGeom prst="rect">
            <a:avLst/>
          </a:prstGeom>
          <a:noFill/>
          <a:ln>
            <a:noFill/>
          </a:ln>
        </p:spPr>
      </p:sp>
      <p:sp>
        <p:nvSpPr>
          <p:cNvPr id="111" name="Google Shape;111;p161"/>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p:spTree>
      <p:nvGrpSpPr>
        <p:cNvPr id="112" name="Shape 112"/>
        <p:cNvGrpSpPr/>
        <p:nvPr/>
      </p:nvGrpSpPr>
      <p:grpSpPr>
        <a:xfrm>
          <a:off x="0" y="0"/>
          <a:ext cx="0" cy="0"/>
          <a:chOff x="0" y="0"/>
          <a:chExt cx="0" cy="0"/>
        </a:xfrm>
      </p:grpSpPr>
      <p:sp>
        <p:nvSpPr>
          <p:cNvPr id="113" name="Google Shape;113;p162"/>
          <p:cNvSpPr txBox="1"/>
          <p:nvPr>
            <p:ph type="title"/>
          </p:nvPr>
        </p:nvSpPr>
        <p:spPr>
          <a:xfrm>
            <a:off x="4833940" y="2303860"/>
            <a:ext cx="14716126" cy="4643439"/>
          </a:xfrm>
          <a:prstGeom prst="rect">
            <a:avLst/>
          </a:prstGeom>
          <a:noFill/>
          <a:ln>
            <a:noFill/>
          </a:ln>
        </p:spPr>
        <p:txBody>
          <a:bodyPr anchorCtr="0" anchor="b" bIns="71375" lIns="71375" spcFirstLastPara="1" rIns="71375" wrap="square" tIns="7137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4" name="Google Shape;114;p162"/>
          <p:cNvSpPr txBox="1"/>
          <p:nvPr>
            <p:ph idx="1" type="body"/>
          </p:nvPr>
        </p:nvSpPr>
        <p:spPr>
          <a:xfrm>
            <a:off x="4833940" y="7072313"/>
            <a:ext cx="14716126" cy="1589487"/>
          </a:xfrm>
          <a:prstGeom prst="rect">
            <a:avLst/>
          </a:prstGeom>
          <a:noFill/>
          <a:ln>
            <a:noFill/>
          </a:ln>
        </p:spPr>
        <p:txBody>
          <a:bodyPr anchorCtr="0" anchor="t" bIns="71375" lIns="71375" spcFirstLastPara="1" rIns="71375" wrap="square" tIns="71375">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15" name="Google Shape;115;p162"/>
          <p:cNvSpPr txBox="1"/>
          <p:nvPr>
            <p:ph idx="12" type="sldNum"/>
          </p:nvPr>
        </p:nvSpPr>
        <p:spPr>
          <a:xfrm>
            <a:off x="11942928" y="13010559"/>
            <a:ext cx="480310" cy="498395"/>
          </a:xfrm>
          <a:prstGeom prst="rect">
            <a:avLst/>
          </a:prstGeom>
          <a:noFill/>
          <a:ln>
            <a:noFill/>
          </a:ln>
        </p:spPr>
        <p:txBody>
          <a:bodyPr anchorCtr="0" anchor="t" bIns="71375" lIns="71375" spcFirstLastPara="1" rIns="71375" wrap="square" tIns="71375">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2">
    <p:spTree>
      <p:nvGrpSpPr>
        <p:cNvPr id="116" name="Shape 116"/>
        <p:cNvGrpSpPr/>
        <p:nvPr/>
      </p:nvGrpSpPr>
      <p:grpSpPr>
        <a:xfrm>
          <a:off x="0" y="0"/>
          <a:ext cx="0" cy="0"/>
          <a:chOff x="0" y="0"/>
          <a:chExt cx="0" cy="0"/>
        </a:xfrm>
      </p:grpSpPr>
      <p:sp>
        <p:nvSpPr>
          <p:cNvPr id="117" name="Google Shape;117;p163"/>
          <p:cNvSpPr txBox="1"/>
          <p:nvPr>
            <p:ph type="title"/>
          </p:nvPr>
        </p:nvSpPr>
        <p:spPr>
          <a:xfrm>
            <a:off x="1778014" y="2298701"/>
            <a:ext cx="20828003" cy="4648201"/>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8" name="Google Shape;118;p163"/>
          <p:cNvSpPr txBox="1"/>
          <p:nvPr>
            <p:ph idx="1" type="body"/>
          </p:nvPr>
        </p:nvSpPr>
        <p:spPr>
          <a:xfrm>
            <a:off x="1778014" y="7073902"/>
            <a:ext cx="20828003" cy="1587501"/>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19" name="Google Shape;119;p163"/>
          <p:cNvSpPr txBox="1"/>
          <p:nvPr>
            <p:ph idx="12" type="sldNum"/>
          </p:nvPr>
        </p:nvSpPr>
        <p:spPr>
          <a:xfrm>
            <a:off x="11966132" y="13081001"/>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3">
    <p:spTree>
      <p:nvGrpSpPr>
        <p:cNvPr id="120" name="Shape 120"/>
        <p:cNvGrpSpPr/>
        <p:nvPr/>
      </p:nvGrpSpPr>
      <p:grpSpPr>
        <a:xfrm>
          <a:off x="0" y="0"/>
          <a:ext cx="0" cy="0"/>
          <a:chOff x="0" y="0"/>
          <a:chExt cx="0" cy="0"/>
        </a:xfrm>
      </p:grpSpPr>
      <p:sp>
        <p:nvSpPr>
          <p:cNvPr id="121" name="Google Shape;121;p164"/>
          <p:cNvSpPr txBox="1"/>
          <p:nvPr>
            <p:ph type="title"/>
          </p:nvPr>
        </p:nvSpPr>
        <p:spPr>
          <a:xfrm>
            <a:off x="1778014" y="2298701"/>
            <a:ext cx="20828003" cy="4648201"/>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22" name="Google Shape;122;p164"/>
          <p:cNvSpPr txBox="1"/>
          <p:nvPr>
            <p:ph idx="1" type="body"/>
          </p:nvPr>
        </p:nvSpPr>
        <p:spPr>
          <a:xfrm>
            <a:off x="1778014" y="7073902"/>
            <a:ext cx="20828003" cy="1587501"/>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3" name="Google Shape;123;p164"/>
          <p:cNvSpPr txBox="1"/>
          <p:nvPr>
            <p:ph idx="12" type="sldNum"/>
          </p:nvPr>
        </p:nvSpPr>
        <p:spPr>
          <a:xfrm>
            <a:off x="11966104" y="13081001"/>
            <a:ext cx="439116" cy="4572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2">
    <p:spTree>
      <p:nvGrpSpPr>
        <p:cNvPr id="124" name="Shape 124"/>
        <p:cNvGrpSpPr/>
        <p:nvPr/>
      </p:nvGrpSpPr>
      <p:grpSpPr>
        <a:xfrm>
          <a:off x="0" y="0"/>
          <a:ext cx="0" cy="0"/>
          <a:chOff x="0" y="0"/>
          <a:chExt cx="0" cy="0"/>
        </a:xfrm>
      </p:grpSpPr>
      <p:sp>
        <p:nvSpPr>
          <p:cNvPr id="125" name="Google Shape;125;p165"/>
          <p:cNvSpPr txBox="1"/>
          <p:nvPr>
            <p:ph type="title"/>
          </p:nvPr>
        </p:nvSpPr>
        <p:spPr>
          <a:xfrm>
            <a:off x="1689117" y="952500"/>
            <a:ext cx="21005799" cy="2286000"/>
          </a:xfrm>
          <a:prstGeom prst="rect">
            <a:avLst/>
          </a:prstGeom>
          <a:noFill/>
          <a:ln>
            <a:noFill/>
          </a:ln>
        </p:spPr>
        <p:txBody>
          <a:bodyPr anchorCtr="0" anchor="ctr"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26" name="Google Shape;126;p165"/>
          <p:cNvSpPr txBox="1"/>
          <p:nvPr>
            <p:ph idx="1" type="body"/>
          </p:nvPr>
        </p:nvSpPr>
        <p:spPr>
          <a:xfrm>
            <a:off x="1689117" y="3238499"/>
            <a:ext cx="21005799" cy="9207501"/>
          </a:xfrm>
          <a:prstGeom prst="rect">
            <a:avLst/>
          </a:prstGeom>
          <a:noFill/>
          <a:ln>
            <a:noFill/>
          </a:ln>
        </p:spPr>
        <p:txBody>
          <a:bodyPr anchorCtr="0" anchor="ctr" bIns="50750" lIns="50750" spcFirstLastPara="1" rIns="50750" wrap="square" tIns="5075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7" name="Google Shape;127;p165"/>
          <p:cNvSpPr txBox="1"/>
          <p:nvPr>
            <p:ph idx="12" type="sldNum"/>
          </p:nvPr>
        </p:nvSpPr>
        <p:spPr>
          <a:xfrm>
            <a:off x="17255670" y="12712700"/>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4">
    <p:spTree>
      <p:nvGrpSpPr>
        <p:cNvPr id="128" name="Shape 128"/>
        <p:cNvGrpSpPr/>
        <p:nvPr/>
      </p:nvGrpSpPr>
      <p:grpSpPr>
        <a:xfrm>
          <a:off x="0" y="0"/>
          <a:ext cx="0" cy="0"/>
          <a:chOff x="0" y="0"/>
          <a:chExt cx="0" cy="0"/>
        </a:xfrm>
      </p:grpSpPr>
      <p:sp>
        <p:nvSpPr>
          <p:cNvPr id="129" name="Google Shape;129;p166"/>
          <p:cNvSpPr txBox="1"/>
          <p:nvPr>
            <p:ph type="title"/>
          </p:nvPr>
        </p:nvSpPr>
        <p:spPr>
          <a:xfrm>
            <a:off x="1778014" y="2298701"/>
            <a:ext cx="20828003" cy="4648201"/>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0" name="Google Shape;130;p166"/>
          <p:cNvSpPr txBox="1"/>
          <p:nvPr>
            <p:ph idx="1" type="body"/>
          </p:nvPr>
        </p:nvSpPr>
        <p:spPr>
          <a:xfrm>
            <a:off x="1778014" y="7073902"/>
            <a:ext cx="20828003" cy="1587501"/>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1" name="Google Shape;131;p166"/>
          <p:cNvSpPr txBox="1"/>
          <p:nvPr>
            <p:ph idx="12" type="sldNum"/>
          </p:nvPr>
        </p:nvSpPr>
        <p:spPr>
          <a:xfrm>
            <a:off x="11966132" y="13081001"/>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2">
    <p:spTree>
      <p:nvGrpSpPr>
        <p:cNvPr id="132" name="Shape 132"/>
        <p:cNvGrpSpPr/>
        <p:nvPr/>
      </p:nvGrpSpPr>
      <p:grpSpPr>
        <a:xfrm>
          <a:off x="0" y="0"/>
          <a:ext cx="0" cy="0"/>
          <a:chOff x="0" y="0"/>
          <a:chExt cx="0" cy="0"/>
        </a:xfrm>
      </p:grpSpPr>
      <p:sp>
        <p:nvSpPr>
          <p:cNvPr id="133" name="Google Shape;133;p167"/>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4" name="Google Shape;134;p16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2">
    <p:spTree>
      <p:nvGrpSpPr>
        <p:cNvPr id="135" name="Shape 135"/>
        <p:cNvGrpSpPr/>
        <p:nvPr/>
      </p:nvGrpSpPr>
      <p:grpSpPr>
        <a:xfrm>
          <a:off x="0" y="0"/>
          <a:ext cx="0" cy="0"/>
          <a:chOff x="0" y="0"/>
          <a:chExt cx="0" cy="0"/>
        </a:xfrm>
      </p:grpSpPr>
      <p:sp>
        <p:nvSpPr>
          <p:cNvPr id="136" name="Google Shape;136;p168"/>
          <p:cNvSpPr txBox="1"/>
          <p:nvPr>
            <p:ph idx="1" type="body"/>
          </p:nvPr>
        </p:nvSpPr>
        <p:spPr>
          <a:xfrm>
            <a:off x="2387600" y="8953500"/>
            <a:ext cx="19621500" cy="5842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7" name="Google Shape;137;p168"/>
          <p:cNvSpPr txBox="1"/>
          <p:nvPr>
            <p:ph idx="2" type="body"/>
          </p:nvPr>
        </p:nvSpPr>
        <p:spPr>
          <a:xfrm>
            <a:off x="2387600" y="6070599"/>
            <a:ext cx="19621500" cy="838201"/>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Light"/>
              <a:buNone/>
              <a:defRPr sz="4800">
                <a:latin typeface="Helvetica Neue Light"/>
                <a:ea typeface="Helvetica Neue Light"/>
                <a:cs typeface="Helvetica Neue Light"/>
                <a:sym typeface="Helvetica Neue Light"/>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8" name="Google Shape;138;p16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3">
    <p:spTree>
      <p:nvGrpSpPr>
        <p:cNvPr id="139" name="Shape 139"/>
        <p:cNvGrpSpPr/>
        <p:nvPr/>
      </p:nvGrpSpPr>
      <p:grpSpPr>
        <a:xfrm>
          <a:off x="0" y="0"/>
          <a:ext cx="0" cy="0"/>
          <a:chOff x="0" y="0"/>
          <a:chExt cx="0" cy="0"/>
        </a:xfrm>
      </p:grpSpPr>
      <p:sp>
        <p:nvSpPr>
          <p:cNvPr id="140" name="Google Shape;140;p169"/>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1" name="Google Shape;141;p169"/>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42" name="Google Shape;142;p169"/>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5">
    <p:spTree>
      <p:nvGrpSpPr>
        <p:cNvPr id="143" name="Shape 143"/>
        <p:cNvGrpSpPr/>
        <p:nvPr/>
      </p:nvGrpSpPr>
      <p:grpSpPr>
        <a:xfrm>
          <a:off x="0" y="0"/>
          <a:ext cx="0" cy="0"/>
          <a:chOff x="0" y="0"/>
          <a:chExt cx="0" cy="0"/>
        </a:xfrm>
      </p:grpSpPr>
      <p:sp>
        <p:nvSpPr>
          <p:cNvPr id="144" name="Google Shape;144;p170"/>
          <p:cNvSpPr txBox="1"/>
          <p:nvPr>
            <p:ph type="title"/>
          </p:nvPr>
        </p:nvSpPr>
        <p:spPr>
          <a:xfrm>
            <a:off x="8053089" y="4296295"/>
            <a:ext cx="8277822" cy="2611935"/>
          </a:xfrm>
          <a:prstGeom prst="rect">
            <a:avLst/>
          </a:prstGeom>
          <a:noFill/>
          <a:ln>
            <a:noFill/>
          </a:ln>
        </p:spPr>
        <p:txBody>
          <a:bodyPr anchorCtr="0" anchor="b" bIns="40175" lIns="40175" spcFirstLastPara="1" rIns="40175" wrap="square" tIns="40175">
            <a:normAutofit/>
          </a:bodyPr>
          <a:lstStyle>
            <a:lvl1pPr lvl="0" algn="ctr">
              <a:lnSpc>
                <a:spcPct val="100000"/>
              </a:lnSpc>
              <a:spcBef>
                <a:spcPts val="0"/>
              </a:spcBef>
              <a:spcAft>
                <a:spcPts val="0"/>
              </a:spcAft>
              <a:buClr>
                <a:srgbClr val="000000"/>
              </a:buClr>
              <a:buSzPts val="10600"/>
              <a:buFont typeface="Helvetica Neue Light"/>
              <a:buNone/>
              <a:defRPr sz="10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5" name="Google Shape;145;p170"/>
          <p:cNvSpPr txBox="1"/>
          <p:nvPr>
            <p:ph idx="1" type="body"/>
          </p:nvPr>
        </p:nvSpPr>
        <p:spPr>
          <a:xfrm>
            <a:off x="8053089" y="6978550"/>
            <a:ext cx="8277822" cy="894086"/>
          </a:xfrm>
          <a:prstGeom prst="rect">
            <a:avLst/>
          </a:prstGeom>
          <a:noFill/>
          <a:ln>
            <a:noFill/>
          </a:ln>
        </p:spPr>
        <p:txBody>
          <a:bodyPr anchorCtr="0" anchor="t" bIns="40175" lIns="40175" spcFirstLastPara="1" rIns="40175" wrap="square" tIns="40175">
            <a:normAutofit/>
          </a:bodyPr>
          <a:lstStyle>
            <a:lvl1pPr indent="-228600" lvl="0" marL="4572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46" name="Google Shape;146;p170"/>
          <p:cNvSpPr txBox="1"/>
          <p:nvPr>
            <p:ph idx="12" type="sldNum"/>
          </p:nvPr>
        </p:nvSpPr>
        <p:spPr>
          <a:xfrm>
            <a:off x="12013341" y="10318812"/>
            <a:ext cx="347272" cy="359768"/>
          </a:xfrm>
          <a:prstGeom prst="rect">
            <a:avLst/>
          </a:prstGeom>
          <a:noFill/>
          <a:ln>
            <a:noFill/>
          </a:ln>
        </p:spPr>
        <p:txBody>
          <a:bodyPr anchorCtr="0" anchor="t" bIns="40175" lIns="40175" spcFirstLastPara="1" rIns="40175" wrap="square" tIns="40175">
            <a:spAutoFit/>
          </a:bodyPr>
          <a:lstStyle>
            <a:lvl1pPr indent="0" lvl="0"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6">
    <p:spTree>
      <p:nvGrpSpPr>
        <p:cNvPr id="147" name="Shape 147"/>
        <p:cNvGrpSpPr/>
        <p:nvPr/>
      </p:nvGrpSpPr>
      <p:grpSpPr>
        <a:xfrm>
          <a:off x="0" y="0"/>
          <a:ext cx="0" cy="0"/>
          <a:chOff x="0" y="0"/>
          <a:chExt cx="0" cy="0"/>
        </a:xfrm>
      </p:grpSpPr>
      <p:sp>
        <p:nvSpPr>
          <p:cNvPr id="148" name="Google Shape;148;p171"/>
          <p:cNvSpPr txBox="1"/>
          <p:nvPr>
            <p:ph type="title"/>
          </p:nvPr>
        </p:nvSpPr>
        <p:spPr>
          <a:xfrm>
            <a:off x="6673453" y="3442394"/>
            <a:ext cx="11037095" cy="3482579"/>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Light"/>
              <a:buNone/>
              <a:defRPr sz="10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9" name="Google Shape;149;p171"/>
          <p:cNvSpPr txBox="1"/>
          <p:nvPr>
            <p:ph idx="1" type="body"/>
          </p:nvPr>
        </p:nvSpPr>
        <p:spPr>
          <a:xfrm>
            <a:off x="6673453" y="7018734"/>
            <a:ext cx="11037095" cy="1192114"/>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50" name="Google Shape;150;p171"/>
          <p:cNvSpPr txBox="1"/>
          <p:nvPr>
            <p:ph idx="12" type="sldNum"/>
          </p:nvPr>
        </p:nvSpPr>
        <p:spPr>
          <a:xfrm>
            <a:off x="11970028" y="11472416"/>
            <a:ext cx="430550" cy="437357"/>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3">
    <p:spTree>
      <p:nvGrpSpPr>
        <p:cNvPr id="151" name="Shape 151"/>
        <p:cNvGrpSpPr/>
        <p:nvPr/>
      </p:nvGrpSpPr>
      <p:grpSpPr>
        <a:xfrm>
          <a:off x="0" y="0"/>
          <a:ext cx="0" cy="0"/>
          <a:chOff x="0" y="0"/>
          <a:chExt cx="0" cy="0"/>
        </a:xfrm>
      </p:grpSpPr>
      <p:sp>
        <p:nvSpPr>
          <p:cNvPr id="152" name="Google Shape;152;p172"/>
          <p:cNvSpPr txBox="1"/>
          <p:nvPr>
            <p:ph type="title"/>
          </p:nvPr>
        </p:nvSpPr>
        <p:spPr>
          <a:xfrm>
            <a:off x="4387453" y="625078"/>
            <a:ext cx="15609094" cy="3036094"/>
          </a:xfrm>
          <a:prstGeom prst="rect">
            <a:avLst/>
          </a:prstGeom>
          <a:noFill/>
          <a:ln>
            <a:noFill/>
          </a:ln>
        </p:spPr>
        <p:txBody>
          <a:bodyPr anchorCtr="0" anchor="ctr" bIns="71425" lIns="71425" spcFirstLastPara="1" rIns="71425" wrap="square" tIns="7142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3" name="Google Shape;153;p172"/>
          <p:cNvSpPr txBox="1"/>
          <p:nvPr>
            <p:ph idx="12" type="sldNum"/>
          </p:nvPr>
        </p:nvSpPr>
        <p:spPr>
          <a:xfrm>
            <a:off x="11935814" y="13010554"/>
            <a:ext cx="494513" cy="511176"/>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7">
    <p:spTree>
      <p:nvGrpSpPr>
        <p:cNvPr id="154" name="Shape 154"/>
        <p:cNvGrpSpPr/>
        <p:nvPr/>
      </p:nvGrpSpPr>
      <p:grpSpPr>
        <a:xfrm>
          <a:off x="0" y="0"/>
          <a:ext cx="0" cy="0"/>
          <a:chOff x="0" y="0"/>
          <a:chExt cx="0" cy="0"/>
        </a:xfrm>
      </p:grpSpPr>
      <p:sp>
        <p:nvSpPr>
          <p:cNvPr id="155" name="Google Shape;155;p173"/>
          <p:cNvSpPr txBox="1"/>
          <p:nvPr>
            <p:ph type="title"/>
          </p:nvPr>
        </p:nvSpPr>
        <p:spPr>
          <a:xfrm>
            <a:off x="6673453" y="3442394"/>
            <a:ext cx="11037095" cy="3482579"/>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a:buNone/>
              <a:defRPr sz="10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6" name="Google Shape;156;p173"/>
          <p:cNvSpPr txBox="1"/>
          <p:nvPr>
            <p:ph idx="1" type="body"/>
          </p:nvPr>
        </p:nvSpPr>
        <p:spPr>
          <a:xfrm>
            <a:off x="6673453" y="7018734"/>
            <a:ext cx="11037095" cy="1192114"/>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1pPr>
            <a:lvl2pPr indent="-228600" lvl="1" marL="9144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2pPr>
            <a:lvl3pPr indent="-228600" lvl="2" marL="13716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3pPr>
            <a:lvl4pPr indent="-228600" lvl="3" marL="18288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4pPr>
            <a:lvl5pPr indent="-228600" lvl="4" marL="22860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57" name="Google Shape;157;p173"/>
          <p:cNvSpPr txBox="1"/>
          <p:nvPr>
            <p:ph idx="12" type="sldNum"/>
          </p:nvPr>
        </p:nvSpPr>
        <p:spPr>
          <a:xfrm>
            <a:off x="11970028" y="11472416"/>
            <a:ext cx="430550" cy="437357"/>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4">
    <p:spTree>
      <p:nvGrpSpPr>
        <p:cNvPr id="158" name="Shape 158"/>
        <p:cNvGrpSpPr/>
        <p:nvPr/>
      </p:nvGrpSpPr>
      <p:grpSpPr>
        <a:xfrm>
          <a:off x="0" y="0"/>
          <a:ext cx="0" cy="0"/>
          <a:chOff x="0" y="0"/>
          <a:chExt cx="0" cy="0"/>
        </a:xfrm>
      </p:grpSpPr>
      <p:sp>
        <p:nvSpPr>
          <p:cNvPr id="159" name="Google Shape;159;p174"/>
          <p:cNvSpPr txBox="1"/>
          <p:nvPr>
            <p:ph type="title"/>
          </p:nvPr>
        </p:nvSpPr>
        <p:spPr>
          <a:xfrm>
            <a:off x="1689100" y="9525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0" name="Google Shape;160;p174"/>
          <p:cNvSpPr txBox="1"/>
          <p:nvPr>
            <p:ph idx="1" type="body"/>
          </p:nvPr>
        </p:nvSpPr>
        <p:spPr>
          <a:xfrm>
            <a:off x="1689100" y="3238500"/>
            <a:ext cx="21005800" cy="9207500"/>
          </a:xfrm>
          <a:prstGeom prst="rect">
            <a:avLst/>
          </a:prstGeom>
          <a:noFill/>
          <a:ln>
            <a:noFill/>
          </a:ln>
        </p:spPr>
        <p:txBody>
          <a:bodyPr anchorCtr="0" anchor="ctr" bIns="50800" lIns="50800" spcFirstLastPara="1" rIns="50800" wrap="square" tIns="5080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1" name="Google Shape;161;p174"/>
          <p:cNvSpPr txBox="1"/>
          <p:nvPr>
            <p:ph idx="12" type="sldNum"/>
          </p:nvPr>
        </p:nvSpPr>
        <p:spPr>
          <a:xfrm>
            <a:off x="11959031" y="13081000"/>
            <a:ext cx="453238" cy="469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8">
    <p:spTree>
      <p:nvGrpSpPr>
        <p:cNvPr id="162" name="Shape 162"/>
        <p:cNvGrpSpPr/>
        <p:nvPr/>
      </p:nvGrpSpPr>
      <p:grpSpPr>
        <a:xfrm>
          <a:off x="0" y="0"/>
          <a:ext cx="0" cy="0"/>
          <a:chOff x="0" y="0"/>
          <a:chExt cx="0" cy="0"/>
        </a:xfrm>
      </p:grpSpPr>
      <p:sp>
        <p:nvSpPr>
          <p:cNvPr id="163" name="Google Shape;163;p175"/>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4" name="Google Shape;164;p175"/>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5" name="Google Shape;165;p175"/>
          <p:cNvSpPr txBox="1"/>
          <p:nvPr>
            <p:ph idx="12" type="sldNum"/>
          </p:nvPr>
        </p:nvSpPr>
        <p:spPr>
          <a:xfrm>
            <a:off x="11959031" y="13081000"/>
            <a:ext cx="453238" cy="469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3">
    <p:spTree>
      <p:nvGrpSpPr>
        <p:cNvPr id="166" name="Shape 166"/>
        <p:cNvGrpSpPr/>
        <p:nvPr/>
      </p:nvGrpSpPr>
      <p:grpSpPr>
        <a:xfrm>
          <a:off x="0" y="0"/>
          <a:ext cx="0" cy="0"/>
          <a:chOff x="0" y="0"/>
          <a:chExt cx="0" cy="0"/>
        </a:xfrm>
      </p:grpSpPr>
      <p:sp>
        <p:nvSpPr>
          <p:cNvPr id="167" name="Google Shape;167;p176"/>
          <p:cNvSpPr txBox="1"/>
          <p:nvPr>
            <p:ph type="title"/>
          </p:nvPr>
        </p:nvSpPr>
        <p:spPr>
          <a:xfrm>
            <a:off x="4305299" y="2262187"/>
            <a:ext cx="15773403" cy="1988345"/>
          </a:xfrm>
          <a:prstGeom prst="rect">
            <a:avLst/>
          </a:prstGeom>
          <a:noFill/>
          <a:ln>
            <a:noFill/>
          </a:ln>
        </p:spPr>
        <p:txBody>
          <a:bodyPr anchorCtr="0" anchor="ctr" bIns="68575" lIns="68575" spcFirstLastPara="1" rIns="68575" wrap="square" tIns="68575">
            <a:normAutofit/>
          </a:bodyPr>
          <a:lstStyle>
            <a:lvl1pPr lvl="0" algn="l">
              <a:lnSpc>
                <a:spcPct val="90000"/>
              </a:lnSpc>
              <a:spcBef>
                <a:spcPts val="0"/>
              </a:spcBef>
              <a:spcAft>
                <a:spcPts val="0"/>
              </a:spcAft>
              <a:buClr>
                <a:srgbClr val="000000"/>
              </a:buClr>
              <a:buSzPts val="8600"/>
              <a:buFont typeface="Helvetica Neue Light"/>
              <a:buNone/>
              <a:defRPr sz="8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8" name="Google Shape;168;p176"/>
          <p:cNvSpPr txBox="1"/>
          <p:nvPr>
            <p:ph idx="1" type="body"/>
          </p:nvPr>
        </p:nvSpPr>
        <p:spPr>
          <a:xfrm>
            <a:off x="4305299" y="4452937"/>
            <a:ext cx="15773403" cy="6527008"/>
          </a:xfrm>
          <a:prstGeom prst="rect">
            <a:avLst/>
          </a:prstGeom>
          <a:noFill/>
          <a:ln>
            <a:noFill/>
          </a:ln>
        </p:spPr>
        <p:txBody>
          <a:bodyPr anchorCtr="0" anchor="t" bIns="68575" lIns="68575" spcFirstLastPara="1" rIns="68575" wrap="square" tIns="68575">
            <a:normAutofit/>
          </a:bodyPr>
          <a:lstStyle>
            <a:lvl1pPr indent="-558800" lvl="0" marL="4572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1pPr>
            <a:lvl2pPr indent="-558800" lvl="1" marL="9144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2pPr>
            <a:lvl3pPr indent="-558800" lvl="2" marL="13716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3pPr>
            <a:lvl4pPr indent="-558800" lvl="3" marL="18288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4pPr>
            <a:lvl5pPr indent="-558800" lvl="4" marL="22860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9" name="Google Shape;169;p176"/>
          <p:cNvSpPr txBox="1"/>
          <p:nvPr>
            <p:ph idx="12" type="sldNum"/>
          </p:nvPr>
        </p:nvSpPr>
        <p:spPr>
          <a:xfrm>
            <a:off x="19618147" y="11286891"/>
            <a:ext cx="460554" cy="471956"/>
          </a:xfrm>
          <a:prstGeom prst="rect">
            <a:avLst/>
          </a:prstGeom>
          <a:noFill/>
          <a:ln>
            <a:noFill/>
          </a:ln>
        </p:spPr>
        <p:txBody>
          <a:bodyPr anchorCtr="0" anchor="ctr" bIns="68575" lIns="68575" spcFirstLastPara="1" rIns="68575" wrap="square" tIns="68575">
            <a:spAutoFit/>
          </a:bodyPr>
          <a:lstStyle>
            <a:lvl1pPr indent="0" lvl="0" marL="0" marR="0" algn="r">
              <a:lnSpc>
                <a:spcPct val="100000"/>
              </a:lnSpc>
              <a:spcBef>
                <a:spcPts val="0"/>
              </a:spcBef>
              <a:spcAft>
                <a:spcPts val="0"/>
              </a:spcAft>
              <a:buClr>
                <a:srgbClr val="888888"/>
              </a:buClr>
              <a:buSzPts val="2200"/>
              <a:buFont typeface="Helvetica Neue Light"/>
              <a:buNone/>
              <a:defRPr sz="2200">
                <a:solidFill>
                  <a:srgbClr val="888888"/>
                </a:solidFill>
              </a:defRPr>
            </a:lvl1pPr>
            <a:lvl2pPr indent="0" lvl="1" marL="0" marR="0" algn="r">
              <a:lnSpc>
                <a:spcPct val="100000"/>
              </a:lnSpc>
              <a:spcBef>
                <a:spcPts val="0"/>
              </a:spcBef>
              <a:spcAft>
                <a:spcPts val="0"/>
              </a:spcAft>
              <a:buClr>
                <a:srgbClr val="888888"/>
              </a:buClr>
              <a:buSzPts val="2200"/>
              <a:buFont typeface="Helvetica Neue Light"/>
              <a:buNone/>
              <a:defRPr sz="2200">
                <a:solidFill>
                  <a:srgbClr val="888888"/>
                </a:solidFill>
              </a:defRPr>
            </a:lvl2pPr>
            <a:lvl3pPr indent="0" lvl="2" marL="0" marR="0" algn="r">
              <a:lnSpc>
                <a:spcPct val="100000"/>
              </a:lnSpc>
              <a:spcBef>
                <a:spcPts val="0"/>
              </a:spcBef>
              <a:spcAft>
                <a:spcPts val="0"/>
              </a:spcAft>
              <a:buClr>
                <a:srgbClr val="888888"/>
              </a:buClr>
              <a:buSzPts val="2200"/>
              <a:buFont typeface="Helvetica Neue Light"/>
              <a:buNone/>
              <a:defRPr sz="2200">
                <a:solidFill>
                  <a:srgbClr val="888888"/>
                </a:solidFill>
              </a:defRPr>
            </a:lvl3pPr>
            <a:lvl4pPr indent="0" lvl="3" marL="0" marR="0" algn="r">
              <a:lnSpc>
                <a:spcPct val="100000"/>
              </a:lnSpc>
              <a:spcBef>
                <a:spcPts val="0"/>
              </a:spcBef>
              <a:spcAft>
                <a:spcPts val="0"/>
              </a:spcAft>
              <a:buClr>
                <a:srgbClr val="888888"/>
              </a:buClr>
              <a:buSzPts val="2200"/>
              <a:buFont typeface="Helvetica Neue Light"/>
              <a:buNone/>
              <a:defRPr sz="2200">
                <a:solidFill>
                  <a:srgbClr val="888888"/>
                </a:solidFill>
              </a:defRPr>
            </a:lvl4pPr>
            <a:lvl5pPr indent="0" lvl="4" marL="0" marR="0" algn="r">
              <a:lnSpc>
                <a:spcPct val="100000"/>
              </a:lnSpc>
              <a:spcBef>
                <a:spcPts val="0"/>
              </a:spcBef>
              <a:spcAft>
                <a:spcPts val="0"/>
              </a:spcAft>
              <a:buClr>
                <a:srgbClr val="888888"/>
              </a:buClr>
              <a:buSzPts val="2200"/>
              <a:buFont typeface="Helvetica Neue Light"/>
              <a:buNone/>
              <a:defRPr sz="2200">
                <a:solidFill>
                  <a:srgbClr val="888888"/>
                </a:solidFill>
              </a:defRPr>
            </a:lvl5pPr>
            <a:lvl6pPr indent="0" lvl="5" marL="0" marR="0" algn="r">
              <a:lnSpc>
                <a:spcPct val="100000"/>
              </a:lnSpc>
              <a:spcBef>
                <a:spcPts val="0"/>
              </a:spcBef>
              <a:spcAft>
                <a:spcPts val="0"/>
              </a:spcAft>
              <a:buClr>
                <a:srgbClr val="888888"/>
              </a:buClr>
              <a:buSzPts val="2200"/>
              <a:buFont typeface="Helvetica Neue Light"/>
              <a:buNone/>
              <a:defRPr sz="2200">
                <a:solidFill>
                  <a:srgbClr val="888888"/>
                </a:solidFill>
              </a:defRPr>
            </a:lvl6pPr>
            <a:lvl7pPr indent="0" lvl="6" marL="0" marR="0" algn="r">
              <a:lnSpc>
                <a:spcPct val="100000"/>
              </a:lnSpc>
              <a:spcBef>
                <a:spcPts val="0"/>
              </a:spcBef>
              <a:spcAft>
                <a:spcPts val="0"/>
              </a:spcAft>
              <a:buClr>
                <a:srgbClr val="888888"/>
              </a:buClr>
              <a:buSzPts val="2200"/>
              <a:buFont typeface="Helvetica Neue Light"/>
              <a:buNone/>
              <a:defRPr sz="2200">
                <a:solidFill>
                  <a:srgbClr val="888888"/>
                </a:solidFill>
              </a:defRPr>
            </a:lvl7pPr>
            <a:lvl8pPr indent="0" lvl="7" marL="0" marR="0" algn="r">
              <a:lnSpc>
                <a:spcPct val="100000"/>
              </a:lnSpc>
              <a:spcBef>
                <a:spcPts val="0"/>
              </a:spcBef>
              <a:spcAft>
                <a:spcPts val="0"/>
              </a:spcAft>
              <a:buClr>
                <a:srgbClr val="888888"/>
              </a:buClr>
              <a:buSzPts val="2200"/>
              <a:buFont typeface="Helvetica Neue Light"/>
              <a:buNone/>
              <a:defRPr sz="2200">
                <a:solidFill>
                  <a:srgbClr val="888888"/>
                </a:solidFill>
              </a:defRPr>
            </a:lvl8pPr>
            <a:lvl9pPr indent="0" lvl="8" marL="0" marR="0" algn="r">
              <a:lnSpc>
                <a:spcPct val="100000"/>
              </a:lnSpc>
              <a:spcBef>
                <a:spcPts val="0"/>
              </a:spcBef>
              <a:spcAft>
                <a:spcPts val="0"/>
              </a:spcAft>
              <a:buClr>
                <a:srgbClr val="888888"/>
              </a:buClr>
              <a:buSzPts val="2200"/>
              <a:buFont typeface="Helvetica Neue Light"/>
              <a:buNone/>
              <a:defRPr sz="2200">
                <a:solidFill>
                  <a:srgbClr val="888888"/>
                </a:solidFill>
              </a:defRPr>
            </a:lvl9pPr>
          </a:lstStyle>
          <a:p>
            <a:pPr indent="0" lvl="0" marL="0" rtl="0" algn="r">
              <a:spcBef>
                <a:spcPts val="0"/>
              </a:spcBef>
              <a:spcAft>
                <a:spcPts val="0"/>
              </a:spcAft>
              <a:buNone/>
            </a:pPr>
            <a:fld id="{00000000-1234-1234-1234-123412341234}" type="slidenum">
              <a:rPr lang="en-US"/>
              <a:t>‹#›</a:t>
            </a:fld>
            <a:endParaRPr sz="2400">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4">
    <p:spTree>
      <p:nvGrpSpPr>
        <p:cNvPr id="170" name="Shape 170"/>
        <p:cNvGrpSpPr/>
        <p:nvPr/>
      </p:nvGrpSpPr>
      <p:grpSpPr>
        <a:xfrm>
          <a:off x="0" y="0"/>
          <a:ext cx="0" cy="0"/>
          <a:chOff x="0" y="0"/>
          <a:chExt cx="0" cy="0"/>
        </a:xfrm>
      </p:grpSpPr>
      <p:sp>
        <p:nvSpPr>
          <p:cNvPr id="171" name="Google Shape;171;p177"/>
          <p:cNvSpPr txBox="1"/>
          <p:nvPr>
            <p:ph type="title"/>
          </p:nvPr>
        </p:nvSpPr>
        <p:spPr>
          <a:xfrm>
            <a:off x="3962400" y="0"/>
            <a:ext cx="16459200" cy="178435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2" name="Google Shape;172;p177"/>
          <p:cNvSpPr txBox="1"/>
          <p:nvPr>
            <p:ph idx="1" type="body"/>
          </p:nvPr>
        </p:nvSpPr>
        <p:spPr>
          <a:xfrm>
            <a:off x="3962400" y="2162175"/>
            <a:ext cx="16459200" cy="10090151"/>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3" name="Google Shape;173;p177"/>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5">
    <p:spTree>
      <p:nvGrpSpPr>
        <p:cNvPr id="174" name="Shape 174"/>
        <p:cNvGrpSpPr/>
        <p:nvPr/>
      </p:nvGrpSpPr>
      <p:grpSpPr>
        <a:xfrm>
          <a:off x="0" y="0"/>
          <a:ext cx="0" cy="0"/>
          <a:chOff x="0" y="0"/>
          <a:chExt cx="0" cy="0"/>
        </a:xfrm>
      </p:grpSpPr>
      <p:sp>
        <p:nvSpPr>
          <p:cNvPr id="175" name="Google Shape;175;p178"/>
          <p:cNvSpPr/>
          <p:nvPr/>
        </p:nvSpPr>
        <p:spPr>
          <a:xfrm>
            <a:off x="3048000" y="441571"/>
            <a:ext cx="18288000" cy="457201"/>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76" name="Google Shape;176;p178"/>
          <p:cNvSpPr txBox="1"/>
          <p:nvPr>
            <p:ph type="title"/>
          </p:nvPr>
        </p:nvSpPr>
        <p:spPr>
          <a:xfrm>
            <a:off x="3962400" y="1066800"/>
            <a:ext cx="16459200" cy="1981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D2533C"/>
              </a:buClr>
              <a:buSzPts val="8000"/>
              <a:buFont typeface="Helvetica Neue"/>
              <a:buNone/>
              <a:defRPr sz="8000">
                <a:solidFill>
                  <a:srgbClr val="D2533C"/>
                </a:solidFill>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7" name="Google Shape;177;p178"/>
          <p:cNvSpPr txBox="1"/>
          <p:nvPr>
            <p:ph idx="1" type="body"/>
          </p:nvPr>
        </p:nvSpPr>
        <p:spPr>
          <a:xfrm>
            <a:off x="3962400" y="3200400"/>
            <a:ext cx="16459200" cy="9753600"/>
          </a:xfrm>
          <a:prstGeom prst="rect">
            <a:avLst/>
          </a:prstGeom>
          <a:noFill/>
          <a:ln>
            <a:noFill/>
          </a:ln>
        </p:spPr>
        <p:txBody>
          <a:bodyPr anchorCtr="0" anchor="t" bIns="91425" lIns="91425" spcFirstLastPara="1" rIns="91425" wrap="square" tIns="91425">
            <a:normAutofit/>
          </a:bodyPr>
          <a:lstStyle>
            <a:lvl1pPr indent="-487680" lvl="0" marL="457200" algn="l">
              <a:lnSpc>
                <a:spcPct val="100000"/>
              </a:lnSpc>
              <a:spcBef>
                <a:spcPts val="1100"/>
              </a:spcBef>
              <a:spcAft>
                <a:spcPts val="0"/>
              </a:spcAft>
              <a:buClr>
                <a:srgbClr val="93A299"/>
              </a:buClr>
              <a:buSzPts val="4080"/>
              <a:buFont typeface="Helvetica Neue"/>
              <a:buChar char="•"/>
              <a:defRPr sz="4800">
                <a:solidFill>
                  <a:srgbClr val="292934"/>
                </a:solidFill>
              </a:defRPr>
            </a:lvl1pPr>
            <a:lvl2pPr indent="-487680" lvl="1" marL="914400" algn="l">
              <a:lnSpc>
                <a:spcPct val="100000"/>
              </a:lnSpc>
              <a:spcBef>
                <a:spcPts val="1100"/>
              </a:spcBef>
              <a:spcAft>
                <a:spcPts val="0"/>
              </a:spcAft>
              <a:buClr>
                <a:srgbClr val="93A299"/>
              </a:buClr>
              <a:buSzPts val="4080"/>
              <a:buFont typeface="Helvetica Neue"/>
              <a:buChar char="•"/>
              <a:defRPr sz="4800">
                <a:solidFill>
                  <a:srgbClr val="292934"/>
                </a:solidFill>
              </a:defRPr>
            </a:lvl2pPr>
            <a:lvl3pPr indent="-502919" lvl="2" marL="1371600" algn="l">
              <a:lnSpc>
                <a:spcPct val="100000"/>
              </a:lnSpc>
              <a:spcBef>
                <a:spcPts val="1100"/>
              </a:spcBef>
              <a:spcAft>
                <a:spcPts val="0"/>
              </a:spcAft>
              <a:buClr>
                <a:srgbClr val="93A299"/>
              </a:buClr>
              <a:buSzPts val="4320"/>
              <a:buFont typeface="Helvetica Neue"/>
              <a:buChar char="•"/>
              <a:defRPr sz="4800">
                <a:solidFill>
                  <a:srgbClr val="292934"/>
                </a:solidFill>
              </a:defRPr>
            </a:lvl3pPr>
            <a:lvl4pPr indent="-533400" lvl="3" marL="1828800" algn="l">
              <a:lnSpc>
                <a:spcPct val="100000"/>
              </a:lnSpc>
              <a:spcBef>
                <a:spcPts val="1100"/>
              </a:spcBef>
              <a:spcAft>
                <a:spcPts val="0"/>
              </a:spcAft>
              <a:buClr>
                <a:srgbClr val="93A299"/>
              </a:buClr>
              <a:buSzPts val="4800"/>
              <a:buFont typeface="Helvetica Neue"/>
              <a:buChar char="•"/>
              <a:defRPr sz="4800">
                <a:solidFill>
                  <a:srgbClr val="292934"/>
                </a:solidFill>
              </a:defRPr>
            </a:lvl4pPr>
            <a:lvl5pPr indent="-533400" lvl="4" marL="2286000" algn="l">
              <a:lnSpc>
                <a:spcPct val="100000"/>
              </a:lnSpc>
              <a:spcBef>
                <a:spcPts val="1100"/>
              </a:spcBef>
              <a:spcAft>
                <a:spcPts val="0"/>
              </a:spcAft>
              <a:buClr>
                <a:srgbClr val="93A299"/>
              </a:buClr>
              <a:buSzPts val="4800"/>
              <a:buFont typeface="Helvetica Neue"/>
              <a:buChar char="•"/>
              <a:defRPr sz="4800">
                <a:solidFill>
                  <a:srgbClr val="292934"/>
                </a:solidFil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8" name="Google Shape;178;p178"/>
          <p:cNvSpPr txBox="1"/>
          <p:nvPr>
            <p:ph idx="12" type="sldNum"/>
          </p:nvPr>
        </p:nvSpPr>
        <p:spPr>
          <a:xfrm>
            <a:off x="18288000" y="63577"/>
            <a:ext cx="591008" cy="604366"/>
          </a:xfrm>
          <a:prstGeom prst="rect">
            <a:avLst/>
          </a:prstGeom>
          <a:noFill/>
          <a:ln>
            <a:noFill/>
          </a:ln>
        </p:spPr>
        <p:txBody>
          <a:bodyPr anchorCtr="0" anchor="ctr" bIns="91425" lIns="91425" spcFirstLastPara="1" rIns="91425" wrap="square" tIns="91425">
            <a:spAutoFit/>
          </a:bodyPr>
          <a:lstStyle>
            <a:lvl1pPr indent="0" lvl="0"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b="0" sz="2400">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slide">
  <p:cSld name="Lecture slide">
    <p:spTree>
      <p:nvGrpSpPr>
        <p:cNvPr id="179" name="Shape 179"/>
        <p:cNvGrpSpPr/>
        <p:nvPr/>
      </p:nvGrpSpPr>
      <p:grpSpPr>
        <a:xfrm>
          <a:off x="0" y="0"/>
          <a:ext cx="0" cy="0"/>
          <a:chOff x="0" y="0"/>
          <a:chExt cx="0" cy="0"/>
        </a:xfrm>
      </p:grpSpPr>
      <p:sp>
        <p:nvSpPr>
          <p:cNvPr id="180" name="Google Shape;180;p179"/>
          <p:cNvSpPr txBox="1"/>
          <p:nvPr>
            <p:ph type="title"/>
          </p:nvPr>
        </p:nvSpPr>
        <p:spPr>
          <a:xfrm>
            <a:off x="1689100" y="101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0000"/>
              <a:buFont typeface="Helvetica Neue"/>
              <a:buNone/>
              <a:defRPr sz="100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81" name="Google Shape;181;p179"/>
          <p:cNvSpPr txBox="1"/>
          <p:nvPr>
            <p:ph idx="1" type="body"/>
          </p:nvPr>
        </p:nvSpPr>
        <p:spPr>
          <a:xfrm>
            <a:off x="1689100" y="30988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82" name="Google Shape;182;p179"/>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6">
    <p:spTree>
      <p:nvGrpSpPr>
        <p:cNvPr id="183" name="Shape 183"/>
        <p:cNvGrpSpPr/>
        <p:nvPr/>
      </p:nvGrpSpPr>
      <p:grpSpPr>
        <a:xfrm>
          <a:off x="0" y="0"/>
          <a:ext cx="0" cy="0"/>
          <a:chOff x="0" y="0"/>
          <a:chExt cx="0" cy="0"/>
        </a:xfrm>
      </p:grpSpPr>
      <p:sp>
        <p:nvSpPr>
          <p:cNvPr id="184" name="Google Shape;184;p18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85" name="Google Shape;185;p180"/>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86" name="Google Shape;186;p180"/>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187" name="Shape 187"/>
        <p:cNvGrpSpPr/>
        <p:nvPr/>
      </p:nvGrpSpPr>
      <p:grpSpPr>
        <a:xfrm>
          <a:off x="0" y="0"/>
          <a:ext cx="0" cy="0"/>
          <a:chOff x="0" y="0"/>
          <a:chExt cx="0" cy="0"/>
        </a:xfrm>
      </p:grpSpPr>
      <p:sp>
        <p:nvSpPr>
          <p:cNvPr id="188" name="Google Shape;188;p18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89" name="Google Shape;189;p181"/>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spTree>
      <p:nvGrpSpPr>
        <p:cNvPr id="190" name="Shape 190"/>
        <p:cNvGrpSpPr/>
        <p:nvPr/>
      </p:nvGrpSpPr>
      <p:grpSpPr>
        <a:xfrm>
          <a:off x="0" y="0"/>
          <a:ext cx="0" cy="0"/>
          <a:chOff x="0" y="0"/>
          <a:chExt cx="0" cy="0"/>
        </a:xfrm>
      </p:grpSpPr>
      <p:sp>
        <p:nvSpPr>
          <p:cNvPr id="191" name="Google Shape;191;p18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2" name="Google Shape;192;p182"/>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Light"/>
              <a:buNone/>
              <a:defRPr>
                <a:solidFill>
                  <a:srgbClr val="888888"/>
                </a:solidFill>
              </a:defRPr>
            </a:lvl1pPr>
            <a:lvl2pPr indent="0" lvl="1" marL="0" marR="0" algn="r">
              <a:lnSpc>
                <a:spcPct val="100000"/>
              </a:lnSpc>
              <a:spcBef>
                <a:spcPts val="0"/>
              </a:spcBef>
              <a:spcAft>
                <a:spcPts val="0"/>
              </a:spcAft>
              <a:buClr>
                <a:srgbClr val="888888"/>
              </a:buClr>
              <a:buSzPts val="2400"/>
              <a:buFont typeface="Helvetica Neue Light"/>
              <a:buNone/>
              <a:defRPr>
                <a:solidFill>
                  <a:srgbClr val="888888"/>
                </a:solidFill>
              </a:defRPr>
            </a:lvl2pPr>
            <a:lvl3pPr indent="0" lvl="2" marL="0" marR="0" algn="r">
              <a:lnSpc>
                <a:spcPct val="100000"/>
              </a:lnSpc>
              <a:spcBef>
                <a:spcPts val="0"/>
              </a:spcBef>
              <a:spcAft>
                <a:spcPts val="0"/>
              </a:spcAft>
              <a:buClr>
                <a:srgbClr val="888888"/>
              </a:buClr>
              <a:buSzPts val="2400"/>
              <a:buFont typeface="Helvetica Neue Light"/>
              <a:buNone/>
              <a:defRPr>
                <a:solidFill>
                  <a:srgbClr val="888888"/>
                </a:solidFill>
              </a:defRPr>
            </a:lvl3pPr>
            <a:lvl4pPr indent="0" lvl="3" marL="0" marR="0" algn="r">
              <a:lnSpc>
                <a:spcPct val="100000"/>
              </a:lnSpc>
              <a:spcBef>
                <a:spcPts val="0"/>
              </a:spcBef>
              <a:spcAft>
                <a:spcPts val="0"/>
              </a:spcAft>
              <a:buClr>
                <a:srgbClr val="888888"/>
              </a:buClr>
              <a:buSzPts val="2400"/>
              <a:buFont typeface="Helvetica Neue Light"/>
              <a:buNone/>
              <a:defRPr>
                <a:solidFill>
                  <a:srgbClr val="888888"/>
                </a:solidFill>
              </a:defRPr>
            </a:lvl4pPr>
            <a:lvl5pPr indent="0" lvl="4" marL="0" marR="0" algn="r">
              <a:lnSpc>
                <a:spcPct val="100000"/>
              </a:lnSpc>
              <a:spcBef>
                <a:spcPts val="0"/>
              </a:spcBef>
              <a:spcAft>
                <a:spcPts val="0"/>
              </a:spcAft>
              <a:buClr>
                <a:srgbClr val="888888"/>
              </a:buClr>
              <a:buSzPts val="2400"/>
              <a:buFont typeface="Helvetica Neue Light"/>
              <a:buNone/>
              <a:defRPr>
                <a:solidFill>
                  <a:srgbClr val="888888"/>
                </a:solidFill>
              </a:defRPr>
            </a:lvl5pPr>
            <a:lvl6pPr indent="0" lvl="5" marL="0" marR="0" algn="r">
              <a:lnSpc>
                <a:spcPct val="100000"/>
              </a:lnSpc>
              <a:spcBef>
                <a:spcPts val="0"/>
              </a:spcBef>
              <a:spcAft>
                <a:spcPts val="0"/>
              </a:spcAft>
              <a:buClr>
                <a:srgbClr val="888888"/>
              </a:buClr>
              <a:buSzPts val="2400"/>
              <a:buFont typeface="Helvetica Neue Light"/>
              <a:buNone/>
              <a:defRPr>
                <a:solidFill>
                  <a:srgbClr val="888888"/>
                </a:solidFill>
              </a:defRPr>
            </a:lvl6pPr>
            <a:lvl7pPr indent="0" lvl="6" marL="0" marR="0" algn="r">
              <a:lnSpc>
                <a:spcPct val="100000"/>
              </a:lnSpc>
              <a:spcBef>
                <a:spcPts val="0"/>
              </a:spcBef>
              <a:spcAft>
                <a:spcPts val="0"/>
              </a:spcAft>
              <a:buClr>
                <a:srgbClr val="888888"/>
              </a:buClr>
              <a:buSzPts val="2400"/>
              <a:buFont typeface="Helvetica Neue Light"/>
              <a:buNone/>
              <a:defRPr>
                <a:solidFill>
                  <a:srgbClr val="888888"/>
                </a:solidFill>
              </a:defRPr>
            </a:lvl7pPr>
            <a:lvl8pPr indent="0" lvl="7" marL="0" marR="0" algn="r">
              <a:lnSpc>
                <a:spcPct val="100000"/>
              </a:lnSpc>
              <a:spcBef>
                <a:spcPts val="0"/>
              </a:spcBef>
              <a:spcAft>
                <a:spcPts val="0"/>
              </a:spcAft>
              <a:buClr>
                <a:srgbClr val="888888"/>
              </a:buClr>
              <a:buSzPts val="2400"/>
              <a:buFont typeface="Helvetica Neue Light"/>
              <a:buNone/>
              <a:defRPr>
                <a:solidFill>
                  <a:srgbClr val="888888"/>
                </a:solidFill>
              </a:defRPr>
            </a:lvl8pPr>
            <a:lvl9pPr indent="0" lvl="8" marL="0" marR="0" algn="r">
              <a:lnSpc>
                <a:spcPct val="100000"/>
              </a:lnSpc>
              <a:spcBef>
                <a:spcPts val="0"/>
              </a:spcBef>
              <a:spcAft>
                <a:spcPts val="0"/>
              </a:spcAft>
              <a:buClr>
                <a:srgbClr val="888888"/>
              </a:buClr>
              <a:buSzPts val="2400"/>
              <a:buFont typeface="Helvetica Neue Light"/>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93" name="Shape 193"/>
        <p:cNvGrpSpPr/>
        <p:nvPr/>
      </p:nvGrpSpPr>
      <p:grpSpPr>
        <a:xfrm>
          <a:off x="0" y="0"/>
          <a:ext cx="0" cy="0"/>
          <a:chOff x="0" y="0"/>
          <a:chExt cx="0" cy="0"/>
        </a:xfrm>
      </p:grpSpPr>
      <p:sp>
        <p:nvSpPr>
          <p:cNvPr id="194" name="Google Shape;194;p18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5" name="Google Shape;195;p183"/>
          <p:cNvSpPr txBox="1"/>
          <p:nvPr>
            <p:ph idx="1" type="body"/>
          </p:nvPr>
        </p:nvSpPr>
        <p:spPr>
          <a:xfrm>
            <a:off x="3962400" y="3200400"/>
            <a:ext cx="8077200" cy="9051926"/>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1pPr>
            <a:lvl2pPr indent="-584200" lvl="1" marL="9144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2pPr>
            <a:lvl3pPr indent="-584200" lvl="2" marL="13716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3pPr>
            <a:lvl4pPr indent="-584200" lvl="3" marL="18288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4pPr>
            <a:lvl5pPr indent="-584200" lvl="4" marL="22860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96" name="Google Shape;196;p183"/>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4">
    <p:spTree>
      <p:nvGrpSpPr>
        <p:cNvPr id="197" name="Shape 197"/>
        <p:cNvGrpSpPr/>
        <p:nvPr/>
      </p:nvGrpSpPr>
      <p:grpSpPr>
        <a:xfrm>
          <a:off x="0" y="0"/>
          <a:ext cx="0" cy="0"/>
          <a:chOff x="0" y="0"/>
          <a:chExt cx="0" cy="0"/>
        </a:xfrm>
      </p:grpSpPr>
      <p:sp>
        <p:nvSpPr>
          <p:cNvPr id="198" name="Google Shape;198;p184"/>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9" name="Google Shape;199;p184"/>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5">
    <p:spTree>
      <p:nvGrpSpPr>
        <p:cNvPr id="200" name="Shape 200"/>
        <p:cNvGrpSpPr/>
        <p:nvPr/>
      </p:nvGrpSpPr>
      <p:grpSpPr>
        <a:xfrm>
          <a:off x="0" y="0"/>
          <a:ext cx="0" cy="0"/>
          <a:chOff x="0" y="0"/>
          <a:chExt cx="0" cy="0"/>
        </a:xfrm>
      </p:grpSpPr>
      <p:sp>
        <p:nvSpPr>
          <p:cNvPr id="201" name="Google Shape;201;p185"/>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02" name="Google Shape;202;p185"/>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7">
    <p:spTree>
      <p:nvGrpSpPr>
        <p:cNvPr id="203" name="Shape 203"/>
        <p:cNvGrpSpPr/>
        <p:nvPr/>
      </p:nvGrpSpPr>
      <p:grpSpPr>
        <a:xfrm>
          <a:off x="0" y="0"/>
          <a:ext cx="0" cy="0"/>
          <a:chOff x="0" y="0"/>
          <a:chExt cx="0" cy="0"/>
        </a:xfrm>
      </p:grpSpPr>
      <p:sp>
        <p:nvSpPr>
          <p:cNvPr id="204" name="Google Shape;204;p18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05" name="Google Shape;205;p186"/>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06" name="Google Shape;206;p186"/>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8">
    <p:spTree>
      <p:nvGrpSpPr>
        <p:cNvPr id="207" name="Shape 207"/>
        <p:cNvGrpSpPr/>
        <p:nvPr/>
      </p:nvGrpSpPr>
      <p:grpSpPr>
        <a:xfrm>
          <a:off x="0" y="0"/>
          <a:ext cx="0" cy="0"/>
          <a:chOff x="0" y="0"/>
          <a:chExt cx="0" cy="0"/>
        </a:xfrm>
      </p:grpSpPr>
      <p:sp>
        <p:nvSpPr>
          <p:cNvPr id="208" name="Google Shape;208;p187"/>
          <p:cNvSpPr txBox="1"/>
          <p:nvPr>
            <p:ph type="title"/>
          </p:nvPr>
        </p:nvSpPr>
        <p:spPr>
          <a:xfrm>
            <a:off x="3962400" y="180976"/>
            <a:ext cx="16459200" cy="3019425"/>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09" name="Google Shape;209;p187"/>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10" name="Google Shape;210;p187"/>
          <p:cNvSpPr txBox="1"/>
          <p:nvPr>
            <p:ph idx="12" type="sldNum"/>
          </p:nvPr>
        </p:nvSpPr>
        <p:spPr>
          <a:xfrm>
            <a:off x="17990856" y="12490450"/>
            <a:ext cx="591116" cy="577647"/>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9">
    <p:spTree>
      <p:nvGrpSpPr>
        <p:cNvPr id="211" name="Shape 211"/>
        <p:cNvGrpSpPr/>
        <p:nvPr/>
      </p:nvGrpSpPr>
      <p:grpSpPr>
        <a:xfrm>
          <a:off x="0" y="0"/>
          <a:ext cx="0" cy="0"/>
          <a:chOff x="0" y="0"/>
          <a:chExt cx="0" cy="0"/>
        </a:xfrm>
      </p:grpSpPr>
      <p:sp>
        <p:nvSpPr>
          <p:cNvPr id="212" name="Google Shape;212;p188"/>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3" name="Google Shape;213;p188"/>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14" name="Google Shape;214;p188"/>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0">
    <p:spTree>
      <p:nvGrpSpPr>
        <p:cNvPr id="215" name="Shape 215"/>
        <p:cNvGrpSpPr/>
        <p:nvPr/>
      </p:nvGrpSpPr>
      <p:grpSpPr>
        <a:xfrm>
          <a:off x="0" y="0"/>
          <a:ext cx="0" cy="0"/>
          <a:chOff x="0" y="0"/>
          <a:chExt cx="0" cy="0"/>
        </a:xfrm>
      </p:grpSpPr>
      <p:sp>
        <p:nvSpPr>
          <p:cNvPr id="216" name="Google Shape;216;p189"/>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7" name="Google Shape;217;p189"/>
          <p:cNvSpPr txBox="1"/>
          <p:nvPr>
            <p:ph idx="1" type="body"/>
          </p:nvPr>
        </p:nvSpPr>
        <p:spPr>
          <a:xfrm>
            <a:off x="1219200" y="3200401"/>
            <a:ext cx="21945600" cy="9051927"/>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1pPr>
            <a:lvl2pPr indent="-635000" lvl="1" marL="9144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2pPr>
            <a:lvl3pPr indent="-635000" lvl="2" marL="13716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3pPr>
            <a:lvl4pPr indent="-635000" lvl="3" marL="18288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4pPr>
            <a:lvl5pPr indent="-635000" lvl="4" marL="22860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18" name="Google Shape;218;p189"/>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6">
    <p:spTree>
      <p:nvGrpSpPr>
        <p:cNvPr id="219" name="Shape 219"/>
        <p:cNvGrpSpPr/>
        <p:nvPr/>
      </p:nvGrpSpPr>
      <p:grpSpPr>
        <a:xfrm>
          <a:off x="0" y="0"/>
          <a:ext cx="0" cy="0"/>
          <a:chOff x="0" y="0"/>
          <a:chExt cx="0" cy="0"/>
        </a:xfrm>
      </p:grpSpPr>
      <p:sp>
        <p:nvSpPr>
          <p:cNvPr id="220" name="Google Shape;220;p190"/>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21" name="Google Shape;221;p190"/>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222" name="Shape 222"/>
        <p:cNvGrpSpPr/>
        <p:nvPr/>
      </p:nvGrpSpPr>
      <p:grpSpPr>
        <a:xfrm>
          <a:off x="0" y="0"/>
          <a:ext cx="0" cy="0"/>
          <a:chOff x="0" y="0"/>
          <a:chExt cx="0" cy="0"/>
        </a:xfrm>
      </p:grpSpPr>
      <p:sp>
        <p:nvSpPr>
          <p:cNvPr id="223" name="Google Shape;223;p19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24" name="Google Shape;224;p191"/>
          <p:cNvSpPr txBox="1"/>
          <p:nvPr>
            <p:ph idx="1" type="body"/>
          </p:nvPr>
        </p:nvSpPr>
        <p:spPr>
          <a:xfrm>
            <a:off x="3962400" y="3200400"/>
            <a:ext cx="8077200" cy="9051926"/>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1pPr>
            <a:lvl2pPr indent="-584200" lvl="1" marL="9144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2pPr>
            <a:lvl3pPr indent="-584200" lvl="2" marL="13716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3pPr>
            <a:lvl4pPr indent="-584200" lvl="3" marL="18288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4pPr>
            <a:lvl5pPr indent="-584200" lvl="4" marL="22860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25" name="Google Shape;225;p191"/>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7">
    <p:spTree>
      <p:nvGrpSpPr>
        <p:cNvPr id="226" name="Shape 226"/>
        <p:cNvGrpSpPr/>
        <p:nvPr/>
      </p:nvGrpSpPr>
      <p:grpSpPr>
        <a:xfrm>
          <a:off x="0" y="0"/>
          <a:ext cx="0" cy="0"/>
          <a:chOff x="0" y="0"/>
          <a:chExt cx="0" cy="0"/>
        </a:xfrm>
      </p:grpSpPr>
      <p:sp>
        <p:nvSpPr>
          <p:cNvPr id="227" name="Google Shape;227;p192"/>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28" name="Google Shape;228;p192"/>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8">
    <p:spTree>
      <p:nvGrpSpPr>
        <p:cNvPr id="229" name="Shape 229"/>
        <p:cNvGrpSpPr/>
        <p:nvPr/>
      </p:nvGrpSpPr>
      <p:grpSpPr>
        <a:xfrm>
          <a:off x="0" y="0"/>
          <a:ext cx="0" cy="0"/>
          <a:chOff x="0" y="0"/>
          <a:chExt cx="0" cy="0"/>
        </a:xfrm>
      </p:grpSpPr>
      <p:sp>
        <p:nvSpPr>
          <p:cNvPr id="230" name="Google Shape;230;p193"/>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1" name="Google Shape;231;p193"/>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1">
    <p:spTree>
      <p:nvGrpSpPr>
        <p:cNvPr id="232" name="Shape 232"/>
        <p:cNvGrpSpPr/>
        <p:nvPr/>
      </p:nvGrpSpPr>
      <p:grpSpPr>
        <a:xfrm>
          <a:off x="0" y="0"/>
          <a:ext cx="0" cy="0"/>
          <a:chOff x="0" y="0"/>
          <a:chExt cx="0" cy="0"/>
        </a:xfrm>
      </p:grpSpPr>
      <p:sp>
        <p:nvSpPr>
          <p:cNvPr id="233" name="Google Shape;233;p194"/>
          <p:cNvSpPr txBox="1"/>
          <p:nvPr>
            <p:ph type="title"/>
          </p:nvPr>
        </p:nvSpPr>
        <p:spPr>
          <a:xfrm>
            <a:off x="4419600" y="914400"/>
            <a:ext cx="15544800" cy="2590800"/>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0066"/>
              </a:buClr>
              <a:buSzPts val="8000"/>
              <a:buFont typeface="Arial"/>
              <a:buNone/>
              <a:defRPr sz="8000">
                <a:solidFill>
                  <a:srgbClr val="000066"/>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4" name="Google Shape;234;p194"/>
          <p:cNvSpPr txBox="1"/>
          <p:nvPr>
            <p:ph idx="1" type="body"/>
          </p:nvPr>
        </p:nvSpPr>
        <p:spPr>
          <a:xfrm>
            <a:off x="4419600" y="3505200"/>
            <a:ext cx="15544800" cy="10210800"/>
          </a:xfrm>
          <a:prstGeom prst="rect">
            <a:avLst/>
          </a:prstGeom>
          <a:noFill/>
          <a:ln>
            <a:noFill/>
          </a:ln>
        </p:spPr>
        <p:txBody>
          <a:bodyPr anchorCtr="0" anchor="t" bIns="101600" lIns="101600" spcFirstLastPara="1" rIns="101600" wrap="square" tIns="101600">
            <a:normAutofit/>
          </a:bodyPr>
          <a:lstStyle>
            <a:lvl1pPr indent="-228600" lvl="0" marL="457200" algn="l">
              <a:lnSpc>
                <a:spcPct val="100000"/>
              </a:lnSpc>
              <a:spcBef>
                <a:spcPts val="1200"/>
              </a:spcBef>
              <a:spcAft>
                <a:spcPts val="0"/>
              </a:spcAft>
              <a:buClr>
                <a:srgbClr val="000000"/>
              </a:buClr>
              <a:buSzPts val="5600"/>
              <a:buFont typeface="Arial"/>
              <a:buNone/>
              <a:defRPr sz="5600">
                <a:latin typeface="Arial"/>
                <a:ea typeface="Arial"/>
                <a:cs typeface="Arial"/>
                <a:sym typeface="Arial"/>
              </a:defRPr>
            </a:lvl1pPr>
            <a:lvl2pPr indent="-584200" lvl="1" marL="9144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35" name="Google Shape;235;p194"/>
          <p:cNvSpPr txBox="1"/>
          <p:nvPr>
            <p:ph idx="12" type="sldNum"/>
          </p:nvPr>
        </p:nvSpPr>
        <p:spPr>
          <a:xfrm>
            <a:off x="17783810" y="12496800"/>
            <a:ext cx="551181" cy="574174"/>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2">
    <p:spTree>
      <p:nvGrpSpPr>
        <p:cNvPr id="236" name="Shape 236"/>
        <p:cNvGrpSpPr/>
        <p:nvPr/>
      </p:nvGrpSpPr>
      <p:grpSpPr>
        <a:xfrm>
          <a:off x="0" y="0"/>
          <a:ext cx="0" cy="0"/>
          <a:chOff x="0" y="0"/>
          <a:chExt cx="0" cy="0"/>
        </a:xfrm>
      </p:grpSpPr>
      <p:sp>
        <p:nvSpPr>
          <p:cNvPr id="237" name="Google Shape;237;p195"/>
          <p:cNvSpPr txBox="1"/>
          <p:nvPr>
            <p:ph type="title"/>
          </p:nvPr>
        </p:nvSpPr>
        <p:spPr>
          <a:xfrm>
            <a:off x="3962400" y="180976"/>
            <a:ext cx="16459200" cy="3019425"/>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8" name="Google Shape;238;p195"/>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39" name="Google Shape;239;p195"/>
          <p:cNvSpPr txBox="1"/>
          <p:nvPr>
            <p:ph idx="12" type="sldNum"/>
          </p:nvPr>
        </p:nvSpPr>
        <p:spPr>
          <a:xfrm>
            <a:off x="17990856" y="12490450"/>
            <a:ext cx="591116" cy="577647"/>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9">
    <p:spTree>
      <p:nvGrpSpPr>
        <p:cNvPr id="240" name="Shape 240"/>
        <p:cNvGrpSpPr/>
        <p:nvPr/>
      </p:nvGrpSpPr>
      <p:grpSpPr>
        <a:xfrm>
          <a:off x="0" y="0"/>
          <a:ext cx="0" cy="0"/>
          <a:chOff x="0" y="0"/>
          <a:chExt cx="0" cy="0"/>
        </a:xfrm>
      </p:grpSpPr>
      <p:sp>
        <p:nvSpPr>
          <p:cNvPr id="241" name="Google Shape;241;p19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42" name="Google Shape;242;p196"/>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47" name="Shape 247"/>
        <p:cNvGrpSpPr/>
        <p:nvPr/>
      </p:nvGrpSpPr>
      <p:grpSpPr>
        <a:xfrm>
          <a:off x="0" y="0"/>
          <a:ext cx="0" cy="0"/>
          <a:chOff x="0" y="0"/>
          <a:chExt cx="0" cy="0"/>
        </a:xfrm>
      </p:grpSpPr>
      <p:sp>
        <p:nvSpPr>
          <p:cNvPr id="248" name="Google Shape;248;g37fae8905c8_0_179"/>
          <p:cNvSpPr txBox="1"/>
          <p:nvPr>
            <p:ph idx="1" type="body"/>
          </p:nvPr>
        </p:nvSpPr>
        <p:spPr>
          <a:xfrm>
            <a:off x="1201340" y="11859862"/>
            <a:ext cx="21971100" cy="6369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3600"/>
              <a:buFont typeface="Helvetica Neue"/>
              <a:buNone/>
              <a:defRPr b="1" sz="36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49" name="Google Shape;249;g37fae8905c8_0_179"/>
          <p:cNvSpPr txBox="1"/>
          <p:nvPr>
            <p:ph type="title"/>
          </p:nvPr>
        </p:nvSpPr>
        <p:spPr>
          <a:xfrm>
            <a:off x="1206496" y="2574991"/>
            <a:ext cx="21971100" cy="4648200"/>
          </a:xfrm>
          <a:prstGeom prst="rect">
            <a:avLst/>
          </a:prstGeom>
          <a:noFill/>
          <a:ln>
            <a:noFill/>
          </a:ln>
        </p:spPr>
        <p:txBody>
          <a:bodyPr anchorCtr="0" anchor="b" bIns="50800" lIns="50800" spcFirstLastPara="1" rIns="50800" wrap="square" tIns="5080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50" name="Google Shape;250;g37fae8905c8_0_179"/>
          <p:cNvSpPr txBox="1"/>
          <p:nvPr>
            <p:ph idx="2" type="body"/>
          </p:nvPr>
        </p:nvSpPr>
        <p:spPr>
          <a:xfrm>
            <a:off x="1201342" y="7223190"/>
            <a:ext cx="21971100" cy="1905000"/>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228600" lvl="1" marL="914400" algn="l">
              <a:lnSpc>
                <a:spcPct val="100000"/>
              </a:lnSpc>
              <a:spcBef>
                <a:spcPts val="0"/>
              </a:spcBef>
              <a:spcAft>
                <a:spcPts val="0"/>
              </a:spcAft>
              <a:buClr>
                <a:srgbClr val="000000"/>
              </a:buClr>
              <a:buSzPts val="5500"/>
              <a:buFont typeface="Helvetica Neue"/>
              <a:buNone/>
              <a:defRPr b="1" sz="5500"/>
            </a:lvl2pPr>
            <a:lvl3pPr indent="-228600" lvl="2" marL="1371600" algn="l">
              <a:lnSpc>
                <a:spcPct val="100000"/>
              </a:lnSpc>
              <a:spcBef>
                <a:spcPts val="0"/>
              </a:spcBef>
              <a:spcAft>
                <a:spcPts val="0"/>
              </a:spcAft>
              <a:buClr>
                <a:srgbClr val="000000"/>
              </a:buClr>
              <a:buSzPts val="5500"/>
              <a:buFont typeface="Helvetica Neue"/>
              <a:buNone/>
              <a:defRPr b="1" sz="5500"/>
            </a:lvl3pPr>
            <a:lvl4pPr indent="-228600" lvl="3" marL="1828800" algn="l">
              <a:lnSpc>
                <a:spcPct val="100000"/>
              </a:lnSpc>
              <a:spcBef>
                <a:spcPts val="0"/>
              </a:spcBef>
              <a:spcAft>
                <a:spcPts val="0"/>
              </a:spcAft>
              <a:buClr>
                <a:srgbClr val="000000"/>
              </a:buClr>
              <a:buSzPts val="5500"/>
              <a:buFont typeface="Helvetica Neue"/>
              <a:buNone/>
              <a:defRPr b="1" sz="5500"/>
            </a:lvl4pPr>
            <a:lvl5pPr indent="-228600" lvl="4" marL="2286000" algn="l">
              <a:lnSpc>
                <a:spcPct val="100000"/>
              </a:lnSpc>
              <a:spcBef>
                <a:spcPts val="0"/>
              </a:spcBef>
              <a:spcAft>
                <a:spcPts val="0"/>
              </a:spcAft>
              <a:buClr>
                <a:srgbClr val="000000"/>
              </a:buClr>
              <a:buSzPts val="5500"/>
              <a:buFont typeface="Helvetica Neue"/>
              <a:buNone/>
              <a:defRPr b="1" sz="5500"/>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51" name="Google Shape;251;g37fae8905c8_0_179"/>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252" name="Shape 252"/>
        <p:cNvGrpSpPr/>
        <p:nvPr/>
      </p:nvGrpSpPr>
      <p:grpSpPr>
        <a:xfrm>
          <a:off x="0" y="0"/>
          <a:ext cx="0" cy="0"/>
          <a:chOff x="0" y="0"/>
          <a:chExt cx="0" cy="0"/>
        </a:xfrm>
      </p:grpSpPr>
      <p:sp>
        <p:nvSpPr>
          <p:cNvPr id="253" name="Google Shape;253;g37fae8905c8_0_184"/>
          <p:cNvSpPr txBox="1"/>
          <p:nvPr>
            <p:ph type="title"/>
          </p:nvPr>
        </p:nvSpPr>
        <p:spPr>
          <a:xfrm>
            <a:off x="3962400" y="0"/>
            <a:ext cx="16459200" cy="2425800"/>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54" name="Google Shape;254;g37fae8905c8_0_184"/>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6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6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6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6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600"/>
              </a:spcBef>
              <a:spcAft>
                <a:spcPts val="0"/>
              </a:spcAft>
              <a:buClr>
                <a:srgbClr val="000000"/>
              </a:buClr>
              <a:buSzPts val="6400"/>
              <a:buFont typeface="Arial"/>
              <a:buChar char="»"/>
              <a:defRPr sz="6400">
                <a:latin typeface="Calibri"/>
                <a:ea typeface="Calibri"/>
                <a:cs typeface="Calibri"/>
                <a:sym typeface="Calibri"/>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55" name="Google Shape;255;g37fae8905c8_0_184"/>
          <p:cNvSpPr txBox="1"/>
          <p:nvPr>
            <p:ph idx="12" type="sldNum"/>
          </p:nvPr>
        </p:nvSpPr>
        <p:spPr>
          <a:xfrm>
            <a:off x="18028782" y="12808585"/>
            <a:ext cx="515400" cy="554100"/>
          </a:xfrm>
          <a:prstGeom prst="rect">
            <a:avLst/>
          </a:prstGeom>
          <a:noFill/>
          <a:ln>
            <a:noFill/>
          </a:ln>
        </p:spPr>
        <p:txBody>
          <a:bodyPr anchorCtr="0" anchor="ctr" bIns="91425" lIns="91425" spcFirstLastPara="1" rIns="91425" wrap="square" tIns="91425">
            <a:spAutoFit/>
          </a:bodyPr>
          <a:lstStyle>
            <a:lvl1pPr indent="0" lvl="0"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256" name="Shape 256"/>
        <p:cNvGrpSpPr/>
        <p:nvPr/>
      </p:nvGrpSpPr>
      <p:grpSpPr>
        <a:xfrm>
          <a:off x="0" y="0"/>
          <a:ext cx="0" cy="0"/>
          <a:chOff x="0" y="0"/>
          <a:chExt cx="0" cy="0"/>
        </a:xfrm>
      </p:grpSpPr>
      <p:sp>
        <p:nvSpPr>
          <p:cNvPr id="257" name="Google Shape;257;g37fae8905c8_0_188"/>
          <p:cNvSpPr txBox="1"/>
          <p:nvPr>
            <p:ph type="title"/>
          </p:nvPr>
        </p:nvSpPr>
        <p:spPr>
          <a:xfrm>
            <a:off x="1746386" y="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58" name="Google Shape;258;g37fae8905c8_0_188"/>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p:spTree>
      <p:nvGrpSpPr>
        <p:cNvPr id="259" name="Shape 259"/>
        <p:cNvGrpSpPr/>
        <p:nvPr/>
      </p:nvGrpSpPr>
      <p:grpSpPr>
        <a:xfrm>
          <a:off x="0" y="0"/>
          <a:ext cx="0" cy="0"/>
          <a:chOff x="0" y="0"/>
          <a:chExt cx="0" cy="0"/>
        </a:xfrm>
      </p:grpSpPr>
      <p:sp>
        <p:nvSpPr>
          <p:cNvPr id="260" name="Google Shape;260;g37fae8905c8_0_191"/>
          <p:cNvSpPr txBox="1"/>
          <p:nvPr>
            <p:ph type="title"/>
          </p:nvPr>
        </p:nvSpPr>
        <p:spPr>
          <a:xfrm>
            <a:off x="1778000" y="2298700"/>
            <a:ext cx="208281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b="0" sz="11200">
                <a:latin typeface="Helvetica Neue Light"/>
                <a:ea typeface="Helvetica Neue Light"/>
                <a:cs typeface="Helvetica Neue Light"/>
                <a:sym typeface="Helvetica Neue Light"/>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61" name="Google Shape;261;g37fae8905c8_0_191"/>
          <p:cNvSpPr txBox="1"/>
          <p:nvPr>
            <p:ph idx="1" type="body"/>
          </p:nvPr>
        </p:nvSpPr>
        <p:spPr>
          <a:xfrm>
            <a:off x="1778000" y="7073900"/>
            <a:ext cx="20828100" cy="15876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Light"/>
              <a:buNone/>
              <a:defRPr sz="5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5400"/>
              <a:buFont typeface="Helvetica Neue Light"/>
              <a:buNone/>
              <a:defRPr sz="5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5400"/>
              <a:buFont typeface="Helvetica Neue Light"/>
              <a:buNone/>
              <a:defRPr sz="5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5400"/>
              <a:buFont typeface="Helvetica Neue Light"/>
              <a:buNone/>
              <a:defRPr sz="5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5400"/>
              <a:buFont typeface="Helvetica Neue Light"/>
              <a:buNone/>
              <a:defRPr sz="5400">
                <a:latin typeface="Helvetica Neue Light"/>
                <a:ea typeface="Helvetica Neue Light"/>
                <a:cs typeface="Helvetica Neue Light"/>
                <a:sym typeface="Helvetica Neue Light"/>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62" name="Google Shape;262;g37fae8905c8_0_191"/>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263" name="Shape 263"/>
        <p:cNvGrpSpPr/>
        <p:nvPr/>
      </p:nvGrpSpPr>
      <p:grpSpPr>
        <a:xfrm>
          <a:off x="0" y="0"/>
          <a:ext cx="0" cy="0"/>
          <a:chOff x="0" y="0"/>
          <a:chExt cx="0" cy="0"/>
        </a:xfrm>
      </p:grpSpPr>
      <p:sp>
        <p:nvSpPr>
          <p:cNvPr id="264" name="Google Shape;264;g37fae8905c8_0_195"/>
          <p:cNvSpPr txBox="1"/>
          <p:nvPr>
            <p:ph type="title"/>
          </p:nvPr>
        </p:nvSpPr>
        <p:spPr>
          <a:xfrm>
            <a:off x="1746386" y="507"/>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65" name="Google Shape;265;g37fae8905c8_0_195"/>
          <p:cNvSpPr txBox="1"/>
          <p:nvPr>
            <p:ph idx="1" type="body"/>
          </p:nvPr>
        </p:nvSpPr>
        <p:spPr>
          <a:xfrm>
            <a:off x="1689100" y="2463800"/>
            <a:ext cx="21005700" cy="9296400"/>
          </a:xfrm>
          <a:prstGeom prst="rect">
            <a:avLst/>
          </a:prstGeom>
          <a:noFill/>
          <a:ln>
            <a:noFill/>
          </a:ln>
        </p:spPr>
        <p:txBody>
          <a:bodyPr anchorCtr="0" anchor="ctr" bIns="50800" lIns="50800" spcFirstLastPara="1" rIns="50800" wrap="square" tIns="50800">
            <a:normAutofit/>
          </a:bodyPr>
          <a:lstStyle>
            <a:lvl1pPr indent="-371475" lvl="0" marL="457200" algn="l">
              <a:lnSpc>
                <a:spcPct val="100000"/>
              </a:lnSpc>
              <a:spcBef>
                <a:spcPts val="5900"/>
              </a:spcBef>
              <a:spcAft>
                <a:spcPts val="0"/>
              </a:spcAft>
              <a:buClr>
                <a:srgbClr val="000000"/>
              </a:buClr>
              <a:buSzPts val="2250"/>
              <a:buChar char="•"/>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66" name="Google Shape;266;g37fae8905c8_0_195"/>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2">
    <p:spTree>
      <p:nvGrpSpPr>
        <p:cNvPr id="267" name="Shape 267"/>
        <p:cNvGrpSpPr/>
        <p:nvPr/>
      </p:nvGrpSpPr>
      <p:grpSpPr>
        <a:xfrm>
          <a:off x="0" y="0"/>
          <a:ext cx="0" cy="0"/>
          <a:chOff x="0" y="0"/>
          <a:chExt cx="0" cy="0"/>
        </a:xfrm>
      </p:grpSpPr>
      <p:sp>
        <p:nvSpPr>
          <p:cNvPr id="268" name="Google Shape;268;g37fae8905c8_0_199"/>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9000"/>
              <a:buFont typeface="Helvetica Neue"/>
              <a:buNone/>
              <a:defRPr b="0" sz="90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69" name="Google Shape;269;g37fae8905c8_0_199"/>
          <p:cNvSpPr txBox="1"/>
          <p:nvPr>
            <p:ph idx="1" type="body"/>
          </p:nvPr>
        </p:nvSpPr>
        <p:spPr>
          <a:xfrm>
            <a:off x="1689100" y="3149600"/>
            <a:ext cx="210057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70" name="Google Shape;270;g37fae8905c8_0_199"/>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1" name="Shape 271"/>
        <p:cNvGrpSpPr/>
        <p:nvPr/>
      </p:nvGrpSpPr>
      <p:grpSpPr>
        <a:xfrm>
          <a:off x="0" y="0"/>
          <a:ext cx="0" cy="0"/>
          <a:chOff x="0" y="0"/>
          <a:chExt cx="0" cy="0"/>
        </a:xfrm>
      </p:grpSpPr>
      <p:sp>
        <p:nvSpPr>
          <p:cNvPr id="272" name="Google Shape;272;g37fae8905c8_0_203"/>
          <p:cNvSpPr txBox="1"/>
          <p:nvPr>
            <p:ph type="title"/>
          </p:nvPr>
        </p:nvSpPr>
        <p:spPr>
          <a:xfrm>
            <a:off x="3962400" y="0"/>
            <a:ext cx="16459200" cy="3384600"/>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Helvetica Neue"/>
              <a:buNone/>
              <a:defRPr b="0" sz="88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73" name="Google Shape;273;g37fae8905c8_0_203"/>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600"/>
              </a:spcBef>
              <a:spcAft>
                <a:spcPts val="0"/>
              </a:spcAft>
              <a:buClr>
                <a:srgbClr val="000000"/>
              </a:buClr>
              <a:buSzPts val="6400"/>
              <a:buFont typeface="Arial"/>
              <a:buChar char="•"/>
              <a:defRPr sz="6400">
                <a:latin typeface="Helvetica Neue Light"/>
                <a:ea typeface="Helvetica Neue Light"/>
                <a:cs typeface="Helvetica Neue Light"/>
                <a:sym typeface="Helvetica Neue Light"/>
              </a:defRPr>
            </a:lvl1pPr>
            <a:lvl2pPr indent="-635000" lvl="1" marL="914400" algn="l">
              <a:lnSpc>
                <a:spcPct val="100000"/>
              </a:lnSpc>
              <a:spcBef>
                <a:spcPts val="1600"/>
              </a:spcBef>
              <a:spcAft>
                <a:spcPts val="0"/>
              </a:spcAft>
              <a:buClr>
                <a:srgbClr val="000000"/>
              </a:buClr>
              <a:buSzPts val="6400"/>
              <a:buFont typeface="Arial"/>
              <a:buChar char="–"/>
              <a:defRPr sz="6400">
                <a:latin typeface="Helvetica Neue Light"/>
                <a:ea typeface="Helvetica Neue Light"/>
                <a:cs typeface="Helvetica Neue Light"/>
                <a:sym typeface="Helvetica Neue Light"/>
              </a:defRPr>
            </a:lvl2pPr>
            <a:lvl3pPr indent="-635000" lvl="2" marL="1371600" algn="l">
              <a:lnSpc>
                <a:spcPct val="100000"/>
              </a:lnSpc>
              <a:spcBef>
                <a:spcPts val="1600"/>
              </a:spcBef>
              <a:spcAft>
                <a:spcPts val="0"/>
              </a:spcAft>
              <a:buClr>
                <a:srgbClr val="000000"/>
              </a:buClr>
              <a:buSzPts val="6400"/>
              <a:buFont typeface="Arial"/>
              <a:buChar char="•"/>
              <a:defRPr sz="6400">
                <a:latin typeface="Helvetica Neue Light"/>
                <a:ea typeface="Helvetica Neue Light"/>
                <a:cs typeface="Helvetica Neue Light"/>
                <a:sym typeface="Helvetica Neue Light"/>
              </a:defRPr>
            </a:lvl3pPr>
            <a:lvl4pPr indent="-635000" lvl="3" marL="1828800" algn="l">
              <a:lnSpc>
                <a:spcPct val="100000"/>
              </a:lnSpc>
              <a:spcBef>
                <a:spcPts val="1600"/>
              </a:spcBef>
              <a:spcAft>
                <a:spcPts val="0"/>
              </a:spcAft>
              <a:buClr>
                <a:srgbClr val="000000"/>
              </a:buClr>
              <a:buSzPts val="6400"/>
              <a:buFont typeface="Arial"/>
              <a:buChar char="–"/>
              <a:defRPr sz="6400">
                <a:latin typeface="Helvetica Neue Light"/>
                <a:ea typeface="Helvetica Neue Light"/>
                <a:cs typeface="Helvetica Neue Light"/>
                <a:sym typeface="Helvetica Neue Light"/>
              </a:defRPr>
            </a:lvl4pPr>
            <a:lvl5pPr indent="-635000" lvl="4" marL="2286000" algn="l">
              <a:lnSpc>
                <a:spcPct val="100000"/>
              </a:lnSpc>
              <a:spcBef>
                <a:spcPts val="1600"/>
              </a:spcBef>
              <a:spcAft>
                <a:spcPts val="0"/>
              </a:spcAft>
              <a:buClr>
                <a:srgbClr val="000000"/>
              </a:buClr>
              <a:buSzPts val="6400"/>
              <a:buFont typeface="Arial"/>
              <a:buChar char="»"/>
              <a:defRPr sz="6400">
                <a:latin typeface="Helvetica Neue Light"/>
                <a:ea typeface="Helvetica Neue Light"/>
                <a:cs typeface="Helvetica Neue Light"/>
                <a:sym typeface="Helvetica Neue Light"/>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74" name="Google Shape;274;g37fae8905c8_0_203"/>
          <p:cNvSpPr txBox="1"/>
          <p:nvPr>
            <p:ph idx="12" type="sldNum"/>
          </p:nvPr>
        </p:nvSpPr>
        <p:spPr>
          <a:xfrm>
            <a:off x="18028782" y="12808585"/>
            <a:ext cx="515400" cy="554100"/>
          </a:xfrm>
          <a:prstGeom prst="rect">
            <a:avLst/>
          </a:prstGeom>
          <a:noFill/>
          <a:ln>
            <a:noFill/>
          </a:ln>
        </p:spPr>
        <p:txBody>
          <a:bodyPr anchorCtr="0" anchor="ctr" bIns="91425" lIns="91425" spcFirstLastPara="1" rIns="91425" wrap="square" tIns="91425">
            <a:spAutoFit/>
          </a:bodyPr>
          <a:lstStyle>
            <a:lvl1pPr indent="0" lvl="0"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ct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5" name="Shape 275"/>
        <p:cNvGrpSpPr/>
        <p:nvPr/>
      </p:nvGrpSpPr>
      <p:grpSpPr>
        <a:xfrm>
          <a:off x="0" y="0"/>
          <a:ext cx="0" cy="0"/>
          <a:chOff x="0" y="0"/>
          <a:chExt cx="0" cy="0"/>
        </a:xfrm>
      </p:grpSpPr>
      <p:sp>
        <p:nvSpPr>
          <p:cNvPr id="276" name="Google Shape;276;g37fae8905c8_0_207"/>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spTree>
      <p:nvGrpSpPr>
        <p:cNvPr id="277" name="Shape 277"/>
        <p:cNvGrpSpPr/>
        <p:nvPr/>
      </p:nvGrpSpPr>
      <p:grpSpPr>
        <a:xfrm>
          <a:off x="0" y="0"/>
          <a:ext cx="0" cy="0"/>
          <a:chOff x="0" y="0"/>
          <a:chExt cx="0" cy="0"/>
        </a:xfrm>
      </p:grpSpPr>
      <p:sp>
        <p:nvSpPr>
          <p:cNvPr id="278" name="Google Shape;278;g37fae8905c8_0_209"/>
          <p:cNvSpPr txBox="1"/>
          <p:nvPr>
            <p:ph type="title"/>
          </p:nvPr>
        </p:nvSpPr>
        <p:spPr>
          <a:xfrm>
            <a:off x="3962400" y="0"/>
            <a:ext cx="16459200" cy="1784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79" name="Google Shape;279;g37fae8905c8_0_209"/>
          <p:cNvSpPr txBox="1"/>
          <p:nvPr>
            <p:ph idx="1" type="body"/>
          </p:nvPr>
        </p:nvSpPr>
        <p:spPr>
          <a:xfrm>
            <a:off x="3962400" y="2162175"/>
            <a:ext cx="16459200" cy="100902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80" name="Google Shape;280;g37fae8905c8_0_209"/>
          <p:cNvSpPr txBox="1"/>
          <p:nvPr>
            <p:ph idx="12" type="sldNum"/>
          </p:nvPr>
        </p:nvSpPr>
        <p:spPr>
          <a:xfrm>
            <a:off x="19906337" y="128085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3">
    <p:spTree>
      <p:nvGrpSpPr>
        <p:cNvPr id="281" name="Shape 281"/>
        <p:cNvGrpSpPr/>
        <p:nvPr/>
      </p:nvGrpSpPr>
      <p:grpSpPr>
        <a:xfrm>
          <a:off x="0" y="0"/>
          <a:ext cx="0" cy="0"/>
          <a:chOff x="0" y="0"/>
          <a:chExt cx="0" cy="0"/>
        </a:xfrm>
      </p:grpSpPr>
      <p:cxnSp>
        <p:nvCxnSpPr>
          <p:cNvPr id="282" name="Google Shape;282;g37fae8905c8_0_213"/>
          <p:cNvCxnSpPr/>
          <p:nvPr/>
        </p:nvCxnSpPr>
        <p:spPr>
          <a:xfrm>
            <a:off x="4419600" y="1676400"/>
            <a:ext cx="15544800" cy="0"/>
          </a:xfrm>
          <a:prstGeom prst="straightConnector1">
            <a:avLst/>
          </a:prstGeom>
          <a:noFill/>
          <a:ln cap="flat" cmpd="sng" w="76200">
            <a:solidFill>
              <a:srgbClr val="000000"/>
            </a:solidFill>
            <a:prstDash val="solid"/>
            <a:round/>
            <a:headEnd len="sm" w="sm" type="none"/>
            <a:tailEnd len="sm" w="sm" type="none"/>
          </a:ln>
        </p:spPr>
      </p:cxnSp>
      <p:sp>
        <p:nvSpPr>
          <p:cNvPr id="283" name="Google Shape;283;g37fae8905c8_0_213"/>
          <p:cNvSpPr txBox="1"/>
          <p:nvPr>
            <p:ph type="title"/>
          </p:nvPr>
        </p:nvSpPr>
        <p:spPr>
          <a:xfrm>
            <a:off x="4419600" y="152400"/>
            <a:ext cx="15544800" cy="1676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6800"/>
              <a:buFont typeface="Arial"/>
              <a:buNone/>
              <a:defRPr b="0" sz="6800">
                <a:latin typeface="Arial"/>
                <a:ea typeface="Arial"/>
                <a:cs typeface="Arial"/>
                <a:sym typeface="Arial"/>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84" name="Google Shape;284;g37fae8905c8_0_213"/>
          <p:cNvSpPr txBox="1"/>
          <p:nvPr>
            <p:ph idx="1" type="body"/>
          </p:nvPr>
        </p:nvSpPr>
        <p:spPr>
          <a:xfrm>
            <a:off x="4419600" y="1828800"/>
            <a:ext cx="15544800" cy="105156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1300"/>
              </a:spcBef>
              <a:spcAft>
                <a:spcPts val="0"/>
              </a:spcAft>
              <a:buClr>
                <a:srgbClr val="000000"/>
              </a:buClr>
              <a:buSzPts val="5600"/>
              <a:buFont typeface="Arial"/>
              <a:buNone/>
              <a:defRPr sz="5600">
                <a:latin typeface="Arial"/>
                <a:ea typeface="Arial"/>
                <a:cs typeface="Arial"/>
                <a:sym typeface="Arial"/>
              </a:defRPr>
            </a:lvl1pPr>
            <a:lvl2pPr indent="-584200" lvl="1" marL="9144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85" name="Google Shape;285;g37fae8905c8_0_213"/>
          <p:cNvSpPr txBox="1"/>
          <p:nvPr>
            <p:ph idx="12" type="sldNum"/>
          </p:nvPr>
        </p:nvSpPr>
        <p:spPr>
          <a:xfrm>
            <a:off x="19413220" y="12496800"/>
            <a:ext cx="5511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4">
    <p:spTree>
      <p:nvGrpSpPr>
        <p:cNvPr id="286" name="Shape 286"/>
        <p:cNvGrpSpPr/>
        <p:nvPr/>
      </p:nvGrpSpPr>
      <p:grpSpPr>
        <a:xfrm>
          <a:off x="0" y="0"/>
          <a:ext cx="0" cy="0"/>
          <a:chOff x="0" y="0"/>
          <a:chExt cx="0" cy="0"/>
        </a:xfrm>
      </p:grpSpPr>
      <p:sp>
        <p:nvSpPr>
          <p:cNvPr id="287" name="Google Shape;287;g37fae8905c8_0_218"/>
          <p:cNvSpPr txBox="1"/>
          <p:nvPr>
            <p:ph type="title"/>
          </p:nvPr>
        </p:nvSpPr>
        <p:spPr>
          <a:xfrm>
            <a:off x="3962400" y="69850"/>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88" name="Google Shape;288;g37fae8905c8_0_218"/>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89" name="Google Shape;289;g37fae8905c8_0_218"/>
          <p:cNvSpPr txBox="1"/>
          <p:nvPr>
            <p:ph idx="12" type="sldNum"/>
          </p:nvPr>
        </p:nvSpPr>
        <p:spPr>
          <a:xfrm>
            <a:off x="19906337" y="128085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5">
    <p:spTree>
      <p:nvGrpSpPr>
        <p:cNvPr id="290" name="Shape 290"/>
        <p:cNvGrpSpPr/>
        <p:nvPr/>
      </p:nvGrpSpPr>
      <p:grpSpPr>
        <a:xfrm>
          <a:off x="0" y="0"/>
          <a:ext cx="0" cy="0"/>
          <a:chOff x="0" y="0"/>
          <a:chExt cx="0" cy="0"/>
        </a:xfrm>
      </p:grpSpPr>
      <p:sp>
        <p:nvSpPr>
          <p:cNvPr id="291" name="Google Shape;291;g37fae8905c8_0_222"/>
          <p:cNvSpPr txBox="1"/>
          <p:nvPr>
            <p:ph type="title"/>
          </p:nvPr>
        </p:nvSpPr>
        <p:spPr>
          <a:xfrm>
            <a:off x="3962400" y="-6350"/>
            <a:ext cx="16459200" cy="1689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92" name="Google Shape;292;g37fae8905c8_0_222"/>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93" name="Google Shape;293;g37fae8905c8_0_222"/>
          <p:cNvSpPr txBox="1"/>
          <p:nvPr>
            <p:ph idx="12" type="sldNum"/>
          </p:nvPr>
        </p:nvSpPr>
        <p:spPr>
          <a:xfrm>
            <a:off x="23284537" y="128847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3">
    <p:spTree>
      <p:nvGrpSpPr>
        <p:cNvPr id="294" name="Shape 294"/>
        <p:cNvGrpSpPr/>
        <p:nvPr/>
      </p:nvGrpSpPr>
      <p:grpSpPr>
        <a:xfrm>
          <a:off x="0" y="0"/>
          <a:ext cx="0" cy="0"/>
          <a:chOff x="0" y="0"/>
          <a:chExt cx="0" cy="0"/>
        </a:xfrm>
      </p:grpSpPr>
      <p:sp>
        <p:nvSpPr>
          <p:cNvPr id="295" name="Google Shape;295;g37fae8905c8_0_226"/>
          <p:cNvSpPr txBox="1"/>
          <p:nvPr>
            <p:ph type="title"/>
          </p:nvPr>
        </p:nvSpPr>
        <p:spPr>
          <a:xfrm>
            <a:off x="1746386" y="507"/>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8800"/>
              <a:buFont typeface="Arial"/>
              <a:buNone/>
              <a:defRPr b="0" sz="8800">
                <a:latin typeface="Arial"/>
                <a:ea typeface="Arial"/>
                <a:cs typeface="Arial"/>
                <a:sym typeface="Arial"/>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96" name="Google Shape;296;g37fae8905c8_0_226"/>
          <p:cNvSpPr txBox="1"/>
          <p:nvPr>
            <p:ph idx="1" type="body"/>
          </p:nvPr>
        </p:nvSpPr>
        <p:spPr>
          <a:xfrm>
            <a:off x="1689100" y="2463800"/>
            <a:ext cx="21005700" cy="9296400"/>
          </a:xfrm>
          <a:prstGeom prst="rect">
            <a:avLst/>
          </a:prstGeom>
          <a:noFill/>
          <a:ln>
            <a:noFill/>
          </a:ln>
        </p:spPr>
        <p:txBody>
          <a:bodyPr anchorCtr="0" anchor="ctr" bIns="50800" lIns="50800" spcFirstLastPara="1" rIns="50800" wrap="square" tIns="50800">
            <a:normAutofit/>
          </a:bodyPr>
          <a:lstStyle>
            <a:lvl1pPr indent="-371475" lvl="0" marL="457200" algn="l">
              <a:lnSpc>
                <a:spcPct val="100000"/>
              </a:lnSpc>
              <a:spcBef>
                <a:spcPts val="5900"/>
              </a:spcBef>
              <a:spcAft>
                <a:spcPts val="0"/>
              </a:spcAft>
              <a:buClr>
                <a:srgbClr val="000000"/>
              </a:buClr>
              <a:buSzPts val="2250"/>
              <a:buChar char="•"/>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297" name="Google Shape;297;g37fae8905c8_0_226"/>
          <p:cNvSpPr txBox="1"/>
          <p:nvPr>
            <p:ph idx="12" type="sldNum"/>
          </p:nvPr>
        </p:nvSpPr>
        <p:spPr>
          <a:xfrm>
            <a:off x="234144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6">
    <p:spTree>
      <p:nvGrpSpPr>
        <p:cNvPr id="298" name="Shape 298"/>
        <p:cNvGrpSpPr/>
        <p:nvPr/>
      </p:nvGrpSpPr>
      <p:grpSpPr>
        <a:xfrm>
          <a:off x="0" y="0"/>
          <a:ext cx="0" cy="0"/>
          <a:chOff x="0" y="0"/>
          <a:chExt cx="0" cy="0"/>
        </a:xfrm>
      </p:grpSpPr>
      <p:sp>
        <p:nvSpPr>
          <p:cNvPr id="299" name="Google Shape;299;g37fae8905c8_0_230"/>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b="0" sz="8800">
                <a:latin typeface="Arial"/>
                <a:ea typeface="Arial"/>
                <a:cs typeface="Arial"/>
                <a:sym typeface="Arial"/>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00" name="Google Shape;300;g37fae8905c8_0_230"/>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01" name="Google Shape;301;g37fae8905c8_0_230"/>
          <p:cNvSpPr txBox="1"/>
          <p:nvPr>
            <p:ph idx="12" type="sldNum"/>
          </p:nvPr>
        </p:nvSpPr>
        <p:spPr>
          <a:xfrm>
            <a:off x="19830484" y="12490450"/>
            <a:ext cx="5910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2" name="Shape 302"/>
        <p:cNvGrpSpPr/>
        <p:nvPr/>
      </p:nvGrpSpPr>
      <p:grpSpPr>
        <a:xfrm>
          <a:off x="0" y="0"/>
          <a:ext cx="0" cy="0"/>
          <a:chOff x="0" y="0"/>
          <a:chExt cx="0" cy="0"/>
        </a:xfrm>
      </p:grpSpPr>
      <p:sp>
        <p:nvSpPr>
          <p:cNvPr id="303" name="Google Shape;303;g37fae8905c8_0_234"/>
          <p:cNvSpPr txBox="1"/>
          <p:nvPr>
            <p:ph type="title"/>
          </p:nvPr>
        </p:nvSpPr>
        <p:spPr>
          <a:xfrm>
            <a:off x="3962400" y="41276"/>
            <a:ext cx="16459200" cy="1640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04" name="Google Shape;304;g37fae8905c8_0_234"/>
          <p:cNvSpPr txBox="1"/>
          <p:nvPr>
            <p:ph idx="12" type="sldNum"/>
          </p:nvPr>
        </p:nvSpPr>
        <p:spPr>
          <a:xfrm>
            <a:off x="23233737" y="128593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sz="24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7">
    <p:spTree>
      <p:nvGrpSpPr>
        <p:cNvPr id="305" name="Shape 305"/>
        <p:cNvGrpSpPr/>
        <p:nvPr/>
      </p:nvGrpSpPr>
      <p:grpSpPr>
        <a:xfrm>
          <a:off x="0" y="0"/>
          <a:ext cx="0" cy="0"/>
          <a:chOff x="0" y="0"/>
          <a:chExt cx="0" cy="0"/>
        </a:xfrm>
      </p:grpSpPr>
      <p:cxnSp>
        <p:nvCxnSpPr>
          <p:cNvPr id="306" name="Google Shape;306;g37fae8905c8_0_237"/>
          <p:cNvCxnSpPr/>
          <p:nvPr/>
        </p:nvCxnSpPr>
        <p:spPr>
          <a:xfrm>
            <a:off x="4419600" y="1676400"/>
            <a:ext cx="15544800" cy="0"/>
          </a:xfrm>
          <a:prstGeom prst="straightConnector1">
            <a:avLst/>
          </a:prstGeom>
          <a:noFill/>
          <a:ln cap="flat" cmpd="sng" w="76200">
            <a:solidFill>
              <a:srgbClr val="000000"/>
            </a:solidFill>
            <a:prstDash val="solid"/>
            <a:round/>
            <a:headEnd len="sm" w="sm" type="none"/>
            <a:tailEnd len="sm" w="sm" type="none"/>
          </a:ln>
        </p:spPr>
      </p:cxnSp>
      <p:sp>
        <p:nvSpPr>
          <p:cNvPr id="307" name="Google Shape;307;g37fae8905c8_0_237"/>
          <p:cNvSpPr txBox="1"/>
          <p:nvPr>
            <p:ph type="title"/>
          </p:nvPr>
        </p:nvSpPr>
        <p:spPr>
          <a:xfrm>
            <a:off x="4419600" y="152400"/>
            <a:ext cx="15544800" cy="1676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6800"/>
              <a:buFont typeface="Arial"/>
              <a:buNone/>
              <a:defRPr b="0" sz="6800">
                <a:latin typeface="Arial"/>
                <a:ea typeface="Arial"/>
                <a:cs typeface="Arial"/>
                <a:sym typeface="Arial"/>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08" name="Google Shape;308;g37fae8905c8_0_237"/>
          <p:cNvSpPr txBox="1"/>
          <p:nvPr>
            <p:ph idx="1" type="body"/>
          </p:nvPr>
        </p:nvSpPr>
        <p:spPr>
          <a:xfrm>
            <a:off x="4419600" y="1828800"/>
            <a:ext cx="15544800" cy="105156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1300"/>
              </a:spcBef>
              <a:spcAft>
                <a:spcPts val="0"/>
              </a:spcAft>
              <a:buClr>
                <a:srgbClr val="000000"/>
              </a:buClr>
              <a:buSzPts val="5600"/>
              <a:buFont typeface="Arial"/>
              <a:buNone/>
              <a:defRPr sz="5600">
                <a:latin typeface="Arial"/>
                <a:ea typeface="Arial"/>
                <a:cs typeface="Arial"/>
                <a:sym typeface="Arial"/>
              </a:defRPr>
            </a:lvl1pPr>
            <a:lvl2pPr indent="-584200" lvl="1" marL="9144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09" name="Google Shape;309;g37fae8905c8_0_237"/>
          <p:cNvSpPr txBox="1"/>
          <p:nvPr>
            <p:ph idx="12" type="sldNum"/>
          </p:nvPr>
        </p:nvSpPr>
        <p:spPr>
          <a:xfrm>
            <a:off x="19413220" y="12496800"/>
            <a:ext cx="5511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8">
    <p:spTree>
      <p:nvGrpSpPr>
        <p:cNvPr id="310" name="Shape 310"/>
        <p:cNvGrpSpPr/>
        <p:nvPr/>
      </p:nvGrpSpPr>
      <p:grpSpPr>
        <a:xfrm>
          <a:off x="0" y="0"/>
          <a:ext cx="0" cy="0"/>
          <a:chOff x="0" y="0"/>
          <a:chExt cx="0" cy="0"/>
        </a:xfrm>
      </p:grpSpPr>
      <p:sp>
        <p:nvSpPr>
          <p:cNvPr id="311" name="Google Shape;311;g37fae8905c8_0_242"/>
          <p:cNvSpPr txBox="1"/>
          <p:nvPr>
            <p:ph type="title"/>
          </p:nvPr>
        </p:nvSpPr>
        <p:spPr>
          <a:xfrm>
            <a:off x="3962400" y="15876"/>
            <a:ext cx="16459200" cy="1719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b="0" sz="8800">
                <a:latin typeface="Calibri"/>
                <a:ea typeface="Calibri"/>
                <a:cs typeface="Calibri"/>
                <a:sym typeface="Calibri"/>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12" name="Google Shape;312;g37fae8905c8_0_242"/>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13" name="Google Shape;313;g37fae8905c8_0_242"/>
          <p:cNvSpPr txBox="1"/>
          <p:nvPr>
            <p:ph idx="12" type="sldNum"/>
          </p:nvPr>
        </p:nvSpPr>
        <p:spPr>
          <a:xfrm>
            <a:off x="23309937" y="129101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slide">
  <p:cSld name="Lecture slide">
    <p:spTree>
      <p:nvGrpSpPr>
        <p:cNvPr id="314" name="Shape 314"/>
        <p:cNvGrpSpPr/>
        <p:nvPr/>
      </p:nvGrpSpPr>
      <p:grpSpPr>
        <a:xfrm>
          <a:off x="0" y="0"/>
          <a:ext cx="0" cy="0"/>
          <a:chOff x="0" y="0"/>
          <a:chExt cx="0" cy="0"/>
        </a:xfrm>
      </p:grpSpPr>
      <p:sp>
        <p:nvSpPr>
          <p:cNvPr id="315" name="Google Shape;315;g37fae8905c8_0_246"/>
          <p:cNvSpPr txBox="1"/>
          <p:nvPr>
            <p:ph type="title"/>
          </p:nvPr>
        </p:nvSpPr>
        <p:spPr>
          <a:xfrm>
            <a:off x="1689100" y="1016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0000"/>
              <a:buFont typeface="Helvetica Neue"/>
              <a:buNone/>
              <a:defRPr b="0" sz="1000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16" name="Google Shape;316;g37fae8905c8_0_246"/>
          <p:cNvSpPr txBox="1"/>
          <p:nvPr>
            <p:ph idx="1" type="body"/>
          </p:nvPr>
        </p:nvSpPr>
        <p:spPr>
          <a:xfrm>
            <a:off x="1689100" y="3098800"/>
            <a:ext cx="210057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a:latin typeface="Helvetica Neue Light"/>
                <a:ea typeface="Helvetica Neue Light"/>
                <a:cs typeface="Helvetica Neue Light"/>
                <a:sym typeface="Helvetica Neue Light"/>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17" name="Google Shape;317;g37fae8905c8_0_246"/>
          <p:cNvSpPr txBox="1"/>
          <p:nvPr>
            <p:ph idx="12" type="sldNum"/>
          </p:nvPr>
        </p:nvSpPr>
        <p:spPr>
          <a:xfrm>
            <a:off x="11959031" y="13081000"/>
            <a:ext cx="453300" cy="461100"/>
          </a:xfrm>
          <a:prstGeom prst="rect">
            <a:avLst/>
          </a:prstGeom>
          <a:noFill/>
          <a:ln>
            <a:noFill/>
          </a:ln>
        </p:spPr>
        <p:txBody>
          <a:bodyPr anchorCtr="0" anchor="t" bIns="50800" lIns="50800" spcFirstLastPara="1" rIns="50800" wrap="square" tIns="50800">
            <a:normAutofit lnSpcReduction="10000"/>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2">
    <p:spTree>
      <p:nvGrpSpPr>
        <p:cNvPr id="318" name="Shape 318"/>
        <p:cNvGrpSpPr/>
        <p:nvPr/>
      </p:nvGrpSpPr>
      <p:grpSpPr>
        <a:xfrm>
          <a:off x="0" y="0"/>
          <a:ext cx="0" cy="0"/>
          <a:chOff x="0" y="0"/>
          <a:chExt cx="0" cy="0"/>
        </a:xfrm>
      </p:grpSpPr>
      <p:sp>
        <p:nvSpPr>
          <p:cNvPr id="319" name="Google Shape;319;g37fae8905c8_0_250"/>
          <p:cNvSpPr txBox="1"/>
          <p:nvPr>
            <p:ph type="title"/>
          </p:nvPr>
        </p:nvSpPr>
        <p:spPr>
          <a:xfrm>
            <a:off x="1746386" y="0"/>
            <a:ext cx="210057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11200"/>
              <a:buFont typeface="Helvetica Neue"/>
              <a:buNone/>
              <a:defRPr b="0" sz="112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20" name="Google Shape;320;g37fae8905c8_0_250"/>
          <p:cNvSpPr txBox="1"/>
          <p:nvPr>
            <p:ph idx="12" type="sldNum"/>
          </p:nvPr>
        </p:nvSpPr>
        <p:spPr>
          <a:xfrm>
            <a:off x="11959031" y="13081000"/>
            <a:ext cx="453300" cy="461100"/>
          </a:xfrm>
          <a:prstGeom prst="rect">
            <a:avLst/>
          </a:prstGeom>
          <a:noFill/>
          <a:ln>
            <a:noFill/>
          </a:ln>
        </p:spPr>
        <p:txBody>
          <a:bodyPr anchorCtr="0" anchor="t" bIns="50800" lIns="50800" spcFirstLastPara="1" rIns="50800" wrap="square" tIns="50800">
            <a:normAutofit lnSpcReduction="10000"/>
          </a:bodyPr>
          <a:lstStyle>
            <a:lvl1pPr indent="0" lvl="0"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800">
              <a:latin typeface="Helvetica Neue"/>
              <a:ea typeface="Helvetica Neue"/>
              <a:cs typeface="Helvetica Neue"/>
              <a:sym typeface="Helvetica Neue"/>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9">
    <p:spTree>
      <p:nvGrpSpPr>
        <p:cNvPr id="321" name="Shape 321"/>
        <p:cNvGrpSpPr/>
        <p:nvPr/>
      </p:nvGrpSpPr>
      <p:grpSpPr>
        <a:xfrm>
          <a:off x="0" y="0"/>
          <a:ext cx="0" cy="0"/>
          <a:chOff x="0" y="0"/>
          <a:chExt cx="0" cy="0"/>
        </a:xfrm>
      </p:grpSpPr>
      <p:sp>
        <p:nvSpPr>
          <p:cNvPr id="322" name="Google Shape;322;g37fae8905c8_0_253"/>
          <p:cNvSpPr txBox="1"/>
          <p:nvPr>
            <p:ph type="title"/>
          </p:nvPr>
        </p:nvSpPr>
        <p:spPr>
          <a:xfrm>
            <a:off x="3962400" y="69850"/>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b="0" sz="8800">
                <a:latin typeface="Helvetica Neue Light"/>
                <a:ea typeface="Helvetica Neue Light"/>
                <a:cs typeface="Helvetica Neue Light"/>
                <a:sym typeface="Helvetica Neue Light"/>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23" name="Google Shape;323;g37fae8905c8_0_253"/>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24" name="Google Shape;324;g37fae8905c8_0_253"/>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325" name="Shape 325"/>
        <p:cNvGrpSpPr/>
        <p:nvPr/>
      </p:nvGrpSpPr>
      <p:grpSpPr>
        <a:xfrm>
          <a:off x="0" y="0"/>
          <a:ext cx="0" cy="0"/>
          <a:chOff x="0" y="0"/>
          <a:chExt cx="0" cy="0"/>
        </a:xfrm>
      </p:grpSpPr>
      <p:sp>
        <p:nvSpPr>
          <p:cNvPr id="326" name="Google Shape;326;g37fae8905c8_0_257"/>
          <p:cNvSpPr txBox="1"/>
          <p:nvPr>
            <p:ph type="title"/>
          </p:nvPr>
        </p:nvSpPr>
        <p:spPr>
          <a:xfrm>
            <a:off x="3962400" y="0"/>
            <a:ext cx="16459200" cy="1784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b="0" sz="8800">
                <a:latin typeface="Helvetica Neue Light"/>
                <a:ea typeface="Helvetica Neue Light"/>
                <a:cs typeface="Helvetica Neue Light"/>
                <a:sym typeface="Helvetica Neue Light"/>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27" name="Google Shape;327;g37fae8905c8_0_257"/>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0">
    <p:bg>
      <p:bgPr>
        <a:solidFill>
          <a:srgbClr val="000000"/>
        </a:solidFill>
      </p:bgPr>
    </p:bg>
    <p:spTree>
      <p:nvGrpSpPr>
        <p:cNvPr id="328" name="Shape 328"/>
        <p:cNvGrpSpPr/>
        <p:nvPr/>
      </p:nvGrpSpPr>
      <p:grpSpPr>
        <a:xfrm>
          <a:off x="0" y="0"/>
          <a:ext cx="0" cy="0"/>
          <a:chOff x="0" y="0"/>
          <a:chExt cx="0" cy="0"/>
        </a:xfrm>
      </p:grpSpPr>
      <p:sp>
        <p:nvSpPr>
          <p:cNvPr id="329" name="Google Shape;329;g37fae8905c8_0_260"/>
          <p:cNvSpPr txBox="1"/>
          <p:nvPr>
            <p:ph type="title"/>
          </p:nvPr>
        </p:nvSpPr>
        <p:spPr>
          <a:xfrm>
            <a:off x="3657600" y="203200"/>
            <a:ext cx="16916400" cy="2197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FFFFFF"/>
              </a:buClr>
              <a:buSzPts val="7400"/>
              <a:buFont typeface="Helvetica Neue Light"/>
              <a:buNone/>
              <a:defRPr b="0" sz="7400">
                <a:solidFill>
                  <a:srgbClr val="FFFFFF"/>
                </a:solidFill>
                <a:latin typeface="Helvetica Neue Light"/>
                <a:ea typeface="Helvetica Neue Light"/>
                <a:cs typeface="Helvetica Neue Light"/>
                <a:sym typeface="Helvetica Neue Light"/>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30" name="Google Shape;330;g37fae8905c8_0_260"/>
          <p:cNvSpPr txBox="1"/>
          <p:nvPr>
            <p:ph idx="1" type="body"/>
          </p:nvPr>
        </p:nvSpPr>
        <p:spPr>
          <a:xfrm>
            <a:off x="3657600" y="2952750"/>
            <a:ext cx="16830600" cy="10001400"/>
          </a:xfrm>
          <a:prstGeom prst="rect">
            <a:avLst/>
          </a:prstGeom>
          <a:noFill/>
          <a:ln>
            <a:noFill/>
          </a:ln>
        </p:spPr>
        <p:txBody>
          <a:bodyPr anchorCtr="0" anchor="t" bIns="91425" lIns="91425" spcFirstLastPara="1" rIns="91425" wrap="square" tIns="91425">
            <a:normAutofit/>
          </a:bodyPr>
          <a:lstStyle>
            <a:lvl1pPr indent="-661670" lvl="0" marL="457200" algn="l">
              <a:lnSpc>
                <a:spcPct val="110000"/>
              </a:lnSpc>
              <a:spcBef>
                <a:spcPts val="1200"/>
              </a:spcBef>
              <a:spcAft>
                <a:spcPts val="0"/>
              </a:spcAft>
              <a:buClr>
                <a:srgbClr val="FFFFFF"/>
              </a:buClr>
              <a:buSzPts val="6820"/>
              <a:buFont typeface="Helvetica Neue"/>
              <a:buChar char="•"/>
              <a:defRPr sz="6200">
                <a:solidFill>
                  <a:srgbClr val="FFFFFF"/>
                </a:solidFill>
              </a:defRPr>
            </a:lvl1pPr>
            <a:lvl2pPr indent="-661670" lvl="1" marL="914400" algn="l">
              <a:lnSpc>
                <a:spcPct val="110000"/>
              </a:lnSpc>
              <a:spcBef>
                <a:spcPts val="1200"/>
              </a:spcBef>
              <a:spcAft>
                <a:spcPts val="0"/>
              </a:spcAft>
              <a:buClr>
                <a:srgbClr val="FFFFFF"/>
              </a:buClr>
              <a:buSzPts val="6820"/>
              <a:buFont typeface="Helvetica Neue"/>
              <a:buChar char="–"/>
              <a:defRPr sz="6200">
                <a:solidFill>
                  <a:srgbClr val="FFFFFF"/>
                </a:solidFill>
              </a:defRPr>
            </a:lvl2pPr>
            <a:lvl3pPr indent="-661670" lvl="2" marL="1371600" algn="l">
              <a:lnSpc>
                <a:spcPct val="110000"/>
              </a:lnSpc>
              <a:spcBef>
                <a:spcPts val="1200"/>
              </a:spcBef>
              <a:spcAft>
                <a:spcPts val="0"/>
              </a:spcAft>
              <a:buClr>
                <a:srgbClr val="FFFFFF"/>
              </a:buClr>
              <a:buSzPts val="6820"/>
              <a:buFont typeface="Helvetica Neue"/>
              <a:buChar char="•"/>
              <a:defRPr sz="6200">
                <a:solidFill>
                  <a:srgbClr val="FFFFFF"/>
                </a:solidFill>
              </a:defRPr>
            </a:lvl3pPr>
            <a:lvl4pPr indent="-661670" lvl="3" marL="1828800" algn="l">
              <a:lnSpc>
                <a:spcPct val="110000"/>
              </a:lnSpc>
              <a:spcBef>
                <a:spcPts val="1200"/>
              </a:spcBef>
              <a:spcAft>
                <a:spcPts val="0"/>
              </a:spcAft>
              <a:buClr>
                <a:srgbClr val="FFFFFF"/>
              </a:buClr>
              <a:buSzPts val="6820"/>
              <a:buFont typeface="Helvetica Neue"/>
              <a:buChar char="–"/>
              <a:defRPr sz="6200">
                <a:solidFill>
                  <a:srgbClr val="FFFFFF"/>
                </a:solidFill>
              </a:defRPr>
            </a:lvl4pPr>
            <a:lvl5pPr indent="-661670" lvl="4" marL="2286000" algn="l">
              <a:lnSpc>
                <a:spcPct val="110000"/>
              </a:lnSpc>
              <a:spcBef>
                <a:spcPts val="1200"/>
              </a:spcBef>
              <a:spcAft>
                <a:spcPts val="0"/>
              </a:spcAft>
              <a:buClr>
                <a:srgbClr val="FFFFFF"/>
              </a:buClr>
              <a:buSzPts val="6820"/>
              <a:buFont typeface="Helvetica Neue"/>
              <a:buChar char="›"/>
              <a:defRPr sz="6200">
                <a:solidFill>
                  <a:srgbClr val="FFFFFF"/>
                </a:solidFill>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31" name="Google Shape;331;g37fae8905c8_0_260"/>
          <p:cNvSpPr txBox="1"/>
          <p:nvPr>
            <p:ph idx="12" type="sldNum"/>
          </p:nvPr>
        </p:nvSpPr>
        <p:spPr>
          <a:xfrm>
            <a:off x="11887200" y="12344400"/>
            <a:ext cx="42672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898989"/>
              </a:buClr>
              <a:buSzPts val="2400"/>
              <a:buFont typeface="Helvetica Neue Light"/>
              <a:buNone/>
              <a:defRPr sz="2400">
                <a:solidFill>
                  <a:srgbClr val="898989"/>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1">
    <p:bg>
      <p:bgPr>
        <a:solidFill>
          <a:srgbClr val="000000"/>
        </a:solidFill>
      </p:bgPr>
    </p:bg>
    <p:spTree>
      <p:nvGrpSpPr>
        <p:cNvPr id="332" name="Shape 332"/>
        <p:cNvGrpSpPr/>
        <p:nvPr/>
      </p:nvGrpSpPr>
      <p:grpSpPr>
        <a:xfrm>
          <a:off x="0" y="0"/>
          <a:ext cx="0" cy="0"/>
          <a:chOff x="0" y="0"/>
          <a:chExt cx="0" cy="0"/>
        </a:xfrm>
      </p:grpSpPr>
      <p:sp>
        <p:nvSpPr>
          <p:cNvPr id="333" name="Google Shape;333;g37fae8905c8_0_264"/>
          <p:cNvSpPr txBox="1"/>
          <p:nvPr>
            <p:ph type="title"/>
          </p:nvPr>
        </p:nvSpPr>
        <p:spPr>
          <a:xfrm>
            <a:off x="3657600" y="203200"/>
            <a:ext cx="16916400" cy="2197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FFFFFF"/>
              </a:buClr>
              <a:buSzPts val="7400"/>
              <a:buFont typeface="Open Sans ExtraBold"/>
              <a:buNone/>
              <a:defRPr b="1" sz="7400">
                <a:solidFill>
                  <a:srgbClr val="FFFFFF"/>
                </a:solidFill>
                <a:latin typeface="Open Sans ExtraBold"/>
                <a:ea typeface="Open Sans ExtraBold"/>
                <a:cs typeface="Open Sans ExtraBold"/>
                <a:sym typeface="Open Sans ExtraBold"/>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34" name="Google Shape;334;g37fae8905c8_0_264"/>
          <p:cNvSpPr txBox="1"/>
          <p:nvPr>
            <p:ph idx="1" type="body"/>
          </p:nvPr>
        </p:nvSpPr>
        <p:spPr>
          <a:xfrm>
            <a:off x="3657600" y="2952750"/>
            <a:ext cx="16830600" cy="10001400"/>
          </a:xfrm>
          <a:prstGeom prst="rect">
            <a:avLst/>
          </a:prstGeom>
          <a:noFill/>
          <a:ln>
            <a:noFill/>
          </a:ln>
        </p:spPr>
        <p:txBody>
          <a:bodyPr anchorCtr="0" anchor="t" bIns="91425" lIns="91425" spcFirstLastPara="1" rIns="91425" wrap="square" tIns="91425">
            <a:normAutofit/>
          </a:bodyPr>
          <a:lstStyle>
            <a:lvl1pPr indent="-661670" lvl="0" marL="457200" algn="l">
              <a:lnSpc>
                <a:spcPct val="110000"/>
              </a:lnSpc>
              <a:spcBef>
                <a:spcPts val="1200"/>
              </a:spcBef>
              <a:spcAft>
                <a:spcPts val="0"/>
              </a:spcAft>
              <a:buClr>
                <a:srgbClr val="FFFFFF"/>
              </a:buClr>
              <a:buSzPts val="6820"/>
              <a:buFont typeface="Book Antiqua"/>
              <a:buChar char="•"/>
              <a:defRPr sz="6200">
                <a:solidFill>
                  <a:srgbClr val="FFFFFF"/>
                </a:solidFill>
                <a:latin typeface="Book Antiqua"/>
                <a:ea typeface="Book Antiqua"/>
                <a:cs typeface="Book Antiqua"/>
                <a:sym typeface="Book Antiqua"/>
              </a:defRPr>
            </a:lvl1pPr>
            <a:lvl2pPr indent="-661670" lvl="1" marL="914400" algn="l">
              <a:lnSpc>
                <a:spcPct val="110000"/>
              </a:lnSpc>
              <a:spcBef>
                <a:spcPts val="1200"/>
              </a:spcBef>
              <a:spcAft>
                <a:spcPts val="0"/>
              </a:spcAft>
              <a:buClr>
                <a:srgbClr val="FFFFFF"/>
              </a:buClr>
              <a:buSzPts val="6820"/>
              <a:buFont typeface="Book Antiqua"/>
              <a:buChar char="–"/>
              <a:defRPr sz="6200">
                <a:solidFill>
                  <a:srgbClr val="FFFFFF"/>
                </a:solidFill>
                <a:latin typeface="Book Antiqua"/>
                <a:ea typeface="Book Antiqua"/>
                <a:cs typeface="Book Antiqua"/>
                <a:sym typeface="Book Antiqua"/>
              </a:defRPr>
            </a:lvl2pPr>
            <a:lvl3pPr indent="-661670" lvl="2" marL="1371600" algn="l">
              <a:lnSpc>
                <a:spcPct val="110000"/>
              </a:lnSpc>
              <a:spcBef>
                <a:spcPts val="1200"/>
              </a:spcBef>
              <a:spcAft>
                <a:spcPts val="0"/>
              </a:spcAft>
              <a:buClr>
                <a:srgbClr val="FFFFFF"/>
              </a:buClr>
              <a:buSzPts val="6820"/>
              <a:buFont typeface="Book Antiqua"/>
              <a:buChar char="•"/>
              <a:defRPr sz="6200">
                <a:solidFill>
                  <a:srgbClr val="FFFFFF"/>
                </a:solidFill>
                <a:latin typeface="Book Antiqua"/>
                <a:ea typeface="Book Antiqua"/>
                <a:cs typeface="Book Antiqua"/>
                <a:sym typeface="Book Antiqua"/>
              </a:defRPr>
            </a:lvl3pPr>
            <a:lvl4pPr indent="-661670" lvl="3" marL="1828800" algn="l">
              <a:lnSpc>
                <a:spcPct val="110000"/>
              </a:lnSpc>
              <a:spcBef>
                <a:spcPts val="1200"/>
              </a:spcBef>
              <a:spcAft>
                <a:spcPts val="0"/>
              </a:spcAft>
              <a:buClr>
                <a:srgbClr val="FFFFFF"/>
              </a:buClr>
              <a:buSzPts val="6820"/>
              <a:buFont typeface="Book Antiqua"/>
              <a:buChar char="–"/>
              <a:defRPr sz="6200">
                <a:solidFill>
                  <a:srgbClr val="FFFFFF"/>
                </a:solidFill>
                <a:latin typeface="Book Antiqua"/>
                <a:ea typeface="Book Antiqua"/>
                <a:cs typeface="Book Antiqua"/>
                <a:sym typeface="Book Antiqua"/>
              </a:defRPr>
            </a:lvl4pPr>
            <a:lvl5pPr indent="-661670" lvl="4" marL="2286000" algn="l">
              <a:lnSpc>
                <a:spcPct val="110000"/>
              </a:lnSpc>
              <a:spcBef>
                <a:spcPts val="1200"/>
              </a:spcBef>
              <a:spcAft>
                <a:spcPts val="0"/>
              </a:spcAft>
              <a:buClr>
                <a:srgbClr val="FFFFFF"/>
              </a:buClr>
              <a:buSzPts val="6820"/>
              <a:buFont typeface="Book Antiqua"/>
              <a:buChar char="›"/>
              <a:defRPr sz="6200">
                <a:solidFill>
                  <a:srgbClr val="FFFFFF"/>
                </a:solidFill>
                <a:latin typeface="Book Antiqua"/>
                <a:ea typeface="Book Antiqua"/>
                <a:cs typeface="Book Antiqua"/>
                <a:sym typeface="Book Antiqua"/>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35" name="Google Shape;335;g37fae8905c8_0_264"/>
          <p:cNvSpPr txBox="1"/>
          <p:nvPr>
            <p:ph idx="12" type="sldNum"/>
          </p:nvPr>
        </p:nvSpPr>
        <p:spPr>
          <a:xfrm>
            <a:off x="11887200" y="12344400"/>
            <a:ext cx="42672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sz="24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p:cSld name="Title &amp; Photo">
    <p:spTree>
      <p:nvGrpSpPr>
        <p:cNvPr id="336" name="Shape 336"/>
        <p:cNvGrpSpPr/>
        <p:nvPr/>
      </p:nvGrpSpPr>
      <p:grpSpPr>
        <a:xfrm>
          <a:off x="0" y="0"/>
          <a:ext cx="0" cy="0"/>
          <a:chOff x="0" y="0"/>
          <a:chExt cx="0" cy="0"/>
        </a:xfrm>
      </p:grpSpPr>
      <p:sp>
        <p:nvSpPr>
          <p:cNvPr id="337" name="Google Shape;337;g37fae8905c8_0_268"/>
          <p:cNvSpPr/>
          <p:nvPr>
            <p:ph idx="2" type="pic"/>
          </p:nvPr>
        </p:nvSpPr>
        <p:spPr>
          <a:xfrm>
            <a:off x="-1155700" y="-1295400"/>
            <a:ext cx="26746200" cy="16018800"/>
          </a:xfrm>
          <a:prstGeom prst="rect">
            <a:avLst/>
          </a:prstGeom>
          <a:noFill/>
          <a:ln>
            <a:noFill/>
          </a:ln>
        </p:spPr>
      </p:sp>
      <p:sp>
        <p:nvSpPr>
          <p:cNvPr id="338" name="Google Shape;338;g37fae8905c8_0_268"/>
          <p:cNvSpPr txBox="1"/>
          <p:nvPr>
            <p:ph type="title"/>
          </p:nvPr>
        </p:nvSpPr>
        <p:spPr>
          <a:xfrm>
            <a:off x="1206500" y="7124700"/>
            <a:ext cx="21971100" cy="4648200"/>
          </a:xfrm>
          <a:prstGeom prst="rect">
            <a:avLst/>
          </a:prstGeom>
          <a:noFill/>
          <a:ln>
            <a:noFill/>
          </a:ln>
        </p:spPr>
        <p:txBody>
          <a:bodyPr anchorCtr="0" anchor="b" bIns="50800" lIns="50800" spcFirstLastPara="1" rIns="50800" wrap="square" tIns="5080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39" name="Google Shape;339;g37fae8905c8_0_268"/>
          <p:cNvSpPr txBox="1"/>
          <p:nvPr>
            <p:ph idx="1" type="body"/>
          </p:nvPr>
        </p:nvSpPr>
        <p:spPr>
          <a:xfrm>
            <a:off x="1207690" y="1106137"/>
            <a:ext cx="21968700" cy="6369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3600"/>
              <a:buFont typeface="Helvetica Neue"/>
              <a:buNone/>
              <a:defRPr b="1" sz="36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40" name="Google Shape;340;g37fae8905c8_0_268"/>
          <p:cNvSpPr txBox="1"/>
          <p:nvPr>
            <p:ph idx="3" type="body"/>
          </p:nvPr>
        </p:nvSpPr>
        <p:spPr>
          <a:xfrm>
            <a:off x="1206500" y="11609910"/>
            <a:ext cx="21971100" cy="1116900"/>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228600" lvl="1" marL="914400" algn="l">
              <a:lnSpc>
                <a:spcPct val="100000"/>
              </a:lnSpc>
              <a:spcBef>
                <a:spcPts val="0"/>
              </a:spcBef>
              <a:spcAft>
                <a:spcPts val="0"/>
              </a:spcAft>
              <a:buClr>
                <a:srgbClr val="000000"/>
              </a:buClr>
              <a:buSzPts val="5500"/>
              <a:buFont typeface="Helvetica Neue"/>
              <a:buNone/>
              <a:defRPr b="1" sz="5500"/>
            </a:lvl2pPr>
            <a:lvl3pPr indent="-228600" lvl="2" marL="1371600" algn="l">
              <a:lnSpc>
                <a:spcPct val="100000"/>
              </a:lnSpc>
              <a:spcBef>
                <a:spcPts val="0"/>
              </a:spcBef>
              <a:spcAft>
                <a:spcPts val="0"/>
              </a:spcAft>
              <a:buClr>
                <a:srgbClr val="000000"/>
              </a:buClr>
              <a:buSzPts val="5500"/>
              <a:buFont typeface="Helvetica Neue"/>
              <a:buNone/>
              <a:defRPr b="1" sz="5500"/>
            </a:lvl3pPr>
            <a:lvl4pPr indent="-228600" lvl="3" marL="1828800" algn="l">
              <a:lnSpc>
                <a:spcPct val="100000"/>
              </a:lnSpc>
              <a:spcBef>
                <a:spcPts val="0"/>
              </a:spcBef>
              <a:spcAft>
                <a:spcPts val="0"/>
              </a:spcAft>
              <a:buClr>
                <a:srgbClr val="000000"/>
              </a:buClr>
              <a:buSzPts val="5500"/>
              <a:buFont typeface="Helvetica Neue"/>
              <a:buNone/>
              <a:defRPr b="1" sz="5500"/>
            </a:lvl4pPr>
            <a:lvl5pPr indent="-228600" lvl="4" marL="2286000" algn="l">
              <a:lnSpc>
                <a:spcPct val="100000"/>
              </a:lnSpc>
              <a:spcBef>
                <a:spcPts val="0"/>
              </a:spcBef>
              <a:spcAft>
                <a:spcPts val="0"/>
              </a:spcAft>
              <a:buClr>
                <a:srgbClr val="000000"/>
              </a:buClr>
              <a:buSzPts val="5500"/>
              <a:buFont typeface="Helvetica Neue"/>
              <a:buNone/>
              <a:defRPr b="1" sz="5500"/>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41" name="Google Shape;341;g37fae8905c8_0_268"/>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p:cSld name="Title &amp; Photo Alt">
    <p:spTree>
      <p:nvGrpSpPr>
        <p:cNvPr id="342" name="Shape 342"/>
        <p:cNvGrpSpPr/>
        <p:nvPr/>
      </p:nvGrpSpPr>
      <p:grpSpPr>
        <a:xfrm>
          <a:off x="0" y="0"/>
          <a:ext cx="0" cy="0"/>
          <a:chOff x="0" y="0"/>
          <a:chExt cx="0" cy="0"/>
        </a:xfrm>
      </p:grpSpPr>
      <p:sp>
        <p:nvSpPr>
          <p:cNvPr id="343" name="Google Shape;343;g37fae8905c8_0_274"/>
          <p:cNvSpPr/>
          <p:nvPr>
            <p:ph idx="2" type="pic"/>
          </p:nvPr>
        </p:nvSpPr>
        <p:spPr>
          <a:xfrm>
            <a:off x="10972800" y="-203200"/>
            <a:ext cx="12144900" cy="14135100"/>
          </a:xfrm>
          <a:prstGeom prst="rect">
            <a:avLst/>
          </a:prstGeom>
          <a:noFill/>
          <a:ln>
            <a:noFill/>
          </a:ln>
        </p:spPr>
      </p:sp>
      <p:sp>
        <p:nvSpPr>
          <p:cNvPr id="344" name="Google Shape;344;g37fae8905c8_0_274"/>
          <p:cNvSpPr txBox="1"/>
          <p:nvPr>
            <p:ph type="title"/>
          </p:nvPr>
        </p:nvSpPr>
        <p:spPr>
          <a:xfrm>
            <a:off x="1206500" y="1270000"/>
            <a:ext cx="9779100" cy="5882400"/>
          </a:xfrm>
          <a:prstGeom prst="rect">
            <a:avLst/>
          </a:prstGeom>
          <a:noFill/>
          <a:ln>
            <a:noFill/>
          </a:ln>
        </p:spPr>
        <p:txBody>
          <a:bodyPr anchorCtr="0" anchor="b"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45" name="Google Shape;345;g37fae8905c8_0_274"/>
          <p:cNvSpPr txBox="1"/>
          <p:nvPr>
            <p:ph idx="1" type="body"/>
          </p:nvPr>
        </p:nvSpPr>
        <p:spPr>
          <a:xfrm>
            <a:off x="1206500" y="7060576"/>
            <a:ext cx="9779100" cy="5385300"/>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228600" lvl="1" marL="914400" algn="l">
              <a:lnSpc>
                <a:spcPct val="100000"/>
              </a:lnSpc>
              <a:spcBef>
                <a:spcPts val="0"/>
              </a:spcBef>
              <a:spcAft>
                <a:spcPts val="0"/>
              </a:spcAft>
              <a:buClr>
                <a:srgbClr val="000000"/>
              </a:buClr>
              <a:buSzPts val="5500"/>
              <a:buFont typeface="Helvetica Neue"/>
              <a:buNone/>
              <a:defRPr b="1" sz="5500"/>
            </a:lvl2pPr>
            <a:lvl3pPr indent="-228600" lvl="2" marL="1371600" algn="l">
              <a:lnSpc>
                <a:spcPct val="100000"/>
              </a:lnSpc>
              <a:spcBef>
                <a:spcPts val="0"/>
              </a:spcBef>
              <a:spcAft>
                <a:spcPts val="0"/>
              </a:spcAft>
              <a:buClr>
                <a:srgbClr val="000000"/>
              </a:buClr>
              <a:buSzPts val="5500"/>
              <a:buFont typeface="Helvetica Neue"/>
              <a:buNone/>
              <a:defRPr b="1" sz="5500"/>
            </a:lvl3pPr>
            <a:lvl4pPr indent="-228600" lvl="3" marL="1828800" algn="l">
              <a:lnSpc>
                <a:spcPct val="100000"/>
              </a:lnSpc>
              <a:spcBef>
                <a:spcPts val="0"/>
              </a:spcBef>
              <a:spcAft>
                <a:spcPts val="0"/>
              </a:spcAft>
              <a:buClr>
                <a:srgbClr val="000000"/>
              </a:buClr>
              <a:buSzPts val="5500"/>
              <a:buFont typeface="Helvetica Neue"/>
              <a:buNone/>
              <a:defRPr b="1" sz="5500"/>
            </a:lvl4pPr>
            <a:lvl5pPr indent="-228600" lvl="4" marL="2286000" algn="l">
              <a:lnSpc>
                <a:spcPct val="100000"/>
              </a:lnSpc>
              <a:spcBef>
                <a:spcPts val="0"/>
              </a:spcBef>
              <a:spcAft>
                <a:spcPts val="0"/>
              </a:spcAft>
              <a:buClr>
                <a:srgbClr val="000000"/>
              </a:buClr>
              <a:buSzPts val="5500"/>
              <a:buFont typeface="Helvetica Neue"/>
              <a:buNone/>
              <a:defRPr b="1" sz="5500"/>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46" name="Google Shape;346;g37fae8905c8_0_274"/>
          <p:cNvSpPr txBox="1"/>
          <p:nvPr>
            <p:ph idx="12" type="sldNum"/>
          </p:nvPr>
        </p:nvSpPr>
        <p:spPr>
          <a:xfrm>
            <a:off x="12001499" y="13085233"/>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4">
    <p:spTree>
      <p:nvGrpSpPr>
        <p:cNvPr id="347" name="Shape 347"/>
        <p:cNvGrpSpPr/>
        <p:nvPr/>
      </p:nvGrpSpPr>
      <p:grpSpPr>
        <a:xfrm>
          <a:off x="0" y="0"/>
          <a:ext cx="0" cy="0"/>
          <a:chOff x="0" y="0"/>
          <a:chExt cx="0" cy="0"/>
        </a:xfrm>
      </p:grpSpPr>
      <p:sp>
        <p:nvSpPr>
          <p:cNvPr id="348" name="Google Shape;348;g37fae8905c8_0_279"/>
          <p:cNvSpPr txBox="1"/>
          <p:nvPr>
            <p:ph type="title"/>
          </p:nvPr>
        </p:nvSpPr>
        <p:spPr>
          <a:xfrm>
            <a:off x="1206500" y="1079500"/>
            <a:ext cx="21971100" cy="14331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49" name="Google Shape;349;g37fae8905c8_0_279"/>
          <p:cNvSpPr txBox="1"/>
          <p:nvPr>
            <p:ph idx="1" type="body"/>
          </p:nvPr>
        </p:nvSpPr>
        <p:spPr>
          <a:xfrm>
            <a:off x="1206500" y="2372962"/>
            <a:ext cx="21971100" cy="9348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50" name="Google Shape;350;g37fae8905c8_0_279"/>
          <p:cNvSpPr txBox="1"/>
          <p:nvPr>
            <p:ph idx="2" type="body"/>
          </p:nvPr>
        </p:nvSpPr>
        <p:spPr>
          <a:xfrm>
            <a:off x="1206500" y="4248504"/>
            <a:ext cx="21971100" cy="8256000"/>
          </a:xfrm>
          <a:prstGeom prst="rect">
            <a:avLst/>
          </a:prstGeom>
          <a:noFill/>
          <a:ln>
            <a:noFill/>
          </a:ln>
        </p:spPr>
        <p:txBody>
          <a:bodyPr anchorCtr="0" anchor="t" bIns="50800" lIns="50800" spcFirstLastPara="1" rIns="50800" wrap="square" tIns="50800">
            <a:normAutofit/>
          </a:bodyPr>
          <a:lstStyle>
            <a:lvl1pPr indent="-369189" lvl="0" marL="457200" algn="l">
              <a:lnSpc>
                <a:spcPct val="90000"/>
              </a:lnSpc>
              <a:spcBef>
                <a:spcPts val="4500"/>
              </a:spcBef>
              <a:spcAft>
                <a:spcPts val="0"/>
              </a:spcAft>
              <a:buClr>
                <a:srgbClr val="000000"/>
              </a:buClr>
              <a:buSzPts val="2214"/>
              <a:buChar char="•"/>
              <a:defRPr/>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51" name="Google Shape;351;g37fae8905c8_0_279"/>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352" name="Shape 352"/>
        <p:cNvGrpSpPr/>
        <p:nvPr/>
      </p:nvGrpSpPr>
      <p:grpSpPr>
        <a:xfrm>
          <a:off x="0" y="0"/>
          <a:ext cx="0" cy="0"/>
          <a:chOff x="0" y="0"/>
          <a:chExt cx="0" cy="0"/>
        </a:xfrm>
      </p:grpSpPr>
      <p:sp>
        <p:nvSpPr>
          <p:cNvPr id="353" name="Google Shape;353;g37fae8905c8_0_284"/>
          <p:cNvSpPr txBox="1"/>
          <p:nvPr>
            <p:ph idx="1" type="body"/>
          </p:nvPr>
        </p:nvSpPr>
        <p:spPr>
          <a:xfrm>
            <a:off x="1206500" y="4248504"/>
            <a:ext cx="21971100" cy="8256000"/>
          </a:xfrm>
          <a:prstGeom prst="rect">
            <a:avLst/>
          </a:prstGeom>
          <a:noFill/>
          <a:ln>
            <a:noFill/>
          </a:ln>
        </p:spPr>
        <p:txBody>
          <a:bodyPr anchorCtr="0" anchor="t" bIns="50800" lIns="50800" spcFirstLastPara="1" rIns="50800" wrap="square" tIns="50800">
            <a:normAutofit/>
          </a:bodyPr>
          <a:lstStyle>
            <a:lvl1pPr indent="-369189" lvl="0" marL="457200" algn="l">
              <a:lnSpc>
                <a:spcPct val="90000"/>
              </a:lnSpc>
              <a:spcBef>
                <a:spcPts val="4500"/>
              </a:spcBef>
              <a:spcAft>
                <a:spcPts val="0"/>
              </a:spcAft>
              <a:buClr>
                <a:srgbClr val="000000"/>
              </a:buClr>
              <a:buSzPts val="2214"/>
              <a:buChar char="•"/>
              <a:defRPr/>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54" name="Google Shape;354;g37fae8905c8_0_284"/>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355" name="Shape 355"/>
        <p:cNvGrpSpPr/>
        <p:nvPr/>
      </p:nvGrpSpPr>
      <p:grpSpPr>
        <a:xfrm>
          <a:off x="0" y="0"/>
          <a:ext cx="0" cy="0"/>
          <a:chOff x="0" y="0"/>
          <a:chExt cx="0" cy="0"/>
        </a:xfrm>
      </p:grpSpPr>
      <p:sp>
        <p:nvSpPr>
          <p:cNvPr id="356" name="Google Shape;356;g37fae8905c8_0_287"/>
          <p:cNvSpPr txBox="1"/>
          <p:nvPr>
            <p:ph idx="1" type="body"/>
          </p:nvPr>
        </p:nvSpPr>
        <p:spPr>
          <a:xfrm>
            <a:off x="1206500" y="2372962"/>
            <a:ext cx="9779100" cy="9348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57" name="Google Shape;357;g37fae8905c8_0_287"/>
          <p:cNvSpPr txBox="1"/>
          <p:nvPr>
            <p:ph idx="2" type="body"/>
          </p:nvPr>
        </p:nvSpPr>
        <p:spPr>
          <a:xfrm>
            <a:off x="1206500" y="4248504"/>
            <a:ext cx="9779100" cy="8256600"/>
          </a:xfrm>
          <a:prstGeom prst="rect">
            <a:avLst/>
          </a:prstGeom>
          <a:noFill/>
          <a:ln>
            <a:noFill/>
          </a:ln>
        </p:spPr>
        <p:txBody>
          <a:bodyPr anchorCtr="0" anchor="t" bIns="50800" lIns="50800" spcFirstLastPara="1" rIns="50800" wrap="square" tIns="50800">
            <a:normAutofit/>
          </a:bodyPr>
          <a:lstStyle>
            <a:lvl1pPr indent="-369189" lvl="0" marL="457200" algn="l">
              <a:lnSpc>
                <a:spcPct val="90000"/>
              </a:lnSpc>
              <a:spcBef>
                <a:spcPts val="4500"/>
              </a:spcBef>
              <a:spcAft>
                <a:spcPts val="0"/>
              </a:spcAft>
              <a:buClr>
                <a:srgbClr val="000000"/>
              </a:buClr>
              <a:buSzPts val="2214"/>
              <a:buChar char="•"/>
              <a:defRPr/>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58" name="Google Shape;358;g37fae8905c8_0_287"/>
          <p:cNvSpPr/>
          <p:nvPr>
            <p:ph idx="3" type="pic"/>
          </p:nvPr>
        </p:nvSpPr>
        <p:spPr>
          <a:xfrm>
            <a:off x="12192000" y="-407266"/>
            <a:ext cx="10917000" cy="14555700"/>
          </a:xfrm>
          <a:prstGeom prst="rect">
            <a:avLst/>
          </a:prstGeom>
          <a:noFill/>
          <a:ln>
            <a:noFill/>
          </a:ln>
        </p:spPr>
      </p:sp>
      <p:sp>
        <p:nvSpPr>
          <p:cNvPr id="359" name="Google Shape;359;g37fae8905c8_0_287"/>
          <p:cNvSpPr txBox="1"/>
          <p:nvPr>
            <p:ph type="title"/>
          </p:nvPr>
        </p:nvSpPr>
        <p:spPr>
          <a:xfrm>
            <a:off x="1206500" y="1079500"/>
            <a:ext cx="9779100" cy="14352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60" name="Google Shape;360;g37fae8905c8_0_287"/>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361" name="Shape 361"/>
        <p:cNvGrpSpPr/>
        <p:nvPr/>
      </p:nvGrpSpPr>
      <p:grpSpPr>
        <a:xfrm>
          <a:off x="0" y="0"/>
          <a:ext cx="0" cy="0"/>
          <a:chOff x="0" y="0"/>
          <a:chExt cx="0" cy="0"/>
        </a:xfrm>
      </p:grpSpPr>
      <p:sp>
        <p:nvSpPr>
          <p:cNvPr id="362" name="Google Shape;362;g37fae8905c8_0_293"/>
          <p:cNvSpPr txBox="1"/>
          <p:nvPr>
            <p:ph type="title"/>
          </p:nvPr>
        </p:nvSpPr>
        <p:spPr>
          <a:xfrm>
            <a:off x="1206496" y="4533900"/>
            <a:ext cx="21971100" cy="4648200"/>
          </a:xfrm>
          <a:prstGeom prst="rect">
            <a:avLst/>
          </a:prstGeom>
          <a:noFill/>
          <a:ln>
            <a:noFill/>
          </a:ln>
        </p:spPr>
        <p:txBody>
          <a:bodyPr anchorCtr="0" anchor="ctr" bIns="50800" lIns="50800" spcFirstLastPara="1" rIns="50800" wrap="square" tIns="50800">
            <a:normAutofit/>
          </a:bodyPr>
          <a:lstStyle>
            <a:lvl1pPr lvl="0" algn="l">
              <a:lnSpc>
                <a:spcPct val="80000"/>
              </a:lnSpc>
              <a:spcBef>
                <a:spcPts val="0"/>
              </a:spcBef>
              <a:spcAft>
                <a:spcPts val="0"/>
              </a:spcAft>
              <a:buClr>
                <a:srgbClr val="000000"/>
              </a:buClr>
              <a:buSzPts val="11600"/>
              <a:buFont typeface="Helvetica Neue"/>
              <a:buNone/>
              <a:defRPr b="0" sz="1160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63" name="Google Shape;363;g37fae8905c8_0_293"/>
          <p:cNvSpPr txBox="1"/>
          <p:nvPr>
            <p:ph idx="12" type="sldNum"/>
          </p:nvPr>
        </p:nvSpPr>
        <p:spPr>
          <a:xfrm>
            <a:off x="12001499" y="13085233"/>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spTree>
      <p:nvGrpSpPr>
        <p:cNvPr id="364" name="Shape 364"/>
        <p:cNvGrpSpPr/>
        <p:nvPr/>
      </p:nvGrpSpPr>
      <p:grpSpPr>
        <a:xfrm>
          <a:off x="0" y="0"/>
          <a:ext cx="0" cy="0"/>
          <a:chOff x="0" y="0"/>
          <a:chExt cx="0" cy="0"/>
        </a:xfrm>
      </p:grpSpPr>
      <p:sp>
        <p:nvSpPr>
          <p:cNvPr id="365" name="Google Shape;365;g37fae8905c8_0_296"/>
          <p:cNvSpPr txBox="1"/>
          <p:nvPr>
            <p:ph type="title"/>
          </p:nvPr>
        </p:nvSpPr>
        <p:spPr>
          <a:xfrm>
            <a:off x="1206500" y="1079500"/>
            <a:ext cx="21971100" cy="14349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66" name="Google Shape;366;g37fae8905c8_0_296"/>
          <p:cNvSpPr txBox="1"/>
          <p:nvPr>
            <p:ph idx="1" type="body"/>
          </p:nvPr>
        </p:nvSpPr>
        <p:spPr>
          <a:xfrm>
            <a:off x="1206500" y="2372962"/>
            <a:ext cx="21971100" cy="9348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67" name="Google Shape;367;g37fae8905c8_0_296"/>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8" name="Shape 368"/>
        <p:cNvGrpSpPr/>
        <p:nvPr/>
      </p:nvGrpSpPr>
      <p:grpSpPr>
        <a:xfrm>
          <a:off x="0" y="0"/>
          <a:ext cx="0" cy="0"/>
          <a:chOff x="0" y="0"/>
          <a:chExt cx="0" cy="0"/>
        </a:xfrm>
      </p:grpSpPr>
      <p:sp>
        <p:nvSpPr>
          <p:cNvPr id="369" name="Google Shape;369;g37fae8905c8_0_300"/>
          <p:cNvSpPr txBox="1"/>
          <p:nvPr>
            <p:ph type="title"/>
          </p:nvPr>
        </p:nvSpPr>
        <p:spPr>
          <a:xfrm>
            <a:off x="1206500" y="1079500"/>
            <a:ext cx="21971100" cy="14352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70" name="Google Shape;370;g37fae8905c8_0_300"/>
          <p:cNvSpPr txBox="1"/>
          <p:nvPr>
            <p:ph idx="1" type="body"/>
          </p:nvPr>
        </p:nvSpPr>
        <p:spPr>
          <a:xfrm>
            <a:off x="1206500" y="2372962"/>
            <a:ext cx="21971100" cy="9348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5500"/>
              <a:buFont typeface="Helvetica Neue"/>
              <a:buNone/>
              <a:defRPr b="1" sz="55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71" name="Google Shape;371;g37fae8905c8_0_300"/>
          <p:cNvSpPr txBox="1"/>
          <p:nvPr>
            <p:ph idx="2" type="body"/>
          </p:nvPr>
        </p:nvSpPr>
        <p:spPr>
          <a:xfrm>
            <a:off x="1206500" y="4248504"/>
            <a:ext cx="21971100" cy="8256000"/>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1800"/>
              </a:spcBef>
              <a:spcAft>
                <a:spcPts val="0"/>
              </a:spcAft>
              <a:buClr>
                <a:srgbClr val="000000"/>
              </a:buClr>
              <a:buSzPts val="5500"/>
              <a:buFont typeface="Helvetica Neue"/>
              <a:buNone/>
              <a:defRPr sz="5500"/>
            </a:lvl1pPr>
            <a:lvl2pPr indent="-228600" lvl="1" marL="914400" algn="l">
              <a:lnSpc>
                <a:spcPct val="100000"/>
              </a:lnSpc>
              <a:spcBef>
                <a:spcPts val="1800"/>
              </a:spcBef>
              <a:spcAft>
                <a:spcPts val="0"/>
              </a:spcAft>
              <a:buClr>
                <a:srgbClr val="000000"/>
              </a:buClr>
              <a:buSzPts val="5500"/>
              <a:buFont typeface="Helvetica Neue"/>
              <a:buNone/>
              <a:defRPr sz="5500"/>
            </a:lvl2pPr>
            <a:lvl3pPr indent="-228600" lvl="2" marL="1371600" algn="l">
              <a:lnSpc>
                <a:spcPct val="100000"/>
              </a:lnSpc>
              <a:spcBef>
                <a:spcPts val="1800"/>
              </a:spcBef>
              <a:spcAft>
                <a:spcPts val="0"/>
              </a:spcAft>
              <a:buClr>
                <a:srgbClr val="000000"/>
              </a:buClr>
              <a:buSzPts val="5500"/>
              <a:buFont typeface="Helvetica Neue"/>
              <a:buNone/>
              <a:defRPr sz="5500"/>
            </a:lvl3pPr>
            <a:lvl4pPr indent="-228600" lvl="3" marL="1828800" algn="l">
              <a:lnSpc>
                <a:spcPct val="100000"/>
              </a:lnSpc>
              <a:spcBef>
                <a:spcPts val="1800"/>
              </a:spcBef>
              <a:spcAft>
                <a:spcPts val="0"/>
              </a:spcAft>
              <a:buClr>
                <a:srgbClr val="000000"/>
              </a:buClr>
              <a:buSzPts val="5500"/>
              <a:buFont typeface="Helvetica Neue"/>
              <a:buNone/>
              <a:defRPr sz="5500"/>
            </a:lvl4pPr>
            <a:lvl5pPr indent="-228600" lvl="4" marL="2286000" algn="l">
              <a:lnSpc>
                <a:spcPct val="100000"/>
              </a:lnSpc>
              <a:spcBef>
                <a:spcPts val="1800"/>
              </a:spcBef>
              <a:spcAft>
                <a:spcPts val="0"/>
              </a:spcAft>
              <a:buClr>
                <a:srgbClr val="000000"/>
              </a:buClr>
              <a:buSzPts val="5500"/>
              <a:buFont typeface="Helvetica Neue"/>
              <a:buNone/>
              <a:defRPr sz="5500"/>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72" name="Google Shape;372;g37fae8905c8_0_300"/>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spTree>
      <p:nvGrpSpPr>
        <p:cNvPr id="373" name="Shape 373"/>
        <p:cNvGrpSpPr/>
        <p:nvPr/>
      </p:nvGrpSpPr>
      <p:grpSpPr>
        <a:xfrm>
          <a:off x="0" y="0"/>
          <a:ext cx="0" cy="0"/>
          <a:chOff x="0" y="0"/>
          <a:chExt cx="0" cy="0"/>
        </a:xfrm>
      </p:grpSpPr>
      <p:sp>
        <p:nvSpPr>
          <p:cNvPr id="374" name="Google Shape;374;g37fae8905c8_0_305"/>
          <p:cNvSpPr txBox="1"/>
          <p:nvPr>
            <p:ph idx="1" type="body"/>
          </p:nvPr>
        </p:nvSpPr>
        <p:spPr>
          <a:xfrm>
            <a:off x="1206500" y="4920843"/>
            <a:ext cx="21971100" cy="3874200"/>
          </a:xfrm>
          <a:prstGeom prst="rect">
            <a:avLst/>
          </a:prstGeom>
          <a:noFill/>
          <a:ln>
            <a:noFill/>
          </a:ln>
        </p:spPr>
        <p:txBody>
          <a:bodyPr anchorCtr="0" anchor="ctr" bIns="50800" lIns="50800" spcFirstLastPara="1" rIns="50800" wrap="square" tIns="50800">
            <a:normAutofit/>
          </a:bodyPr>
          <a:lstStyle>
            <a:lvl1pPr indent="-228600" lvl="0" marL="4572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1pPr>
            <a:lvl2pPr indent="-228600" lvl="1" marL="9144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2pPr>
            <a:lvl3pPr indent="-228600" lvl="2" marL="1371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3pPr>
            <a:lvl4pPr indent="-228600" lvl="3" marL="18288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4pPr>
            <a:lvl5pPr indent="-228600" lvl="4" marL="22860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75" name="Google Shape;375;g37fae8905c8_0_305"/>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p:cSld name="Big Fact">
    <p:spTree>
      <p:nvGrpSpPr>
        <p:cNvPr id="376" name="Shape 376"/>
        <p:cNvGrpSpPr/>
        <p:nvPr/>
      </p:nvGrpSpPr>
      <p:grpSpPr>
        <a:xfrm>
          <a:off x="0" y="0"/>
          <a:ext cx="0" cy="0"/>
          <a:chOff x="0" y="0"/>
          <a:chExt cx="0" cy="0"/>
        </a:xfrm>
      </p:grpSpPr>
      <p:sp>
        <p:nvSpPr>
          <p:cNvPr id="377" name="Google Shape;377;g37fae8905c8_0_308"/>
          <p:cNvSpPr txBox="1"/>
          <p:nvPr>
            <p:ph idx="1" type="body"/>
          </p:nvPr>
        </p:nvSpPr>
        <p:spPr>
          <a:xfrm>
            <a:off x="1206500" y="1075927"/>
            <a:ext cx="21971100" cy="7241700"/>
          </a:xfrm>
          <a:prstGeom prst="rect">
            <a:avLst/>
          </a:prstGeom>
          <a:noFill/>
          <a:ln>
            <a:noFill/>
          </a:ln>
        </p:spPr>
        <p:txBody>
          <a:bodyPr anchorCtr="0" anchor="b" bIns="50800" lIns="50800" spcFirstLastPara="1" rIns="50800" wrap="square" tIns="50800">
            <a:normAutofit/>
          </a:bodyPr>
          <a:lstStyle>
            <a:lvl1pPr indent="-228600" lvl="0" marL="457200" algn="ctr">
              <a:lnSpc>
                <a:spcPct val="80000"/>
              </a:lnSpc>
              <a:spcBef>
                <a:spcPts val="0"/>
              </a:spcBef>
              <a:spcAft>
                <a:spcPts val="0"/>
              </a:spcAft>
              <a:buClr>
                <a:srgbClr val="000000"/>
              </a:buClr>
              <a:buSzPts val="25000"/>
              <a:buFont typeface="Helvetica Neue"/>
              <a:buNone/>
              <a:defRPr b="1" sz="25000"/>
            </a:lvl1pPr>
            <a:lvl2pPr indent="-228600" lvl="1" marL="914400" algn="ctr">
              <a:lnSpc>
                <a:spcPct val="80000"/>
              </a:lnSpc>
              <a:spcBef>
                <a:spcPts val="0"/>
              </a:spcBef>
              <a:spcAft>
                <a:spcPts val="0"/>
              </a:spcAft>
              <a:buClr>
                <a:srgbClr val="000000"/>
              </a:buClr>
              <a:buSzPts val="25000"/>
              <a:buFont typeface="Helvetica Neue"/>
              <a:buNone/>
              <a:defRPr b="1" sz="25000"/>
            </a:lvl2pPr>
            <a:lvl3pPr indent="-228600" lvl="2" marL="1371600" algn="ctr">
              <a:lnSpc>
                <a:spcPct val="80000"/>
              </a:lnSpc>
              <a:spcBef>
                <a:spcPts val="0"/>
              </a:spcBef>
              <a:spcAft>
                <a:spcPts val="0"/>
              </a:spcAft>
              <a:buClr>
                <a:srgbClr val="000000"/>
              </a:buClr>
              <a:buSzPts val="25000"/>
              <a:buFont typeface="Helvetica Neue"/>
              <a:buNone/>
              <a:defRPr b="1" sz="25000"/>
            </a:lvl3pPr>
            <a:lvl4pPr indent="-228600" lvl="3" marL="1828800" algn="ctr">
              <a:lnSpc>
                <a:spcPct val="80000"/>
              </a:lnSpc>
              <a:spcBef>
                <a:spcPts val="0"/>
              </a:spcBef>
              <a:spcAft>
                <a:spcPts val="0"/>
              </a:spcAft>
              <a:buClr>
                <a:srgbClr val="000000"/>
              </a:buClr>
              <a:buSzPts val="25000"/>
              <a:buFont typeface="Helvetica Neue"/>
              <a:buNone/>
              <a:defRPr b="1" sz="25000"/>
            </a:lvl4pPr>
            <a:lvl5pPr indent="-228600" lvl="4" marL="2286000" algn="ctr">
              <a:lnSpc>
                <a:spcPct val="80000"/>
              </a:lnSpc>
              <a:spcBef>
                <a:spcPts val="0"/>
              </a:spcBef>
              <a:spcAft>
                <a:spcPts val="0"/>
              </a:spcAft>
              <a:buClr>
                <a:srgbClr val="000000"/>
              </a:buClr>
              <a:buSzPts val="25000"/>
              <a:buFont typeface="Helvetica Neue"/>
              <a:buNone/>
              <a:defRPr b="1" sz="25000"/>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78" name="Google Shape;378;g37fae8905c8_0_308"/>
          <p:cNvSpPr txBox="1"/>
          <p:nvPr>
            <p:ph idx="2" type="body"/>
          </p:nvPr>
        </p:nvSpPr>
        <p:spPr>
          <a:xfrm>
            <a:off x="1206500" y="8262180"/>
            <a:ext cx="21971100" cy="9348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0"/>
              </a:spcBef>
              <a:spcAft>
                <a:spcPts val="0"/>
              </a:spcAft>
              <a:buClr>
                <a:srgbClr val="000000"/>
              </a:buClr>
              <a:buSzPts val="5500"/>
              <a:buFont typeface="Helvetica Neue"/>
              <a:buNone/>
              <a:defRPr b="1" sz="55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79" name="Google Shape;379;g37fae8905c8_0_308"/>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80" name="Shape 380"/>
        <p:cNvGrpSpPr/>
        <p:nvPr/>
      </p:nvGrpSpPr>
      <p:grpSpPr>
        <a:xfrm>
          <a:off x="0" y="0"/>
          <a:ext cx="0" cy="0"/>
          <a:chOff x="0" y="0"/>
          <a:chExt cx="0" cy="0"/>
        </a:xfrm>
      </p:grpSpPr>
      <p:sp>
        <p:nvSpPr>
          <p:cNvPr id="381" name="Google Shape;381;g37fae8905c8_0_312"/>
          <p:cNvSpPr txBox="1"/>
          <p:nvPr>
            <p:ph idx="1" type="body"/>
          </p:nvPr>
        </p:nvSpPr>
        <p:spPr>
          <a:xfrm>
            <a:off x="2430025" y="10675453"/>
            <a:ext cx="20200200" cy="6369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3600"/>
              <a:buFont typeface="Helvetica Neue"/>
              <a:buNone/>
              <a:defRPr b="1" sz="3600"/>
            </a:lvl1pPr>
            <a:lvl2pPr indent="-369189" lvl="1" marL="914400" algn="l">
              <a:lnSpc>
                <a:spcPct val="90000"/>
              </a:lnSpc>
              <a:spcBef>
                <a:spcPts val="4500"/>
              </a:spcBef>
              <a:spcAft>
                <a:spcPts val="0"/>
              </a:spcAft>
              <a:buClr>
                <a:srgbClr val="000000"/>
              </a:buClr>
              <a:buSzPts val="2214"/>
              <a:buChar char="•"/>
              <a:defRPr/>
            </a:lvl2pPr>
            <a:lvl3pPr indent="-369189" lvl="2" marL="1371600" algn="l">
              <a:lnSpc>
                <a:spcPct val="90000"/>
              </a:lnSpc>
              <a:spcBef>
                <a:spcPts val="4500"/>
              </a:spcBef>
              <a:spcAft>
                <a:spcPts val="0"/>
              </a:spcAft>
              <a:buClr>
                <a:srgbClr val="000000"/>
              </a:buClr>
              <a:buSzPts val="2214"/>
              <a:buChar char="•"/>
              <a:defRPr/>
            </a:lvl3pPr>
            <a:lvl4pPr indent="-369189" lvl="3" marL="1828800" algn="l">
              <a:lnSpc>
                <a:spcPct val="90000"/>
              </a:lnSpc>
              <a:spcBef>
                <a:spcPts val="4500"/>
              </a:spcBef>
              <a:spcAft>
                <a:spcPts val="0"/>
              </a:spcAft>
              <a:buClr>
                <a:srgbClr val="000000"/>
              </a:buClr>
              <a:buSzPts val="2214"/>
              <a:buChar char="•"/>
              <a:defRPr/>
            </a:lvl4pPr>
            <a:lvl5pPr indent="-369189" lvl="4" marL="2286000" algn="l">
              <a:lnSpc>
                <a:spcPct val="90000"/>
              </a:lnSpc>
              <a:spcBef>
                <a:spcPts val="4500"/>
              </a:spcBef>
              <a:spcAft>
                <a:spcPts val="0"/>
              </a:spcAft>
              <a:buClr>
                <a:srgbClr val="000000"/>
              </a:buClr>
              <a:buSzPts val="2214"/>
              <a:buChar char="•"/>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82" name="Google Shape;382;g37fae8905c8_0_312"/>
          <p:cNvSpPr txBox="1"/>
          <p:nvPr>
            <p:ph idx="2" type="body"/>
          </p:nvPr>
        </p:nvSpPr>
        <p:spPr>
          <a:xfrm>
            <a:off x="1753923" y="4939860"/>
            <a:ext cx="20876100" cy="3836400"/>
          </a:xfrm>
          <a:prstGeom prst="rect">
            <a:avLst/>
          </a:prstGeom>
          <a:noFill/>
          <a:ln>
            <a:noFill/>
          </a:ln>
        </p:spPr>
        <p:txBody>
          <a:bodyPr anchorCtr="0" anchor="t" bIns="50800" lIns="50800" spcFirstLastPara="1" rIns="50800" wrap="square" tIns="50800">
            <a:normAutofit/>
          </a:bodyPr>
          <a:lstStyle>
            <a:lvl1pPr indent="-228600" lvl="0" marL="4572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1pPr>
            <a:lvl2pPr indent="-228600" lvl="1" marL="9144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2pPr>
            <a:lvl3pPr indent="-228600" lvl="2" marL="1371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3pPr>
            <a:lvl4pPr indent="-228600" lvl="3" marL="18288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4pPr>
            <a:lvl5pPr indent="-228600" lvl="4" marL="22860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5pPr>
            <a:lvl6pPr indent="-369189" lvl="5" marL="2743200" algn="l">
              <a:lnSpc>
                <a:spcPct val="90000"/>
              </a:lnSpc>
              <a:spcBef>
                <a:spcPts val="4500"/>
              </a:spcBef>
              <a:spcAft>
                <a:spcPts val="0"/>
              </a:spcAft>
              <a:buClr>
                <a:srgbClr val="000000"/>
              </a:buClr>
              <a:buSzPts val="2214"/>
              <a:buChar char="•"/>
              <a:defRPr/>
            </a:lvl6pPr>
            <a:lvl7pPr indent="-369189" lvl="6" marL="3200400" algn="l">
              <a:lnSpc>
                <a:spcPct val="90000"/>
              </a:lnSpc>
              <a:spcBef>
                <a:spcPts val="4500"/>
              </a:spcBef>
              <a:spcAft>
                <a:spcPts val="0"/>
              </a:spcAft>
              <a:buClr>
                <a:srgbClr val="000000"/>
              </a:buClr>
              <a:buSzPts val="2214"/>
              <a:buChar char="•"/>
              <a:defRPr/>
            </a:lvl7pPr>
            <a:lvl8pPr indent="-369189" lvl="7" marL="3657600" algn="l">
              <a:lnSpc>
                <a:spcPct val="90000"/>
              </a:lnSpc>
              <a:spcBef>
                <a:spcPts val="4500"/>
              </a:spcBef>
              <a:spcAft>
                <a:spcPts val="0"/>
              </a:spcAft>
              <a:buClr>
                <a:srgbClr val="000000"/>
              </a:buClr>
              <a:buSzPts val="2214"/>
              <a:buChar char="•"/>
              <a:defRPr/>
            </a:lvl8pPr>
            <a:lvl9pPr indent="-369189" lvl="8" marL="4114800" algn="l">
              <a:lnSpc>
                <a:spcPct val="90000"/>
              </a:lnSpc>
              <a:spcBef>
                <a:spcPts val="4500"/>
              </a:spcBef>
              <a:spcAft>
                <a:spcPts val="0"/>
              </a:spcAft>
              <a:buClr>
                <a:srgbClr val="000000"/>
              </a:buClr>
              <a:buSzPts val="2214"/>
              <a:buChar char="•"/>
              <a:defRPr/>
            </a:lvl9pPr>
          </a:lstStyle>
          <a:p/>
        </p:txBody>
      </p:sp>
      <p:sp>
        <p:nvSpPr>
          <p:cNvPr id="383" name="Google Shape;383;g37fae8905c8_0_312"/>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384" name="Shape 384"/>
        <p:cNvGrpSpPr/>
        <p:nvPr/>
      </p:nvGrpSpPr>
      <p:grpSpPr>
        <a:xfrm>
          <a:off x="0" y="0"/>
          <a:ext cx="0" cy="0"/>
          <a:chOff x="0" y="0"/>
          <a:chExt cx="0" cy="0"/>
        </a:xfrm>
      </p:grpSpPr>
      <p:sp>
        <p:nvSpPr>
          <p:cNvPr id="385" name="Google Shape;385;g37fae8905c8_0_316"/>
          <p:cNvSpPr/>
          <p:nvPr>
            <p:ph idx="2" type="pic"/>
          </p:nvPr>
        </p:nvSpPr>
        <p:spPr>
          <a:xfrm>
            <a:off x="15760700" y="1016000"/>
            <a:ext cx="7439100" cy="5949600"/>
          </a:xfrm>
          <a:prstGeom prst="rect">
            <a:avLst/>
          </a:prstGeom>
          <a:noFill/>
          <a:ln>
            <a:noFill/>
          </a:ln>
        </p:spPr>
      </p:sp>
      <p:sp>
        <p:nvSpPr>
          <p:cNvPr id="386" name="Google Shape;386;g37fae8905c8_0_316"/>
          <p:cNvSpPr/>
          <p:nvPr>
            <p:ph idx="3" type="pic"/>
          </p:nvPr>
        </p:nvSpPr>
        <p:spPr>
          <a:xfrm>
            <a:off x="13500100" y="3978275"/>
            <a:ext cx="10439400" cy="12150300"/>
          </a:xfrm>
          <a:prstGeom prst="rect">
            <a:avLst/>
          </a:prstGeom>
          <a:noFill/>
          <a:ln>
            <a:noFill/>
          </a:ln>
        </p:spPr>
      </p:sp>
      <p:sp>
        <p:nvSpPr>
          <p:cNvPr id="387" name="Google Shape;387;g37fae8905c8_0_316"/>
          <p:cNvSpPr/>
          <p:nvPr>
            <p:ph idx="4" type="pic"/>
          </p:nvPr>
        </p:nvSpPr>
        <p:spPr>
          <a:xfrm>
            <a:off x="-139700" y="495300"/>
            <a:ext cx="16611600" cy="12458700"/>
          </a:xfrm>
          <a:prstGeom prst="rect">
            <a:avLst/>
          </a:prstGeom>
          <a:noFill/>
          <a:ln>
            <a:noFill/>
          </a:ln>
        </p:spPr>
      </p:sp>
      <p:sp>
        <p:nvSpPr>
          <p:cNvPr id="388" name="Google Shape;388;g37fae8905c8_0_316"/>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1800"/>
              <a:buFont typeface="Helvetica Neue"/>
              <a:buNone/>
              <a:defRPr sz="1800">
                <a:solidFill>
                  <a:srgbClr val="000000"/>
                </a:solidFill>
              </a:defRPr>
            </a:lvl1pPr>
            <a:lvl2pPr indent="0" lvl="1" marL="0" algn="ctr">
              <a:lnSpc>
                <a:spcPct val="100000"/>
              </a:lnSpc>
              <a:spcBef>
                <a:spcPts val="0"/>
              </a:spcBef>
              <a:spcAft>
                <a:spcPts val="0"/>
              </a:spcAft>
              <a:buClr>
                <a:srgbClr val="000000"/>
              </a:buClr>
              <a:buSzPts val="1800"/>
              <a:buFont typeface="Helvetica Neue"/>
              <a:buNone/>
              <a:defRPr sz="1800">
                <a:solidFill>
                  <a:srgbClr val="000000"/>
                </a:solidFill>
              </a:defRPr>
            </a:lvl2pPr>
            <a:lvl3pPr indent="0" lvl="2" marL="0" algn="ctr">
              <a:lnSpc>
                <a:spcPct val="100000"/>
              </a:lnSpc>
              <a:spcBef>
                <a:spcPts val="0"/>
              </a:spcBef>
              <a:spcAft>
                <a:spcPts val="0"/>
              </a:spcAft>
              <a:buClr>
                <a:srgbClr val="000000"/>
              </a:buClr>
              <a:buSzPts val="1800"/>
              <a:buFont typeface="Helvetica Neue"/>
              <a:buNone/>
              <a:defRPr sz="1800">
                <a:solidFill>
                  <a:srgbClr val="000000"/>
                </a:solidFill>
              </a:defRPr>
            </a:lvl3pPr>
            <a:lvl4pPr indent="0" lvl="3" marL="0" algn="ctr">
              <a:lnSpc>
                <a:spcPct val="100000"/>
              </a:lnSpc>
              <a:spcBef>
                <a:spcPts val="0"/>
              </a:spcBef>
              <a:spcAft>
                <a:spcPts val="0"/>
              </a:spcAft>
              <a:buClr>
                <a:srgbClr val="000000"/>
              </a:buClr>
              <a:buSzPts val="1800"/>
              <a:buFont typeface="Helvetica Neue"/>
              <a:buNone/>
              <a:defRPr sz="1800">
                <a:solidFill>
                  <a:srgbClr val="000000"/>
                </a:solidFill>
              </a:defRPr>
            </a:lvl4pPr>
            <a:lvl5pPr indent="0" lvl="4" marL="0" algn="ctr">
              <a:lnSpc>
                <a:spcPct val="100000"/>
              </a:lnSpc>
              <a:spcBef>
                <a:spcPts val="0"/>
              </a:spcBef>
              <a:spcAft>
                <a:spcPts val="0"/>
              </a:spcAft>
              <a:buClr>
                <a:srgbClr val="000000"/>
              </a:buClr>
              <a:buSzPts val="1800"/>
              <a:buFont typeface="Helvetica Neue"/>
              <a:buNone/>
              <a:defRPr sz="1800">
                <a:solidFill>
                  <a:srgbClr val="000000"/>
                </a:solidFill>
              </a:defRPr>
            </a:lvl5pPr>
            <a:lvl6pPr indent="0" lvl="5" marL="0" algn="ctr">
              <a:lnSpc>
                <a:spcPct val="100000"/>
              </a:lnSpc>
              <a:spcBef>
                <a:spcPts val="0"/>
              </a:spcBef>
              <a:spcAft>
                <a:spcPts val="0"/>
              </a:spcAft>
              <a:buClr>
                <a:srgbClr val="000000"/>
              </a:buClr>
              <a:buSzPts val="1800"/>
              <a:buFont typeface="Helvetica Neue"/>
              <a:buNone/>
              <a:defRPr sz="1800">
                <a:solidFill>
                  <a:srgbClr val="000000"/>
                </a:solidFill>
              </a:defRPr>
            </a:lvl6pPr>
            <a:lvl7pPr indent="0" lvl="6" marL="0" algn="ctr">
              <a:lnSpc>
                <a:spcPct val="100000"/>
              </a:lnSpc>
              <a:spcBef>
                <a:spcPts val="0"/>
              </a:spcBef>
              <a:spcAft>
                <a:spcPts val="0"/>
              </a:spcAft>
              <a:buClr>
                <a:srgbClr val="000000"/>
              </a:buClr>
              <a:buSzPts val="1800"/>
              <a:buFont typeface="Helvetica Neue"/>
              <a:buNone/>
              <a:defRPr sz="1800">
                <a:solidFill>
                  <a:srgbClr val="000000"/>
                </a:solidFill>
              </a:defRPr>
            </a:lvl7pPr>
            <a:lvl8pPr indent="0" lvl="7" marL="0" algn="ctr">
              <a:lnSpc>
                <a:spcPct val="100000"/>
              </a:lnSpc>
              <a:spcBef>
                <a:spcPts val="0"/>
              </a:spcBef>
              <a:spcAft>
                <a:spcPts val="0"/>
              </a:spcAft>
              <a:buClr>
                <a:srgbClr val="000000"/>
              </a:buClr>
              <a:buSzPts val="1800"/>
              <a:buFont typeface="Helvetica Neue"/>
              <a:buNone/>
              <a:defRPr sz="1800">
                <a:solidFill>
                  <a:srgbClr val="000000"/>
                </a:solidFill>
              </a:defRPr>
            </a:lvl8pPr>
            <a:lvl9pPr indent="0" lvl="8" marL="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389" name="Shape 389"/>
        <p:cNvGrpSpPr/>
        <p:nvPr/>
      </p:nvGrpSpPr>
      <p:grpSpPr>
        <a:xfrm>
          <a:off x="0" y="0"/>
          <a:ext cx="0" cy="0"/>
          <a:chOff x="0" y="0"/>
          <a:chExt cx="0" cy="0"/>
        </a:xfrm>
      </p:grpSpPr>
      <p:sp>
        <p:nvSpPr>
          <p:cNvPr id="390" name="Google Shape;390;g37fae8905c8_0_321"/>
          <p:cNvSpPr/>
          <p:nvPr>
            <p:ph idx="2" type="pic"/>
          </p:nvPr>
        </p:nvSpPr>
        <p:spPr>
          <a:xfrm>
            <a:off x="-1333500" y="-5524500"/>
            <a:ext cx="27051000" cy="21640800"/>
          </a:xfrm>
          <a:prstGeom prst="rect">
            <a:avLst/>
          </a:prstGeom>
          <a:noFill/>
          <a:ln>
            <a:noFill/>
          </a:ln>
        </p:spPr>
      </p:sp>
      <p:sp>
        <p:nvSpPr>
          <p:cNvPr id="391" name="Google Shape;391;g37fae8905c8_0_321"/>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marR="0" algn="ctr">
              <a:lnSpc>
                <a:spcPct val="100000"/>
              </a:lnSpc>
              <a:spcBef>
                <a:spcPts val="0"/>
              </a:spcBef>
              <a:spcAft>
                <a:spcPts val="0"/>
              </a:spcAft>
              <a:buClr>
                <a:srgbClr val="FFFFFF"/>
              </a:buClr>
              <a:buSzPts val="1800"/>
              <a:buFont typeface="Helvetica Neue"/>
              <a:buNone/>
              <a:defRPr>
                <a:solidFill>
                  <a:srgbClr val="FFFFFF"/>
                </a:solidFill>
              </a:defRPr>
            </a:lvl1pPr>
            <a:lvl2pPr indent="0" lvl="1" marL="0" marR="0" algn="ctr">
              <a:lnSpc>
                <a:spcPct val="100000"/>
              </a:lnSpc>
              <a:spcBef>
                <a:spcPts val="0"/>
              </a:spcBef>
              <a:spcAft>
                <a:spcPts val="0"/>
              </a:spcAft>
              <a:buClr>
                <a:srgbClr val="FFFFFF"/>
              </a:buClr>
              <a:buSzPts val="1800"/>
              <a:buFont typeface="Helvetica Neue"/>
              <a:buNone/>
              <a:defRPr>
                <a:solidFill>
                  <a:srgbClr val="FFFFFF"/>
                </a:solidFill>
              </a:defRPr>
            </a:lvl2pPr>
            <a:lvl3pPr indent="0" lvl="2" marL="0" marR="0" algn="ctr">
              <a:lnSpc>
                <a:spcPct val="100000"/>
              </a:lnSpc>
              <a:spcBef>
                <a:spcPts val="0"/>
              </a:spcBef>
              <a:spcAft>
                <a:spcPts val="0"/>
              </a:spcAft>
              <a:buClr>
                <a:srgbClr val="FFFFFF"/>
              </a:buClr>
              <a:buSzPts val="1800"/>
              <a:buFont typeface="Helvetica Neue"/>
              <a:buNone/>
              <a:defRPr>
                <a:solidFill>
                  <a:srgbClr val="FFFFFF"/>
                </a:solidFill>
              </a:defRPr>
            </a:lvl3pPr>
            <a:lvl4pPr indent="0" lvl="3" marL="0" marR="0" algn="ctr">
              <a:lnSpc>
                <a:spcPct val="100000"/>
              </a:lnSpc>
              <a:spcBef>
                <a:spcPts val="0"/>
              </a:spcBef>
              <a:spcAft>
                <a:spcPts val="0"/>
              </a:spcAft>
              <a:buClr>
                <a:srgbClr val="FFFFFF"/>
              </a:buClr>
              <a:buSzPts val="1800"/>
              <a:buFont typeface="Helvetica Neue"/>
              <a:buNone/>
              <a:defRPr>
                <a:solidFill>
                  <a:srgbClr val="FFFFFF"/>
                </a:solidFill>
              </a:defRPr>
            </a:lvl4pPr>
            <a:lvl5pPr indent="0" lvl="4" marL="0" marR="0" algn="ctr">
              <a:lnSpc>
                <a:spcPct val="100000"/>
              </a:lnSpc>
              <a:spcBef>
                <a:spcPts val="0"/>
              </a:spcBef>
              <a:spcAft>
                <a:spcPts val="0"/>
              </a:spcAft>
              <a:buClr>
                <a:srgbClr val="FFFFFF"/>
              </a:buClr>
              <a:buSzPts val="1800"/>
              <a:buFont typeface="Helvetica Neue"/>
              <a:buNone/>
              <a:defRPr>
                <a:solidFill>
                  <a:srgbClr val="FFFFFF"/>
                </a:solidFill>
              </a:defRPr>
            </a:lvl5pPr>
            <a:lvl6pPr indent="0" lvl="5" marL="0" marR="0" algn="ctr">
              <a:lnSpc>
                <a:spcPct val="100000"/>
              </a:lnSpc>
              <a:spcBef>
                <a:spcPts val="0"/>
              </a:spcBef>
              <a:spcAft>
                <a:spcPts val="0"/>
              </a:spcAft>
              <a:buClr>
                <a:srgbClr val="FFFFFF"/>
              </a:buClr>
              <a:buSzPts val="1800"/>
              <a:buFont typeface="Helvetica Neue"/>
              <a:buNone/>
              <a:defRPr>
                <a:solidFill>
                  <a:srgbClr val="FFFFFF"/>
                </a:solidFill>
              </a:defRPr>
            </a:lvl6pPr>
            <a:lvl7pPr indent="0" lvl="6" marL="0" marR="0" algn="ctr">
              <a:lnSpc>
                <a:spcPct val="100000"/>
              </a:lnSpc>
              <a:spcBef>
                <a:spcPts val="0"/>
              </a:spcBef>
              <a:spcAft>
                <a:spcPts val="0"/>
              </a:spcAft>
              <a:buClr>
                <a:srgbClr val="FFFFFF"/>
              </a:buClr>
              <a:buSzPts val="1800"/>
              <a:buFont typeface="Helvetica Neue"/>
              <a:buNone/>
              <a:defRPr>
                <a:solidFill>
                  <a:srgbClr val="FFFFFF"/>
                </a:solidFill>
              </a:defRPr>
            </a:lvl7pPr>
            <a:lvl8pPr indent="0" lvl="7" marL="0" marR="0" algn="ctr">
              <a:lnSpc>
                <a:spcPct val="100000"/>
              </a:lnSpc>
              <a:spcBef>
                <a:spcPts val="0"/>
              </a:spcBef>
              <a:spcAft>
                <a:spcPts val="0"/>
              </a:spcAft>
              <a:buClr>
                <a:srgbClr val="FFFFFF"/>
              </a:buClr>
              <a:buSzPts val="1800"/>
              <a:buFont typeface="Helvetica Neue"/>
              <a:buNone/>
              <a:defRPr>
                <a:solidFill>
                  <a:srgbClr val="FFFFFF"/>
                </a:solidFill>
              </a:defRPr>
            </a:lvl8pPr>
            <a:lvl9pPr indent="0" lvl="8" marL="0" marR="0" algn="ctr">
              <a:lnSpc>
                <a:spcPct val="100000"/>
              </a:lnSpc>
              <a:spcBef>
                <a:spcPts val="0"/>
              </a:spcBef>
              <a:spcAft>
                <a:spcPts val="0"/>
              </a:spcAft>
              <a:buClr>
                <a:srgbClr val="FFFFFF"/>
              </a:buClr>
              <a:buSzPts val="1800"/>
              <a:buFont typeface="Helvetica Neue"/>
              <a:buNone/>
              <a:defRPr>
                <a:solidFill>
                  <a:srgbClr val="FFFFFF"/>
                </a:solidFill>
              </a:defRPr>
            </a:lvl9pPr>
          </a:lstStyle>
          <a:p>
            <a:pPr indent="0" lvl="0" marL="0" rtl="0" algn="ct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itle">
  <p:cSld name="TITLE">
    <p:spTree>
      <p:nvGrpSpPr>
        <p:cNvPr id="396" name="Shape 396"/>
        <p:cNvGrpSpPr/>
        <p:nvPr/>
      </p:nvGrpSpPr>
      <p:grpSpPr>
        <a:xfrm>
          <a:off x="0" y="0"/>
          <a:ext cx="0" cy="0"/>
          <a:chOff x="0" y="0"/>
          <a:chExt cx="0" cy="0"/>
        </a:xfrm>
      </p:grpSpPr>
      <p:sp>
        <p:nvSpPr>
          <p:cNvPr id="397" name="Google Shape;397;g37fae8905c8_0_1173"/>
          <p:cNvSpPr txBox="1"/>
          <p:nvPr>
            <p:ph type="title"/>
          </p:nvPr>
        </p:nvSpPr>
        <p:spPr>
          <a:xfrm>
            <a:off x="1778000" y="2298700"/>
            <a:ext cx="208281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98" name="Google Shape;398;g37fae8905c8_0_1173"/>
          <p:cNvSpPr txBox="1"/>
          <p:nvPr>
            <p:ph idx="1" type="body"/>
          </p:nvPr>
        </p:nvSpPr>
        <p:spPr>
          <a:xfrm>
            <a:off x="1778000" y="7073900"/>
            <a:ext cx="20828100" cy="15876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399" name="Google Shape;399;g37fae8905c8_0_1173"/>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400" name="Shape 400"/>
        <p:cNvGrpSpPr/>
        <p:nvPr/>
      </p:nvGrpSpPr>
      <p:grpSpPr>
        <a:xfrm>
          <a:off x="0" y="0"/>
          <a:ext cx="0" cy="0"/>
          <a:chOff x="0" y="0"/>
          <a:chExt cx="0" cy="0"/>
        </a:xfrm>
      </p:grpSpPr>
      <p:sp>
        <p:nvSpPr>
          <p:cNvPr id="401" name="Google Shape;401;g37fae8905c8_0_1177"/>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a:buNone/>
              <a:defRPr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02" name="Google Shape;402;g37fae8905c8_0_1177"/>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vl1pPr>
            <a:lvl2pPr indent="-635000" lvl="1" marL="914400" algn="l">
              <a:lnSpc>
                <a:spcPct val="100000"/>
              </a:lnSpc>
              <a:spcBef>
                <a:spcPts val="1500"/>
              </a:spcBef>
              <a:spcAft>
                <a:spcPts val="0"/>
              </a:spcAft>
              <a:buClr>
                <a:srgbClr val="000000"/>
              </a:buClr>
              <a:buSzPts val="6400"/>
              <a:buFont typeface="Helvetica Neue"/>
              <a:buChar char="–"/>
              <a:defRPr sz="6400"/>
            </a:lvl2pPr>
            <a:lvl3pPr indent="-635000" lvl="2" marL="1371600" algn="l">
              <a:lnSpc>
                <a:spcPct val="100000"/>
              </a:lnSpc>
              <a:spcBef>
                <a:spcPts val="1500"/>
              </a:spcBef>
              <a:spcAft>
                <a:spcPts val="0"/>
              </a:spcAft>
              <a:buClr>
                <a:srgbClr val="000000"/>
              </a:buClr>
              <a:buSzPts val="6400"/>
              <a:buFont typeface="Helvetica Neue"/>
              <a:buChar char="•"/>
              <a:defRPr sz="6400"/>
            </a:lvl3pPr>
            <a:lvl4pPr indent="-635000" lvl="3" marL="1828800" algn="l">
              <a:lnSpc>
                <a:spcPct val="100000"/>
              </a:lnSpc>
              <a:spcBef>
                <a:spcPts val="1500"/>
              </a:spcBef>
              <a:spcAft>
                <a:spcPts val="0"/>
              </a:spcAft>
              <a:buClr>
                <a:srgbClr val="000000"/>
              </a:buClr>
              <a:buSzPts val="6400"/>
              <a:buFont typeface="Helvetica Neue"/>
              <a:buChar char="–"/>
              <a:defRPr sz="6400"/>
            </a:lvl4pPr>
            <a:lvl5pPr indent="-635000" lvl="4" marL="2286000" algn="l">
              <a:lnSpc>
                <a:spcPct val="100000"/>
              </a:lnSpc>
              <a:spcBef>
                <a:spcPts val="1500"/>
              </a:spcBef>
              <a:spcAft>
                <a:spcPts val="0"/>
              </a:spcAft>
              <a:buClr>
                <a:srgbClr val="000000"/>
              </a:buClr>
              <a:buSzPts val="6400"/>
              <a:buFont typeface="Helvetica Neue"/>
              <a:buChar char="»"/>
              <a:defRPr sz="6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03" name="Google Shape;403;g37fae8905c8_0_1177"/>
          <p:cNvSpPr txBox="1"/>
          <p:nvPr>
            <p:ph idx="12" type="sldNum"/>
          </p:nvPr>
        </p:nvSpPr>
        <p:spPr>
          <a:xfrm>
            <a:off x="19830592" y="12490450"/>
            <a:ext cx="5910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04" name="Shape 404"/>
        <p:cNvGrpSpPr/>
        <p:nvPr/>
      </p:nvGrpSpPr>
      <p:grpSpPr>
        <a:xfrm>
          <a:off x="0" y="0"/>
          <a:ext cx="0" cy="0"/>
          <a:chOff x="0" y="0"/>
          <a:chExt cx="0" cy="0"/>
        </a:xfrm>
      </p:grpSpPr>
      <p:sp>
        <p:nvSpPr>
          <p:cNvPr id="405" name="Google Shape;405;g37fae8905c8_0_1181"/>
          <p:cNvSpPr txBox="1"/>
          <p:nvPr>
            <p:ph type="title"/>
          </p:nvPr>
        </p:nvSpPr>
        <p:spPr>
          <a:xfrm>
            <a:off x="1219200" y="549276"/>
            <a:ext cx="21945600" cy="2286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Helvetica Neue"/>
              <a:buNone/>
              <a:defRPr b="1"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06" name="Google Shape;406;g37fae8905c8_0_1181"/>
          <p:cNvSpPr txBox="1"/>
          <p:nvPr>
            <p:ph idx="1" type="body"/>
          </p:nvPr>
        </p:nvSpPr>
        <p:spPr>
          <a:xfrm>
            <a:off x="1219200" y="3200401"/>
            <a:ext cx="219456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1pPr>
            <a:lvl2pPr indent="-635000" lvl="1" marL="9144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2pPr>
            <a:lvl3pPr indent="-635000" lvl="2" marL="13716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3pPr>
            <a:lvl4pPr indent="-635000" lvl="3" marL="18288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4pPr>
            <a:lvl5pPr indent="-635000" lvl="4" marL="22860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07" name="Google Shape;407;g37fae8905c8_0_1181"/>
          <p:cNvSpPr txBox="1"/>
          <p:nvPr>
            <p:ph idx="12" type="sldNum"/>
          </p:nvPr>
        </p:nvSpPr>
        <p:spPr>
          <a:xfrm>
            <a:off x="22630189" y="12802238"/>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spTree>
      <p:nvGrpSpPr>
        <p:cNvPr id="408" name="Shape 408"/>
        <p:cNvGrpSpPr/>
        <p:nvPr/>
      </p:nvGrpSpPr>
      <p:grpSpPr>
        <a:xfrm>
          <a:off x="0" y="0"/>
          <a:ext cx="0" cy="0"/>
          <a:chOff x="0" y="0"/>
          <a:chExt cx="0" cy="0"/>
        </a:xfrm>
      </p:grpSpPr>
      <p:sp>
        <p:nvSpPr>
          <p:cNvPr id="409" name="Google Shape;409;g37fae8905c8_0_1185"/>
          <p:cNvSpPr txBox="1"/>
          <p:nvPr>
            <p:ph type="title"/>
          </p:nvPr>
        </p:nvSpPr>
        <p:spPr>
          <a:xfrm>
            <a:off x="1219200" y="549276"/>
            <a:ext cx="21945600" cy="2286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10" name="Google Shape;410;g37fae8905c8_0_1185"/>
          <p:cNvSpPr txBox="1"/>
          <p:nvPr>
            <p:ph idx="1" type="body"/>
          </p:nvPr>
        </p:nvSpPr>
        <p:spPr>
          <a:xfrm>
            <a:off x="1219200" y="3200401"/>
            <a:ext cx="219456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1pPr>
            <a:lvl2pPr indent="-635000" lvl="1" marL="9144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2pPr>
            <a:lvl3pPr indent="-635000" lvl="2" marL="13716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3pPr>
            <a:lvl4pPr indent="-635000" lvl="3" marL="18288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4pPr>
            <a:lvl5pPr indent="-635000" lvl="4" marL="22860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11" name="Google Shape;411;g37fae8905c8_0_1185"/>
          <p:cNvSpPr txBox="1"/>
          <p:nvPr>
            <p:ph idx="12" type="sldNum"/>
          </p:nvPr>
        </p:nvSpPr>
        <p:spPr>
          <a:xfrm>
            <a:off x="22630189" y="12802238"/>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412" name="Shape 412"/>
        <p:cNvGrpSpPr/>
        <p:nvPr/>
      </p:nvGrpSpPr>
      <p:grpSpPr>
        <a:xfrm>
          <a:off x="0" y="0"/>
          <a:ext cx="0" cy="0"/>
          <a:chOff x="0" y="0"/>
          <a:chExt cx="0" cy="0"/>
        </a:xfrm>
      </p:grpSpPr>
      <p:sp>
        <p:nvSpPr>
          <p:cNvPr id="413" name="Google Shape;413;g37fae8905c8_0_1189"/>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14" name="Google Shape;414;g37fae8905c8_0_1189"/>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5" name="Shape 415"/>
        <p:cNvGrpSpPr/>
        <p:nvPr/>
      </p:nvGrpSpPr>
      <p:grpSpPr>
        <a:xfrm>
          <a:off x="0" y="0"/>
          <a:ext cx="0" cy="0"/>
          <a:chOff x="0" y="0"/>
          <a:chExt cx="0" cy="0"/>
        </a:xfrm>
      </p:grpSpPr>
      <p:sp>
        <p:nvSpPr>
          <p:cNvPr id="416" name="Google Shape;416;g37fae8905c8_0_1192"/>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17" name="Google Shape;417;g37fae8905c8_0_1192"/>
          <p:cNvSpPr txBox="1"/>
          <p:nvPr>
            <p:ph idx="12" type="sldNum"/>
          </p:nvPr>
        </p:nvSpPr>
        <p:spPr>
          <a:xfrm>
            <a:off x="19830484" y="12490450"/>
            <a:ext cx="5910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3">
    <p:spTree>
      <p:nvGrpSpPr>
        <p:cNvPr id="418" name="Shape 418"/>
        <p:cNvGrpSpPr/>
        <p:nvPr/>
      </p:nvGrpSpPr>
      <p:grpSpPr>
        <a:xfrm>
          <a:off x="0" y="0"/>
          <a:ext cx="0" cy="0"/>
          <a:chOff x="0" y="0"/>
          <a:chExt cx="0" cy="0"/>
        </a:xfrm>
      </p:grpSpPr>
      <p:sp>
        <p:nvSpPr>
          <p:cNvPr id="419" name="Google Shape;419;g37fae8905c8_0_1195"/>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20" name="Google Shape;420;g37fae8905c8_0_1195"/>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21" name="Google Shape;421;g37fae8905c8_0_1195"/>
          <p:cNvSpPr txBox="1"/>
          <p:nvPr>
            <p:ph idx="12" type="sldNum"/>
          </p:nvPr>
        </p:nvSpPr>
        <p:spPr>
          <a:xfrm>
            <a:off x="19830484" y="12490450"/>
            <a:ext cx="5910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4">
    <p:spTree>
      <p:nvGrpSpPr>
        <p:cNvPr id="422" name="Shape 422"/>
        <p:cNvGrpSpPr/>
        <p:nvPr/>
      </p:nvGrpSpPr>
      <p:grpSpPr>
        <a:xfrm>
          <a:off x="0" y="0"/>
          <a:ext cx="0" cy="0"/>
          <a:chOff x="0" y="0"/>
          <a:chExt cx="0" cy="0"/>
        </a:xfrm>
      </p:grpSpPr>
      <p:sp>
        <p:nvSpPr>
          <p:cNvPr id="423" name="Google Shape;423;g37fae8905c8_0_1199"/>
          <p:cNvSpPr txBox="1"/>
          <p:nvPr>
            <p:ph type="title"/>
          </p:nvPr>
        </p:nvSpPr>
        <p:spPr>
          <a:xfrm>
            <a:off x="3962400" y="180976"/>
            <a:ext cx="16459200" cy="3019500"/>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24" name="Google Shape;424;g37fae8905c8_0_1199"/>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25" name="Google Shape;425;g37fae8905c8_0_1199"/>
          <p:cNvSpPr txBox="1"/>
          <p:nvPr>
            <p:ph idx="12" type="sldNum"/>
          </p:nvPr>
        </p:nvSpPr>
        <p:spPr>
          <a:xfrm>
            <a:off x="17990856" y="12490450"/>
            <a:ext cx="591000" cy="615600"/>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5">
    <p:spTree>
      <p:nvGrpSpPr>
        <p:cNvPr id="426" name="Shape 426"/>
        <p:cNvGrpSpPr/>
        <p:nvPr/>
      </p:nvGrpSpPr>
      <p:grpSpPr>
        <a:xfrm>
          <a:off x="0" y="0"/>
          <a:ext cx="0" cy="0"/>
          <a:chOff x="0" y="0"/>
          <a:chExt cx="0" cy="0"/>
        </a:xfrm>
      </p:grpSpPr>
      <p:sp>
        <p:nvSpPr>
          <p:cNvPr id="427" name="Google Shape;427;g37fae8905c8_0_1203"/>
          <p:cNvSpPr txBox="1"/>
          <p:nvPr>
            <p:ph type="title"/>
          </p:nvPr>
        </p:nvSpPr>
        <p:spPr>
          <a:xfrm>
            <a:off x="4419600" y="914400"/>
            <a:ext cx="15544800" cy="2590800"/>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0066"/>
              </a:buClr>
              <a:buSzPts val="8000"/>
              <a:buFont typeface="Arial"/>
              <a:buNone/>
              <a:defRPr sz="8000">
                <a:solidFill>
                  <a:srgbClr val="000066"/>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28" name="Google Shape;428;g37fae8905c8_0_1203"/>
          <p:cNvSpPr txBox="1"/>
          <p:nvPr>
            <p:ph idx="1" type="body"/>
          </p:nvPr>
        </p:nvSpPr>
        <p:spPr>
          <a:xfrm>
            <a:off x="4419600" y="3505200"/>
            <a:ext cx="15544800" cy="10210800"/>
          </a:xfrm>
          <a:prstGeom prst="rect">
            <a:avLst/>
          </a:prstGeom>
          <a:noFill/>
          <a:ln>
            <a:noFill/>
          </a:ln>
        </p:spPr>
        <p:txBody>
          <a:bodyPr anchorCtr="0" anchor="t" bIns="101600" lIns="101600" spcFirstLastPara="1" rIns="101600" wrap="square" tIns="101600">
            <a:normAutofit/>
          </a:bodyPr>
          <a:lstStyle>
            <a:lvl1pPr indent="-228600" lvl="0" marL="457200" algn="l">
              <a:lnSpc>
                <a:spcPct val="100000"/>
              </a:lnSpc>
              <a:spcBef>
                <a:spcPts val="1200"/>
              </a:spcBef>
              <a:spcAft>
                <a:spcPts val="0"/>
              </a:spcAft>
              <a:buClr>
                <a:srgbClr val="000000"/>
              </a:buClr>
              <a:buSzPts val="5600"/>
              <a:buFont typeface="Arial"/>
              <a:buNone/>
              <a:defRPr sz="5600">
                <a:latin typeface="Arial"/>
                <a:ea typeface="Arial"/>
                <a:cs typeface="Arial"/>
                <a:sym typeface="Arial"/>
              </a:defRPr>
            </a:lvl1pPr>
            <a:lvl2pPr indent="-584200" lvl="1" marL="9144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29" name="Google Shape;429;g37fae8905c8_0_1203"/>
          <p:cNvSpPr txBox="1"/>
          <p:nvPr>
            <p:ph idx="12" type="sldNum"/>
          </p:nvPr>
        </p:nvSpPr>
        <p:spPr>
          <a:xfrm>
            <a:off x="17783810" y="12496800"/>
            <a:ext cx="551100" cy="615600"/>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6">
    <p:spTree>
      <p:nvGrpSpPr>
        <p:cNvPr id="430" name="Shape 430"/>
        <p:cNvGrpSpPr/>
        <p:nvPr/>
      </p:nvGrpSpPr>
      <p:grpSpPr>
        <a:xfrm>
          <a:off x="0" y="0"/>
          <a:ext cx="0" cy="0"/>
          <a:chOff x="0" y="0"/>
          <a:chExt cx="0" cy="0"/>
        </a:xfrm>
      </p:grpSpPr>
      <p:sp>
        <p:nvSpPr>
          <p:cNvPr id="431" name="Google Shape;431;g37fae8905c8_0_1207"/>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32" name="Google Shape;432;g37fae8905c8_0_1207"/>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33" name="Google Shape;433;g37fae8905c8_0_1207"/>
          <p:cNvSpPr txBox="1"/>
          <p:nvPr>
            <p:ph idx="12" type="sldNum"/>
          </p:nvPr>
        </p:nvSpPr>
        <p:spPr>
          <a:xfrm>
            <a:off x="19917052" y="12835870"/>
            <a:ext cx="50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434" name="Shape 434"/>
        <p:cNvGrpSpPr/>
        <p:nvPr/>
      </p:nvGrpSpPr>
      <p:grpSpPr>
        <a:xfrm>
          <a:off x="0" y="0"/>
          <a:ext cx="0" cy="0"/>
          <a:chOff x="0" y="0"/>
          <a:chExt cx="0" cy="0"/>
        </a:xfrm>
      </p:grpSpPr>
      <p:sp>
        <p:nvSpPr>
          <p:cNvPr id="435" name="Google Shape;435;g37fae8905c8_0_1211"/>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36" name="Google Shape;436;g37fae8905c8_0_1211"/>
          <p:cNvSpPr txBox="1"/>
          <p:nvPr>
            <p:ph idx="12" type="sldNum"/>
          </p:nvPr>
        </p:nvSpPr>
        <p:spPr>
          <a:xfrm>
            <a:off x="19917052" y="12835870"/>
            <a:ext cx="50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Photo - Horizontal">
    <p:spTree>
      <p:nvGrpSpPr>
        <p:cNvPr id="437" name="Shape 437"/>
        <p:cNvGrpSpPr/>
        <p:nvPr/>
      </p:nvGrpSpPr>
      <p:grpSpPr>
        <a:xfrm>
          <a:off x="0" y="0"/>
          <a:ext cx="0" cy="0"/>
          <a:chOff x="0" y="0"/>
          <a:chExt cx="0" cy="0"/>
        </a:xfrm>
      </p:grpSpPr>
      <p:sp>
        <p:nvSpPr>
          <p:cNvPr id="438" name="Google Shape;438;g37fae8905c8_0_1214"/>
          <p:cNvSpPr/>
          <p:nvPr>
            <p:ph idx="2" type="pic"/>
          </p:nvPr>
        </p:nvSpPr>
        <p:spPr>
          <a:xfrm>
            <a:off x="3124200" y="-38100"/>
            <a:ext cx="18135600" cy="12096600"/>
          </a:xfrm>
          <a:prstGeom prst="rect">
            <a:avLst/>
          </a:prstGeom>
          <a:noFill/>
          <a:ln>
            <a:noFill/>
          </a:ln>
        </p:spPr>
      </p:sp>
      <p:sp>
        <p:nvSpPr>
          <p:cNvPr id="439" name="Google Shape;439;g37fae8905c8_0_1214"/>
          <p:cNvSpPr txBox="1"/>
          <p:nvPr>
            <p:ph type="title"/>
          </p:nvPr>
        </p:nvSpPr>
        <p:spPr>
          <a:xfrm>
            <a:off x="635000" y="9512300"/>
            <a:ext cx="23114100" cy="20067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40" name="Google Shape;440;g37fae8905c8_0_1214"/>
          <p:cNvSpPr txBox="1"/>
          <p:nvPr>
            <p:ph idx="1" type="body"/>
          </p:nvPr>
        </p:nvSpPr>
        <p:spPr>
          <a:xfrm>
            <a:off x="635000" y="11442700"/>
            <a:ext cx="23114100" cy="15876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41" name="Google Shape;441;g37fae8905c8_0_1214"/>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p:cSld name="Title - Center">
    <p:spTree>
      <p:nvGrpSpPr>
        <p:cNvPr id="442" name="Shape 442"/>
        <p:cNvGrpSpPr/>
        <p:nvPr/>
      </p:nvGrpSpPr>
      <p:grpSpPr>
        <a:xfrm>
          <a:off x="0" y="0"/>
          <a:ext cx="0" cy="0"/>
          <a:chOff x="0" y="0"/>
          <a:chExt cx="0" cy="0"/>
        </a:xfrm>
      </p:grpSpPr>
      <p:sp>
        <p:nvSpPr>
          <p:cNvPr id="443" name="Google Shape;443;g37fae8905c8_0_1219"/>
          <p:cNvSpPr txBox="1"/>
          <p:nvPr>
            <p:ph type="title"/>
          </p:nvPr>
        </p:nvSpPr>
        <p:spPr>
          <a:xfrm>
            <a:off x="1778000" y="4533900"/>
            <a:ext cx="20828100" cy="46482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44" name="Google Shape;444;g37fae8905c8_0_1219"/>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445" name="Shape 445"/>
        <p:cNvGrpSpPr/>
        <p:nvPr/>
      </p:nvGrpSpPr>
      <p:grpSpPr>
        <a:xfrm>
          <a:off x="0" y="0"/>
          <a:ext cx="0" cy="0"/>
          <a:chOff x="0" y="0"/>
          <a:chExt cx="0" cy="0"/>
        </a:xfrm>
      </p:grpSpPr>
      <p:sp>
        <p:nvSpPr>
          <p:cNvPr id="446" name="Google Shape;446;g37fae8905c8_0_1222"/>
          <p:cNvSpPr/>
          <p:nvPr>
            <p:ph idx="2" type="pic"/>
          </p:nvPr>
        </p:nvSpPr>
        <p:spPr>
          <a:xfrm>
            <a:off x="7950200" y="1104900"/>
            <a:ext cx="17259300" cy="11506200"/>
          </a:xfrm>
          <a:prstGeom prst="rect">
            <a:avLst/>
          </a:prstGeom>
          <a:noFill/>
          <a:ln>
            <a:noFill/>
          </a:ln>
        </p:spPr>
      </p:sp>
      <p:sp>
        <p:nvSpPr>
          <p:cNvPr id="447" name="Google Shape;447;g37fae8905c8_0_1222"/>
          <p:cNvSpPr txBox="1"/>
          <p:nvPr>
            <p:ph type="title"/>
          </p:nvPr>
        </p:nvSpPr>
        <p:spPr>
          <a:xfrm>
            <a:off x="1651000" y="952500"/>
            <a:ext cx="10223400" cy="55500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8400"/>
              <a:buFont typeface="Helvetica Neue"/>
              <a:buNone/>
              <a:defRPr sz="8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48" name="Google Shape;448;g37fae8905c8_0_1222"/>
          <p:cNvSpPr txBox="1"/>
          <p:nvPr>
            <p:ph idx="1" type="body"/>
          </p:nvPr>
        </p:nvSpPr>
        <p:spPr>
          <a:xfrm>
            <a:off x="1651000" y="6527800"/>
            <a:ext cx="10223400" cy="57276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49" name="Google Shape;449;g37fae8905c8_0_1222"/>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450" name="Shape 450"/>
        <p:cNvGrpSpPr/>
        <p:nvPr/>
      </p:nvGrpSpPr>
      <p:grpSpPr>
        <a:xfrm>
          <a:off x="0" y="0"/>
          <a:ext cx="0" cy="0"/>
          <a:chOff x="0" y="0"/>
          <a:chExt cx="0" cy="0"/>
        </a:xfrm>
      </p:grpSpPr>
      <p:sp>
        <p:nvSpPr>
          <p:cNvPr id="451" name="Google Shape;451;g37fae8905c8_0_1227"/>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52" name="Google Shape;452;g37fae8905c8_0_1227"/>
          <p:cNvSpPr txBox="1"/>
          <p:nvPr>
            <p:ph idx="1" type="body"/>
          </p:nvPr>
        </p:nvSpPr>
        <p:spPr>
          <a:xfrm>
            <a:off x="1689100" y="3149600"/>
            <a:ext cx="210057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53" name="Google Shape;453;g37fae8905c8_0_1227"/>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454" name="Shape 454"/>
        <p:cNvGrpSpPr/>
        <p:nvPr/>
      </p:nvGrpSpPr>
      <p:grpSpPr>
        <a:xfrm>
          <a:off x="0" y="0"/>
          <a:ext cx="0" cy="0"/>
          <a:chOff x="0" y="0"/>
          <a:chExt cx="0" cy="0"/>
        </a:xfrm>
      </p:grpSpPr>
      <p:sp>
        <p:nvSpPr>
          <p:cNvPr id="455" name="Google Shape;455;g37fae8905c8_0_1231"/>
          <p:cNvSpPr/>
          <p:nvPr>
            <p:ph idx="2" type="pic"/>
          </p:nvPr>
        </p:nvSpPr>
        <p:spPr>
          <a:xfrm>
            <a:off x="10960100" y="3149600"/>
            <a:ext cx="13944600" cy="9296400"/>
          </a:xfrm>
          <a:prstGeom prst="rect">
            <a:avLst/>
          </a:prstGeom>
          <a:noFill/>
          <a:ln>
            <a:noFill/>
          </a:ln>
        </p:spPr>
      </p:sp>
      <p:sp>
        <p:nvSpPr>
          <p:cNvPr id="456" name="Google Shape;456;g37fae8905c8_0_1231"/>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57" name="Google Shape;457;g37fae8905c8_0_1231"/>
          <p:cNvSpPr txBox="1"/>
          <p:nvPr>
            <p:ph idx="1" type="body"/>
          </p:nvPr>
        </p:nvSpPr>
        <p:spPr>
          <a:xfrm>
            <a:off x="1689100" y="3149600"/>
            <a:ext cx="102234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000000"/>
              </a:buClr>
              <a:buSzPts val="4750"/>
              <a:buFont typeface="Helvetica Neue"/>
              <a:buChar char="•"/>
              <a:defRPr sz="3800"/>
            </a:lvl1pPr>
            <a:lvl2pPr indent="-530225" lvl="1" marL="914400" algn="l">
              <a:lnSpc>
                <a:spcPct val="100000"/>
              </a:lnSpc>
              <a:spcBef>
                <a:spcPts val="4500"/>
              </a:spcBef>
              <a:spcAft>
                <a:spcPts val="0"/>
              </a:spcAft>
              <a:buClr>
                <a:srgbClr val="000000"/>
              </a:buClr>
              <a:buSzPts val="4750"/>
              <a:buFont typeface="Helvetica Neue"/>
              <a:buChar char="•"/>
              <a:defRPr sz="3800"/>
            </a:lvl2pPr>
            <a:lvl3pPr indent="-530225" lvl="2" marL="1371600" algn="l">
              <a:lnSpc>
                <a:spcPct val="100000"/>
              </a:lnSpc>
              <a:spcBef>
                <a:spcPts val="4500"/>
              </a:spcBef>
              <a:spcAft>
                <a:spcPts val="0"/>
              </a:spcAft>
              <a:buClr>
                <a:srgbClr val="000000"/>
              </a:buClr>
              <a:buSzPts val="4750"/>
              <a:buFont typeface="Helvetica Neue"/>
              <a:buChar char="•"/>
              <a:defRPr sz="3800"/>
            </a:lvl3pPr>
            <a:lvl4pPr indent="-530225" lvl="3" marL="1828800" algn="l">
              <a:lnSpc>
                <a:spcPct val="100000"/>
              </a:lnSpc>
              <a:spcBef>
                <a:spcPts val="4500"/>
              </a:spcBef>
              <a:spcAft>
                <a:spcPts val="0"/>
              </a:spcAft>
              <a:buClr>
                <a:srgbClr val="000000"/>
              </a:buClr>
              <a:buSzPts val="4750"/>
              <a:buFont typeface="Helvetica Neue"/>
              <a:buChar char="•"/>
              <a:defRPr sz="3800"/>
            </a:lvl4pPr>
            <a:lvl5pPr indent="-530225" lvl="4" marL="2286000" algn="l">
              <a:lnSpc>
                <a:spcPct val="100000"/>
              </a:lnSpc>
              <a:spcBef>
                <a:spcPts val="4500"/>
              </a:spcBef>
              <a:spcAft>
                <a:spcPts val="0"/>
              </a:spcAft>
              <a:buClr>
                <a:srgbClr val="000000"/>
              </a:buClr>
              <a:buSzPts val="4750"/>
              <a:buFont typeface="Helvetica Neue"/>
              <a:buChar char="•"/>
              <a:defRPr sz="3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58" name="Google Shape;458;g37fae8905c8_0_1231"/>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459" name="Shape 459"/>
        <p:cNvGrpSpPr/>
        <p:nvPr/>
      </p:nvGrpSpPr>
      <p:grpSpPr>
        <a:xfrm>
          <a:off x="0" y="0"/>
          <a:ext cx="0" cy="0"/>
          <a:chOff x="0" y="0"/>
          <a:chExt cx="0" cy="0"/>
        </a:xfrm>
      </p:grpSpPr>
      <p:sp>
        <p:nvSpPr>
          <p:cNvPr id="460" name="Google Shape;460;g37fae8905c8_0_1236"/>
          <p:cNvSpPr txBox="1"/>
          <p:nvPr>
            <p:ph idx="1" type="body"/>
          </p:nvPr>
        </p:nvSpPr>
        <p:spPr>
          <a:xfrm>
            <a:off x="1689100" y="1778000"/>
            <a:ext cx="21005700" cy="101601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61" name="Google Shape;461;g37fae8905c8_0_1236"/>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462" name="Shape 462"/>
        <p:cNvGrpSpPr/>
        <p:nvPr/>
      </p:nvGrpSpPr>
      <p:grpSpPr>
        <a:xfrm>
          <a:off x="0" y="0"/>
          <a:ext cx="0" cy="0"/>
          <a:chOff x="0" y="0"/>
          <a:chExt cx="0" cy="0"/>
        </a:xfrm>
      </p:grpSpPr>
      <p:sp>
        <p:nvSpPr>
          <p:cNvPr id="463" name="Google Shape;463;g37fae8905c8_0_1239"/>
          <p:cNvSpPr/>
          <p:nvPr>
            <p:ph idx="2" type="pic"/>
          </p:nvPr>
        </p:nvSpPr>
        <p:spPr>
          <a:xfrm>
            <a:off x="15681340" y="7035800"/>
            <a:ext cx="8396700" cy="5600700"/>
          </a:xfrm>
          <a:prstGeom prst="rect">
            <a:avLst/>
          </a:prstGeom>
          <a:noFill/>
          <a:ln>
            <a:noFill/>
          </a:ln>
        </p:spPr>
      </p:sp>
      <p:sp>
        <p:nvSpPr>
          <p:cNvPr id="464" name="Google Shape;464;g37fae8905c8_0_1239"/>
          <p:cNvSpPr/>
          <p:nvPr>
            <p:ph idx="3" type="pic"/>
          </p:nvPr>
        </p:nvSpPr>
        <p:spPr>
          <a:xfrm>
            <a:off x="15290800" y="1130300"/>
            <a:ext cx="8331300" cy="5554200"/>
          </a:xfrm>
          <a:prstGeom prst="rect">
            <a:avLst/>
          </a:prstGeom>
          <a:noFill/>
          <a:ln>
            <a:noFill/>
          </a:ln>
        </p:spPr>
      </p:sp>
      <p:sp>
        <p:nvSpPr>
          <p:cNvPr id="465" name="Google Shape;465;g37fae8905c8_0_1239"/>
          <p:cNvSpPr/>
          <p:nvPr>
            <p:ph idx="4" type="pic"/>
          </p:nvPr>
        </p:nvSpPr>
        <p:spPr>
          <a:xfrm>
            <a:off x="-304800" y="1130300"/>
            <a:ext cx="17202300" cy="11468100"/>
          </a:xfrm>
          <a:prstGeom prst="rect">
            <a:avLst/>
          </a:prstGeom>
          <a:noFill/>
          <a:ln>
            <a:noFill/>
          </a:ln>
        </p:spPr>
      </p:sp>
      <p:sp>
        <p:nvSpPr>
          <p:cNvPr id="466" name="Google Shape;466;g37fae8905c8_0_1239"/>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467" name="Shape 467"/>
        <p:cNvGrpSpPr/>
        <p:nvPr/>
      </p:nvGrpSpPr>
      <p:grpSpPr>
        <a:xfrm>
          <a:off x="0" y="0"/>
          <a:ext cx="0" cy="0"/>
          <a:chOff x="0" y="0"/>
          <a:chExt cx="0" cy="0"/>
        </a:xfrm>
      </p:grpSpPr>
      <p:sp>
        <p:nvSpPr>
          <p:cNvPr id="468" name="Google Shape;468;g37fae8905c8_0_1244"/>
          <p:cNvSpPr txBox="1"/>
          <p:nvPr>
            <p:ph idx="1" type="body"/>
          </p:nvPr>
        </p:nvSpPr>
        <p:spPr>
          <a:xfrm>
            <a:off x="2387600" y="8953500"/>
            <a:ext cx="19621500" cy="5856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69" name="Google Shape;469;g37fae8905c8_0_1244"/>
          <p:cNvSpPr txBox="1"/>
          <p:nvPr>
            <p:ph idx="2" type="body"/>
          </p:nvPr>
        </p:nvSpPr>
        <p:spPr>
          <a:xfrm>
            <a:off x="2387600" y="6076950"/>
            <a:ext cx="19621500" cy="825600"/>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a:buNone/>
              <a:defRPr sz="48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70" name="Google Shape;470;g37fae8905c8_0_1244"/>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471" name="Shape 471"/>
        <p:cNvGrpSpPr/>
        <p:nvPr/>
      </p:nvGrpSpPr>
      <p:grpSpPr>
        <a:xfrm>
          <a:off x="0" y="0"/>
          <a:ext cx="0" cy="0"/>
          <a:chOff x="0" y="0"/>
          <a:chExt cx="0" cy="0"/>
        </a:xfrm>
      </p:grpSpPr>
      <p:sp>
        <p:nvSpPr>
          <p:cNvPr id="472" name="Google Shape;472;g37fae8905c8_0_1248"/>
          <p:cNvSpPr/>
          <p:nvPr>
            <p:ph idx="2" type="pic"/>
          </p:nvPr>
        </p:nvSpPr>
        <p:spPr>
          <a:xfrm>
            <a:off x="0" y="0"/>
            <a:ext cx="24384000" cy="16264500"/>
          </a:xfrm>
          <a:prstGeom prst="rect">
            <a:avLst/>
          </a:prstGeom>
          <a:noFill/>
          <a:ln>
            <a:noFill/>
          </a:ln>
        </p:spPr>
      </p:sp>
      <p:sp>
        <p:nvSpPr>
          <p:cNvPr id="473" name="Google Shape;473;g37fae8905c8_0_1248"/>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74" name="Shape 474"/>
        <p:cNvGrpSpPr/>
        <p:nvPr/>
      </p:nvGrpSpPr>
      <p:grpSpPr>
        <a:xfrm>
          <a:off x="0" y="0"/>
          <a:ext cx="0" cy="0"/>
          <a:chOff x="0" y="0"/>
          <a:chExt cx="0" cy="0"/>
        </a:xfrm>
      </p:grpSpPr>
      <p:sp>
        <p:nvSpPr>
          <p:cNvPr id="475" name="Google Shape;475;g37fae8905c8_0_1251"/>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p:spTree>
      <p:nvGrpSpPr>
        <p:cNvPr id="476" name="Shape 476"/>
        <p:cNvGrpSpPr/>
        <p:nvPr/>
      </p:nvGrpSpPr>
      <p:grpSpPr>
        <a:xfrm>
          <a:off x="0" y="0"/>
          <a:ext cx="0" cy="0"/>
          <a:chOff x="0" y="0"/>
          <a:chExt cx="0" cy="0"/>
        </a:xfrm>
      </p:grpSpPr>
      <p:sp>
        <p:nvSpPr>
          <p:cNvPr id="477" name="Google Shape;477;g37fae8905c8_0_1253"/>
          <p:cNvSpPr txBox="1"/>
          <p:nvPr>
            <p:ph type="title"/>
          </p:nvPr>
        </p:nvSpPr>
        <p:spPr>
          <a:xfrm>
            <a:off x="4833940" y="2303860"/>
            <a:ext cx="14716200" cy="4643400"/>
          </a:xfrm>
          <a:prstGeom prst="rect">
            <a:avLst/>
          </a:prstGeom>
          <a:noFill/>
          <a:ln>
            <a:noFill/>
          </a:ln>
        </p:spPr>
        <p:txBody>
          <a:bodyPr anchorCtr="0" anchor="b" bIns="71375" lIns="71375" spcFirstLastPara="1" rIns="71375" wrap="square" tIns="7137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78" name="Google Shape;478;g37fae8905c8_0_1253"/>
          <p:cNvSpPr txBox="1"/>
          <p:nvPr>
            <p:ph idx="1" type="body"/>
          </p:nvPr>
        </p:nvSpPr>
        <p:spPr>
          <a:xfrm>
            <a:off x="4833940" y="7072313"/>
            <a:ext cx="14716200" cy="1589400"/>
          </a:xfrm>
          <a:prstGeom prst="rect">
            <a:avLst/>
          </a:prstGeom>
          <a:noFill/>
          <a:ln>
            <a:noFill/>
          </a:ln>
        </p:spPr>
        <p:txBody>
          <a:bodyPr anchorCtr="0" anchor="t" bIns="71375" lIns="71375" spcFirstLastPara="1" rIns="71375" wrap="square" tIns="71375">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79" name="Google Shape;479;g37fae8905c8_0_1253"/>
          <p:cNvSpPr txBox="1"/>
          <p:nvPr>
            <p:ph idx="12" type="sldNum"/>
          </p:nvPr>
        </p:nvSpPr>
        <p:spPr>
          <a:xfrm>
            <a:off x="11942928" y="13010559"/>
            <a:ext cx="480300" cy="498300"/>
          </a:xfrm>
          <a:prstGeom prst="rect">
            <a:avLst/>
          </a:prstGeom>
          <a:noFill/>
          <a:ln>
            <a:noFill/>
          </a:ln>
        </p:spPr>
        <p:txBody>
          <a:bodyPr anchorCtr="0" anchor="t" bIns="71375" lIns="71375" spcFirstLastPara="1" rIns="71375" wrap="square" tIns="71375">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2">
    <p:spTree>
      <p:nvGrpSpPr>
        <p:cNvPr id="480" name="Shape 480"/>
        <p:cNvGrpSpPr/>
        <p:nvPr/>
      </p:nvGrpSpPr>
      <p:grpSpPr>
        <a:xfrm>
          <a:off x="0" y="0"/>
          <a:ext cx="0" cy="0"/>
          <a:chOff x="0" y="0"/>
          <a:chExt cx="0" cy="0"/>
        </a:xfrm>
      </p:grpSpPr>
      <p:sp>
        <p:nvSpPr>
          <p:cNvPr id="481" name="Google Shape;481;g37fae8905c8_0_1257"/>
          <p:cNvSpPr txBox="1"/>
          <p:nvPr>
            <p:ph type="title"/>
          </p:nvPr>
        </p:nvSpPr>
        <p:spPr>
          <a:xfrm>
            <a:off x="1778014" y="2298701"/>
            <a:ext cx="20828100" cy="4648200"/>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82" name="Google Shape;482;g37fae8905c8_0_1257"/>
          <p:cNvSpPr txBox="1"/>
          <p:nvPr>
            <p:ph idx="1" type="body"/>
          </p:nvPr>
        </p:nvSpPr>
        <p:spPr>
          <a:xfrm>
            <a:off x="1778014" y="7073902"/>
            <a:ext cx="20828100" cy="1587600"/>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83" name="Google Shape;483;g37fae8905c8_0_1257"/>
          <p:cNvSpPr txBox="1"/>
          <p:nvPr>
            <p:ph idx="12" type="sldNum"/>
          </p:nvPr>
        </p:nvSpPr>
        <p:spPr>
          <a:xfrm>
            <a:off x="11966132" y="13081001"/>
            <a:ext cx="439200" cy="456600"/>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3">
    <p:spTree>
      <p:nvGrpSpPr>
        <p:cNvPr id="484" name="Shape 484"/>
        <p:cNvGrpSpPr/>
        <p:nvPr/>
      </p:nvGrpSpPr>
      <p:grpSpPr>
        <a:xfrm>
          <a:off x="0" y="0"/>
          <a:ext cx="0" cy="0"/>
          <a:chOff x="0" y="0"/>
          <a:chExt cx="0" cy="0"/>
        </a:xfrm>
      </p:grpSpPr>
      <p:sp>
        <p:nvSpPr>
          <p:cNvPr id="485" name="Google Shape;485;g37fae8905c8_0_1261"/>
          <p:cNvSpPr txBox="1"/>
          <p:nvPr>
            <p:ph type="title"/>
          </p:nvPr>
        </p:nvSpPr>
        <p:spPr>
          <a:xfrm>
            <a:off x="1778014" y="2298701"/>
            <a:ext cx="208281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86" name="Google Shape;486;g37fae8905c8_0_1261"/>
          <p:cNvSpPr txBox="1"/>
          <p:nvPr>
            <p:ph idx="1" type="body"/>
          </p:nvPr>
        </p:nvSpPr>
        <p:spPr>
          <a:xfrm>
            <a:off x="1778014" y="7073902"/>
            <a:ext cx="20828100" cy="15876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87" name="Google Shape;487;g37fae8905c8_0_1261"/>
          <p:cNvSpPr txBox="1"/>
          <p:nvPr>
            <p:ph idx="12" type="sldNum"/>
          </p:nvPr>
        </p:nvSpPr>
        <p:spPr>
          <a:xfrm>
            <a:off x="11966104" y="13081001"/>
            <a:ext cx="439200" cy="4566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7">
    <p:spTree>
      <p:nvGrpSpPr>
        <p:cNvPr id="488" name="Shape 488"/>
        <p:cNvGrpSpPr/>
        <p:nvPr/>
      </p:nvGrpSpPr>
      <p:grpSpPr>
        <a:xfrm>
          <a:off x="0" y="0"/>
          <a:ext cx="0" cy="0"/>
          <a:chOff x="0" y="0"/>
          <a:chExt cx="0" cy="0"/>
        </a:xfrm>
      </p:grpSpPr>
      <p:sp>
        <p:nvSpPr>
          <p:cNvPr id="489" name="Google Shape;489;g37fae8905c8_0_1265"/>
          <p:cNvSpPr txBox="1"/>
          <p:nvPr>
            <p:ph type="title"/>
          </p:nvPr>
        </p:nvSpPr>
        <p:spPr>
          <a:xfrm>
            <a:off x="1689117" y="952500"/>
            <a:ext cx="21005700" cy="2286000"/>
          </a:xfrm>
          <a:prstGeom prst="rect">
            <a:avLst/>
          </a:prstGeom>
          <a:noFill/>
          <a:ln>
            <a:noFill/>
          </a:ln>
        </p:spPr>
        <p:txBody>
          <a:bodyPr anchorCtr="0" anchor="ctr"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90" name="Google Shape;490;g37fae8905c8_0_1265"/>
          <p:cNvSpPr txBox="1"/>
          <p:nvPr>
            <p:ph idx="1" type="body"/>
          </p:nvPr>
        </p:nvSpPr>
        <p:spPr>
          <a:xfrm>
            <a:off x="1689117" y="3238499"/>
            <a:ext cx="21005700" cy="9207600"/>
          </a:xfrm>
          <a:prstGeom prst="rect">
            <a:avLst/>
          </a:prstGeom>
          <a:noFill/>
          <a:ln>
            <a:noFill/>
          </a:ln>
        </p:spPr>
        <p:txBody>
          <a:bodyPr anchorCtr="0" anchor="ctr" bIns="50750" lIns="50750" spcFirstLastPara="1" rIns="50750" wrap="square" tIns="5075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91" name="Google Shape;491;g37fae8905c8_0_1265"/>
          <p:cNvSpPr txBox="1"/>
          <p:nvPr>
            <p:ph idx="12" type="sldNum"/>
          </p:nvPr>
        </p:nvSpPr>
        <p:spPr>
          <a:xfrm>
            <a:off x="17255670" y="12712700"/>
            <a:ext cx="439200" cy="456600"/>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4">
    <p:spTree>
      <p:nvGrpSpPr>
        <p:cNvPr id="492" name="Shape 492"/>
        <p:cNvGrpSpPr/>
        <p:nvPr/>
      </p:nvGrpSpPr>
      <p:grpSpPr>
        <a:xfrm>
          <a:off x="0" y="0"/>
          <a:ext cx="0" cy="0"/>
          <a:chOff x="0" y="0"/>
          <a:chExt cx="0" cy="0"/>
        </a:xfrm>
      </p:grpSpPr>
      <p:sp>
        <p:nvSpPr>
          <p:cNvPr id="493" name="Google Shape;493;g37fae8905c8_0_1269"/>
          <p:cNvSpPr txBox="1"/>
          <p:nvPr>
            <p:ph type="title"/>
          </p:nvPr>
        </p:nvSpPr>
        <p:spPr>
          <a:xfrm>
            <a:off x="1778014" y="2298701"/>
            <a:ext cx="20828100" cy="4648200"/>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94" name="Google Shape;494;g37fae8905c8_0_1269"/>
          <p:cNvSpPr txBox="1"/>
          <p:nvPr>
            <p:ph idx="1" type="body"/>
          </p:nvPr>
        </p:nvSpPr>
        <p:spPr>
          <a:xfrm>
            <a:off x="1778014" y="7073902"/>
            <a:ext cx="20828100" cy="1587600"/>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95" name="Google Shape;495;g37fae8905c8_0_1269"/>
          <p:cNvSpPr txBox="1"/>
          <p:nvPr>
            <p:ph idx="12" type="sldNum"/>
          </p:nvPr>
        </p:nvSpPr>
        <p:spPr>
          <a:xfrm>
            <a:off x="11966132" y="13081001"/>
            <a:ext cx="439200" cy="456600"/>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2">
    <p:spTree>
      <p:nvGrpSpPr>
        <p:cNvPr id="496" name="Shape 496"/>
        <p:cNvGrpSpPr/>
        <p:nvPr/>
      </p:nvGrpSpPr>
      <p:grpSpPr>
        <a:xfrm>
          <a:off x="0" y="0"/>
          <a:ext cx="0" cy="0"/>
          <a:chOff x="0" y="0"/>
          <a:chExt cx="0" cy="0"/>
        </a:xfrm>
      </p:grpSpPr>
      <p:sp>
        <p:nvSpPr>
          <p:cNvPr id="497" name="Google Shape;497;g37fae8905c8_0_1273"/>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98" name="Google Shape;498;g37fae8905c8_0_1273"/>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2">
    <p:spTree>
      <p:nvGrpSpPr>
        <p:cNvPr id="499" name="Shape 499"/>
        <p:cNvGrpSpPr/>
        <p:nvPr/>
      </p:nvGrpSpPr>
      <p:grpSpPr>
        <a:xfrm>
          <a:off x="0" y="0"/>
          <a:ext cx="0" cy="0"/>
          <a:chOff x="0" y="0"/>
          <a:chExt cx="0" cy="0"/>
        </a:xfrm>
      </p:grpSpPr>
      <p:sp>
        <p:nvSpPr>
          <p:cNvPr id="500" name="Google Shape;500;g37fae8905c8_0_1276"/>
          <p:cNvSpPr txBox="1"/>
          <p:nvPr>
            <p:ph idx="1" type="body"/>
          </p:nvPr>
        </p:nvSpPr>
        <p:spPr>
          <a:xfrm>
            <a:off x="2387600" y="8953500"/>
            <a:ext cx="19621500" cy="5841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01" name="Google Shape;501;g37fae8905c8_0_1276"/>
          <p:cNvSpPr txBox="1"/>
          <p:nvPr>
            <p:ph idx="2" type="body"/>
          </p:nvPr>
        </p:nvSpPr>
        <p:spPr>
          <a:xfrm>
            <a:off x="2387600" y="6070599"/>
            <a:ext cx="19621500" cy="838200"/>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Light"/>
              <a:buNone/>
              <a:defRPr sz="4800">
                <a:latin typeface="Helvetica Neue Light"/>
                <a:ea typeface="Helvetica Neue Light"/>
                <a:cs typeface="Helvetica Neue Light"/>
                <a:sym typeface="Helvetica Neue Light"/>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02" name="Google Shape;502;g37fae8905c8_0_1276"/>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2">
    <p:spTree>
      <p:nvGrpSpPr>
        <p:cNvPr id="503" name="Shape 503"/>
        <p:cNvGrpSpPr/>
        <p:nvPr/>
      </p:nvGrpSpPr>
      <p:grpSpPr>
        <a:xfrm>
          <a:off x="0" y="0"/>
          <a:ext cx="0" cy="0"/>
          <a:chOff x="0" y="0"/>
          <a:chExt cx="0" cy="0"/>
        </a:xfrm>
      </p:grpSpPr>
      <p:sp>
        <p:nvSpPr>
          <p:cNvPr id="504" name="Google Shape;504;g37fae8905c8_0_1280"/>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05" name="Google Shape;505;g37fae8905c8_0_1280"/>
          <p:cNvSpPr txBox="1"/>
          <p:nvPr>
            <p:ph idx="1" type="body"/>
          </p:nvPr>
        </p:nvSpPr>
        <p:spPr>
          <a:xfrm>
            <a:off x="1689100" y="3149600"/>
            <a:ext cx="210057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06" name="Google Shape;506;g37fae8905c8_0_1280"/>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5">
    <p:spTree>
      <p:nvGrpSpPr>
        <p:cNvPr id="507" name="Shape 507"/>
        <p:cNvGrpSpPr/>
        <p:nvPr/>
      </p:nvGrpSpPr>
      <p:grpSpPr>
        <a:xfrm>
          <a:off x="0" y="0"/>
          <a:ext cx="0" cy="0"/>
          <a:chOff x="0" y="0"/>
          <a:chExt cx="0" cy="0"/>
        </a:xfrm>
      </p:grpSpPr>
      <p:sp>
        <p:nvSpPr>
          <p:cNvPr id="508" name="Google Shape;508;g37fae8905c8_0_1284"/>
          <p:cNvSpPr txBox="1"/>
          <p:nvPr>
            <p:ph type="title"/>
          </p:nvPr>
        </p:nvSpPr>
        <p:spPr>
          <a:xfrm>
            <a:off x="8053089" y="4296295"/>
            <a:ext cx="8277900" cy="2611800"/>
          </a:xfrm>
          <a:prstGeom prst="rect">
            <a:avLst/>
          </a:prstGeom>
          <a:noFill/>
          <a:ln>
            <a:noFill/>
          </a:ln>
        </p:spPr>
        <p:txBody>
          <a:bodyPr anchorCtr="0" anchor="b" bIns="40175" lIns="40175" spcFirstLastPara="1" rIns="40175" wrap="square" tIns="40175">
            <a:normAutofit/>
          </a:bodyPr>
          <a:lstStyle>
            <a:lvl1pPr lvl="0" algn="ctr">
              <a:lnSpc>
                <a:spcPct val="100000"/>
              </a:lnSpc>
              <a:spcBef>
                <a:spcPts val="0"/>
              </a:spcBef>
              <a:spcAft>
                <a:spcPts val="0"/>
              </a:spcAft>
              <a:buClr>
                <a:srgbClr val="000000"/>
              </a:buClr>
              <a:buSzPts val="10600"/>
              <a:buFont typeface="Helvetica Neue Light"/>
              <a:buNone/>
              <a:defRPr sz="10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09" name="Google Shape;509;g37fae8905c8_0_1284"/>
          <p:cNvSpPr txBox="1"/>
          <p:nvPr>
            <p:ph idx="1" type="body"/>
          </p:nvPr>
        </p:nvSpPr>
        <p:spPr>
          <a:xfrm>
            <a:off x="8053089" y="6978550"/>
            <a:ext cx="8277900" cy="894000"/>
          </a:xfrm>
          <a:prstGeom prst="rect">
            <a:avLst/>
          </a:prstGeom>
          <a:noFill/>
          <a:ln>
            <a:noFill/>
          </a:ln>
        </p:spPr>
        <p:txBody>
          <a:bodyPr anchorCtr="0" anchor="t" bIns="40175" lIns="40175" spcFirstLastPara="1" rIns="40175" wrap="square" tIns="40175">
            <a:normAutofit/>
          </a:bodyPr>
          <a:lstStyle>
            <a:lvl1pPr indent="-228600" lvl="0" marL="4572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10" name="Google Shape;510;g37fae8905c8_0_1284"/>
          <p:cNvSpPr txBox="1"/>
          <p:nvPr>
            <p:ph idx="12" type="sldNum"/>
          </p:nvPr>
        </p:nvSpPr>
        <p:spPr>
          <a:xfrm>
            <a:off x="12013341" y="10318812"/>
            <a:ext cx="347400" cy="358200"/>
          </a:xfrm>
          <a:prstGeom prst="rect">
            <a:avLst/>
          </a:prstGeom>
          <a:noFill/>
          <a:ln>
            <a:noFill/>
          </a:ln>
        </p:spPr>
        <p:txBody>
          <a:bodyPr anchorCtr="0" anchor="t" bIns="40175" lIns="40175" spcFirstLastPara="1" rIns="40175" wrap="square" tIns="40175">
            <a:spAutoFit/>
          </a:bodyPr>
          <a:lstStyle>
            <a:lvl1pPr indent="0" lvl="0"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6">
    <p:spTree>
      <p:nvGrpSpPr>
        <p:cNvPr id="511" name="Shape 511"/>
        <p:cNvGrpSpPr/>
        <p:nvPr/>
      </p:nvGrpSpPr>
      <p:grpSpPr>
        <a:xfrm>
          <a:off x="0" y="0"/>
          <a:ext cx="0" cy="0"/>
          <a:chOff x="0" y="0"/>
          <a:chExt cx="0" cy="0"/>
        </a:xfrm>
      </p:grpSpPr>
      <p:sp>
        <p:nvSpPr>
          <p:cNvPr id="512" name="Google Shape;512;g37fae8905c8_0_1288"/>
          <p:cNvSpPr txBox="1"/>
          <p:nvPr>
            <p:ph type="title"/>
          </p:nvPr>
        </p:nvSpPr>
        <p:spPr>
          <a:xfrm>
            <a:off x="6673453" y="3442394"/>
            <a:ext cx="11037000" cy="3482700"/>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Light"/>
              <a:buNone/>
              <a:defRPr sz="10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13" name="Google Shape;513;g37fae8905c8_0_1288"/>
          <p:cNvSpPr txBox="1"/>
          <p:nvPr>
            <p:ph idx="1" type="body"/>
          </p:nvPr>
        </p:nvSpPr>
        <p:spPr>
          <a:xfrm>
            <a:off x="6673453" y="7018734"/>
            <a:ext cx="11037000" cy="1192200"/>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14" name="Google Shape;514;g37fae8905c8_0_1288"/>
          <p:cNvSpPr txBox="1"/>
          <p:nvPr>
            <p:ph idx="12" type="sldNum"/>
          </p:nvPr>
        </p:nvSpPr>
        <p:spPr>
          <a:xfrm>
            <a:off x="11970028" y="11472416"/>
            <a:ext cx="430500" cy="447000"/>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3">
    <p:spTree>
      <p:nvGrpSpPr>
        <p:cNvPr id="515" name="Shape 515"/>
        <p:cNvGrpSpPr/>
        <p:nvPr/>
      </p:nvGrpSpPr>
      <p:grpSpPr>
        <a:xfrm>
          <a:off x="0" y="0"/>
          <a:ext cx="0" cy="0"/>
          <a:chOff x="0" y="0"/>
          <a:chExt cx="0" cy="0"/>
        </a:xfrm>
      </p:grpSpPr>
      <p:sp>
        <p:nvSpPr>
          <p:cNvPr id="516" name="Google Shape;516;g37fae8905c8_0_1292"/>
          <p:cNvSpPr txBox="1"/>
          <p:nvPr>
            <p:ph type="title"/>
          </p:nvPr>
        </p:nvSpPr>
        <p:spPr>
          <a:xfrm>
            <a:off x="4387453" y="625078"/>
            <a:ext cx="15609000" cy="3036000"/>
          </a:xfrm>
          <a:prstGeom prst="rect">
            <a:avLst/>
          </a:prstGeom>
          <a:noFill/>
          <a:ln>
            <a:noFill/>
          </a:ln>
        </p:spPr>
        <p:txBody>
          <a:bodyPr anchorCtr="0" anchor="ctr" bIns="71425" lIns="71425" spcFirstLastPara="1" rIns="71425" wrap="square" tIns="7142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17" name="Google Shape;517;g37fae8905c8_0_1292"/>
          <p:cNvSpPr txBox="1"/>
          <p:nvPr>
            <p:ph idx="12" type="sldNum"/>
          </p:nvPr>
        </p:nvSpPr>
        <p:spPr>
          <a:xfrm>
            <a:off x="11935814" y="13010554"/>
            <a:ext cx="494400" cy="513600"/>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7">
    <p:spTree>
      <p:nvGrpSpPr>
        <p:cNvPr id="518" name="Shape 518"/>
        <p:cNvGrpSpPr/>
        <p:nvPr/>
      </p:nvGrpSpPr>
      <p:grpSpPr>
        <a:xfrm>
          <a:off x="0" y="0"/>
          <a:ext cx="0" cy="0"/>
          <a:chOff x="0" y="0"/>
          <a:chExt cx="0" cy="0"/>
        </a:xfrm>
      </p:grpSpPr>
      <p:sp>
        <p:nvSpPr>
          <p:cNvPr id="519" name="Google Shape;519;g37fae8905c8_0_1295"/>
          <p:cNvSpPr txBox="1"/>
          <p:nvPr>
            <p:ph type="title"/>
          </p:nvPr>
        </p:nvSpPr>
        <p:spPr>
          <a:xfrm>
            <a:off x="6673453" y="3442394"/>
            <a:ext cx="11037000" cy="3482700"/>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a:buNone/>
              <a:defRPr sz="10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20" name="Google Shape;520;g37fae8905c8_0_1295"/>
          <p:cNvSpPr txBox="1"/>
          <p:nvPr>
            <p:ph idx="1" type="body"/>
          </p:nvPr>
        </p:nvSpPr>
        <p:spPr>
          <a:xfrm>
            <a:off x="6673453" y="7018734"/>
            <a:ext cx="11037000" cy="1192200"/>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1pPr>
            <a:lvl2pPr indent="-228600" lvl="1" marL="9144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2pPr>
            <a:lvl3pPr indent="-228600" lvl="2" marL="13716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3pPr>
            <a:lvl4pPr indent="-228600" lvl="3" marL="18288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4pPr>
            <a:lvl5pPr indent="-228600" lvl="4" marL="22860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21" name="Google Shape;521;g37fae8905c8_0_1295"/>
          <p:cNvSpPr txBox="1"/>
          <p:nvPr>
            <p:ph idx="12" type="sldNum"/>
          </p:nvPr>
        </p:nvSpPr>
        <p:spPr>
          <a:xfrm>
            <a:off x="11970028" y="11472416"/>
            <a:ext cx="430500" cy="447000"/>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3">
    <p:spTree>
      <p:nvGrpSpPr>
        <p:cNvPr id="522" name="Shape 522"/>
        <p:cNvGrpSpPr/>
        <p:nvPr/>
      </p:nvGrpSpPr>
      <p:grpSpPr>
        <a:xfrm>
          <a:off x="0" y="0"/>
          <a:ext cx="0" cy="0"/>
          <a:chOff x="0" y="0"/>
          <a:chExt cx="0" cy="0"/>
        </a:xfrm>
      </p:grpSpPr>
      <p:sp>
        <p:nvSpPr>
          <p:cNvPr id="523" name="Google Shape;523;g37fae8905c8_0_1299"/>
          <p:cNvSpPr txBox="1"/>
          <p:nvPr>
            <p:ph type="title"/>
          </p:nvPr>
        </p:nvSpPr>
        <p:spPr>
          <a:xfrm>
            <a:off x="1689100" y="9525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24" name="Google Shape;524;g37fae8905c8_0_1299"/>
          <p:cNvSpPr txBox="1"/>
          <p:nvPr>
            <p:ph idx="1" type="body"/>
          </p:nvPr>
        </p:nvSpPr>
        <p:spPr>
          <a:xfrm>
            <a:off x="1689100" y="3238500"/>
            <a:ext cx="21005700" cy="9207600"/>
          </a:xfrm>
          <a:prstGeom prst="rect">
            <a:avLst/>
          </a:prstGeom>
          <a:noFill/>
          <a:ln>
            <a:noFill/>
          </a:ln>
        </p:spPr>
        <p:txBody>
          <a:bodyPr anchorCtr="0" anchor="ctr" bIns="50800" lIns="50800" spcFirstLastPara="1" rIns="50800" wrap="square" tIns="5080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25" name="Google Shape;525;g37fae8905c8_0_1299"/>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8">
    <p:spTree>
      <p:nvGrpSpPr>
        <p:cNvPr id="526" name="Shape 526"/>
        <p:cNvGrpSpPr/>
        <p:nvPr/>
      </p:nvGrpSpPr>
      <p:grpSpPr>
        <a:xfrm>
          <a:off x="0" y="0"/>
          <a:ext cx="0" cy="0"/>
          <a:chOff x="0" y="0"/>
          <a:chExt cx="0" cy="0"/>
        </a:xfrm>
      </p:grpSpPr>
      <p:sp>
        <p:nvSpPr>
          <p:cNvPr id="527" name="Google Shape;527;g37fae8905c8_0_1303"/>
          <p:cNvSpPr txBox="1"/>
          <p:nvPr>
            <p:ph type="title"/>
          </p:nvPr>
        </p:nvSpPr>
        <p:spPr>
          <a:xfrm>
            <a:off x="1778000" y="2298700"/>
            <a:ext cx="208281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28" name="Google Shape;528;g37fae8905c8_0_1303"/>
          <p:cNvSpPr txBox="1"/>
          <p:nvPr>
            <p:ph idx="1" type="body"/>
          </p:nvPr>
        </p:nvSpPr>
        <p:spPr>
          <a:xfrm>
            <a:off x="1778000" y="7073900"/>
            <a:ext cx="20828100" cy="15876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29" name="Google Shape;529;g37fae8905c8_0_1303"/>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8">
    <p:spTree>
      <p:nvGrpSpPr>
        <p:cNvPr id="530" name="Shape 530"/>
        <p:cNvGrpSpPr/>
        <p:nvPr/>
      </p:nvGrpSpPr>
      <p:grpSpPr>
        <a:xfrm>
          <a:off x="0" y="0"/>
          <a:ext cx="0" cy="0"/>
          <a:chOff x="0" y="0"/>
          <a:chExt cx="0" cy="0"/>
        </a:xfrm>
      </p:grpSpPr>
      <p:sp>
        <p:nvSpPr>
          <p:cNvPr id="531" name="Google Shape;531;g37fae8905c8_0_1307"/>
          <p:cNvSpPr txBox="1"/>
          <p:nvPr>
            <p:ph type="title"/>
          </p:nvPr>
        </p:nvSpPr>
        <p:spPr>
          <a:xfrm>
            <a:off x="4305299" y="2262187"/>
            <a:ext cx="15773400" cy="1988400"/>
          </a:xfrm>
          <a:prstGeom prst="rect">
            <a:avLst/>
          </a:prstGeom>
          <a:noFill/>
          <a:ln>
            <a:noFill/>
          </a:ln>
        </p:spPr>
        <p:txBody>
          <a:bodyPr anchorCtr="0" anchor="ctr" bIns="68575" lIns="68575" spcFirstLastPara="1" rIns="68575" wrap="square" tIns="68575">
            <a:normAutofit/>
          </a:bodyPr>
          <a:lstStyle>
            <a:lvl1pPr lvl="0" algn="l">
              <a:lnSpc>
                <a:spcPct val="90000"/>
              </a:lnSpc>
              <a:spcBef>
                <a:spcPts val="0"/>
              </a:spcBef>
              <a:spcAft>
                <a:spcPts val="0"/>
              </a:spcAft>
              <a:buClr>
                <a:srgbClr val="000000"/>
              </a:buClr>
              <a:buSzPts val="8600"/>
              <a:buFont typeface="Helvetica Neue Light"/>
              <a:buNone/>
              <a:defRPr sz="8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32" name="Google Shape;532;g37fae8905c8_0_1307"/>
          <p:cNvSpPr txBox="1"/>
          <p:nvPr>
            <p:ph idx="1" type="body"/>
          </p:nvPr>
        </p:nvSpPr>
        <p:spPr>
          <a:xfrm>
            <a:off x="4305299" y="4452937"/>
            <a:ext cx="15773400" cy="6527100"/>
          </a:xfrm>
          <a:prstGeom prst="rect">
            <a:avLst/>
          </a:prstGeom>
          <a:noFill/>
          <a:ln>
            <a:noFill/>
          </a:ln>
        </p:spPr>
        <p:txBody>
          <a:bodyPr anchorCtr="0" anchor="t" bIns="68575" lIns="68575" spcFirstLastPara="1" rIns="68575" wrap="square" tIns="68575">
            <a:normAutofit/>
          </a:bodyPr>
          <a:lstStyle>
            <a:lvl1pPr indent="-558800" lvl="0" marL="4572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1pPr>
            <a:lvl2pPr indent="-558800" lvl="1" marL="9144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2pPr>
            <a:lvl3pPr indent="-558800" lvl="2" marL="13716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3pPr>
            <a:lvl4pPr indent="-558800" lvl="3" marL="18288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4pPr>
            <a:lvl5pPr indent="-558800" lvl="4" marL="22860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33" name="Google Shape;533;g37fae8905c8_0_1307"/>
          <p:cNvSpPr txBox="1"/>
          <p:nvPr>
            <p:ph idx="12" type="sldNum"/>
          </p:nvPr>
        </p:nvSpPr>
        <p:spPr>
          <a:xfrm>
            <a:off x="19618147" y="11286891"/>
            <a:ext cx="460500" cy="477300"/>
          </a:xfrm>
          <a:prstGeom prst="rect">
            <a:avLst/>
          </a:prstGeom>
          <a:noFill/>
          <a:ln>
            <a:noFill/>
          </a:ln>
        </p:spPr>
        <p:txBody>
          <a:bodyPr anchorCtr="0" anchor="ctr" bIns="68575" lIns="68575" spcFirstLastPara="1" rIns="68575" wrap="square" tIns="68575">
            <a:spAutoFit/>
          </a:bodyPr>
          <a:lstStyle>
            <a:lvl1pPr indent="0" lvl="0" marL="0" marR="0" algn="r">
              <a:lnSpc>
                <a:spcPct val="100000"/>
              </a:lnSpc>
              <a:spcBef>
                <a:spcPts val="0"/>
              </a:spcBef>
              <a:spcAft>
                <a:spcPts val="0"/>
              </a:spcAft>
              <a:buClr>
                <a:srgbClr val="888888"/>
              </a:buClr>
              <a:buSzPts val="2200"/>
              <a:buFont typeface="Helvetica Neue Light"/>
              <a:buNone/>
              <a:defRPr sz="2200">
                <a:solidFill>
                  <a:srgbClr val="888888"/>
                </a:solidFill>
              </a:defRPr>
            </a:lvl1pPr>
            <a:lvl2pPr indent="0" lvl="1" marL="0" marR="0" algn="r">
              <a:lnSpc>
                <a:spcPct val="100000"/>
              </a:lnSpc>
              <a:spcBef>
                <a:spcPts val="0"/>
              </a:spcBef>
              <a:spcAft>
                <a:spcPts val="0"/>
              </a:spcAft>
              <a:buClr>
                <a:srgbClr val="888888"/>
              </a:buClr>
              <a:buSzPts val="2200"/>
              <a:buFont typeface="Helvetica Neue Light"/>
              <a:buNone/>
              <a:defRPr sz="2200">
                <a:solidFill>
                  <a:srgbClr val="888888"/>
                </a:solidFill>
              </a:defRPr>
            </a:lvl2pPr>
            <a:lvl3pPr indent="0" lvl="2" marL="0" marR="0" algn="r">
              <a:lnSpc>
                <a:spcPct val="100000"/>
              </a:lnSpc>
              <a:spcBef>
                <a:spcPts val="0"/>
              </a:spcBef>
              <a:spcAft>
                <a:spcPts val="0"/>
              </a:spcAft>
              <a:buClr>
                <a:srgbClr val="888888"/>
              </a:buClr>
              <a:buSzPts val="2200"/>
              <a:buFont typeface="Helvetica Neue Light"/>
              <a:buNone/>
              <a:defRPr sz="2200">
                <a:solidFill>
                  <a:srgbClr val="888888"/>
                </a:solidFill>
              </a:defRPr>
            </a:lvl3pPr>
            <a:lvl4pPr indent="0" lvl="3" marL="0" marR="0" algn="r">
              <a:lnSpc>
                <a:spcPct val="100000"/>
              </a:lnSpc>
              <a:spcBef>
                <a:spcPts val="0"/>
              </a:spcBef>
              <a:spcAft>
                <a:spcPts val="0"/>
              </a:spcAft>
              <a:buClr>
                <a:srgbClr val="888888"/>
              </a:buClr>
              <a:buSzPts val="2200"/>
              <a:buFont typeface="Helvetica Neue Light"/>
              <a:buNone/>
              <a:defRPr sz="2200">
                <a:solidFill>
                  <a:srgbClr val="888888"/>
                </a:solidFill>
              </a:defRPr>
            </a:lvl4pPr>
            <a:lvl5pPr indent="0" lvl="4" marL="0" marR="0" algn="r">
              <a:lnSpc>
                <a:spcPct val="100000"/>
              </a:lnSpc>
              <a:spcBef>
                <a:spcPts val="0"/>
              </a:spcBef>
              <a:spcAft>
                <a:spcPts val="0"/>
              </a:spcAft>
              <a:buClr>
                <a:srgbClr val="888888"/>
              </a:buClr>
              <a:buSzPts val="2200"/>
              <a:buFont typeface="Helvetica Neue Light"/>
              <a:buNone/>
              <a:defRPr sz="2200">
                <a:solidFill>
                  <a:srgbClr val="888888"/>
                </a:solidFill>
              </a:defRPr>
            </a:lvl5pPr>
            <a:lvl6pPr indent="0" lvl="5" marL="0" marR="0" algn="r">
              <a:lnSpc>
                <a:spcPct val="100000"/>
              </a:lnSpc>
              <a:spcBef>
                <a:spcPts val="0"/>
              </a:spcBef>
              <a:spcAft>
                <a:spcPts val="0"/>
              </a:spcAft>
              <a:buClr>
                <a:srgbClr val="888888"/>
              </a:buClr>
              <a:buSzPts val="2200"/>
              <a:buFont typeface="Helvetica Neue Light"/>
              <a:buNone/>
              <a:defRPr sz="2200">
                <a:solidFill>
                  <a:srgbClr val="888888"/>
                </a:solidFill>
              </a:defRPr>
            </a:lvl6pPr>
            <a:lvl7pPr indent="0" lvl="6" marL="0" marR="0" algn="r">
              <a:lnSpc>
                <a:spcPct val="100000"/>
              </a:lnSpc>
              <a:spcBef>
                <a:spcPts val="0"/>
              </a:spcBef>
              <a:spcAft>
                <a:spcPts val="0"/>
              </a:spcAft>
              <a:buClr>
                <a:srgbClr val="888888"/>
              </a:buClr>
              <a:buSzPts val="2200"/>
              <a:buFont typeface="Helvetica Neue Light"/>
              <a:buNone/>
              <a:defRPr sz="2200">
                <a:solidFill>
                  <a:srgbClr val="888888"/>
                </a:solidFill>
              </a:defRPr>
            </a:lvl7pPr>
            <a:lvl8pPr indent="0" lvl="7" marL="0" marR="0" algn="r">
              <a:lnSpc>
                <a:spcPct val="100000"/>
              </a:lnSpc>
              <a:spcBef>
                <a:spcPts val="0"/>
              </a:spcBef>
              <a:spcAft>
                <a:spcPts val="0"/>
              </a:spcAft>
              <a:buClr>
                <a:srgbClr val="888888"/>
              </a:buClr>
              <a:buSzPts val="2200"/>
              <a:buFont typeface="Helvetica Neue Light"/>
              <a:buNone/>
              <a:defRPr sz="2200">
                <a:solidFill>
                  <a:srgbClr val="888888"/>
                </a:solidFill>
              </a:defRPr>
            </a:lvl8pPr>
            <a:lvl9pPr indent="0" lvl="8" marL="0" marR="0" algn="r">
              <a:lnSpc>
                <a:spcPct val="100000"/>
              </a:lnSpc>
              <a:spcBef>
                <a:spcPts val="0"/>
              </a:spcBef>
              <a:spcAft>
                <a:spcPts val="0"/>
              </a:spcAft>
              <a:buClr>
                <a:srgbClr val="888888"/>
              </a:buClr>
              <a:buSzPts val="2200"/>
              <a:buFont typeface="Helvetica Neue Light"/>
              <a:buNone/>
              <a:defRPr sz="2200">
                <a:solidFill>
                  <a:srgbClr val="888888"/>
                </a:solidFill>
              </a:defRPr>
            </a:lvl9pPr>
          </a:lstStyle>
          <a:p>
            <a:pPr indent="0" lvl="0" marL="0" rtl="0" algn="r">
              <a:spcBef>
                <a:spcPts val="0"/>
              </a:spcBef>
              <a:spcAft>
                <a:spcPts val="0"/>
              </a:spcAft>
              <a:buNone/>
            </a:pPr>
            <a:fld id="{00000000-1234-1234-1234-123412341234}" type="slidenum">
              <a:rPr lang="en-US"/>
              <a:t>‹#›</a:t>
            </a:fld>
            <a:endParaRPr sz="2400">
              <a:solidFill>
                <a:srgbClr val="000000"/>
              </a:solidFil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9">
    <p:spTree>
      <p:nvGrpSpPr>
        <p:cNvPr id="534" name="Shape 534"/>
        <p:cNvGrpSpPr/>
        <p:nvPr/>
      </p:nvGrpSpPr>
      <p:grpSpPr>
        <a:xfrm>
          <a:off x="0" y="0"/>
          <a:ext cx="0" cy="0"/>
          <a:chOff x="0" y="0"/>
          <a:chExt cx="0" cy="0"/>
        </a:xfrm>
      </p:grpSpPr>
      <p:sp>
        <p:nvSpPr>
          <p:cNvPr id="535" name="Google Shape;535;g37fae8905c8_0_1311"/>
          <p:cNvSpPr txBox="1"/>
          <p:nvPr>
            <p:ph type="title"/>
          </p:nvPr>
        </p:nvSpPr>
        <p:spPr>
          <a:xfrm>
            <a:off x="3962400" y="0"/>
            <a:ext cx="16459200" cy="1784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36" name="Google Shape;536;g37fae8905c8_0_1311"/>
          <p:cNvSpPr txBox="1"/>
          <p:nvPr>
            <p:ph idx="1" type="body"/>
          </p:nvPr>
        </p:nvSpPr>
        <p:spPr>
          <a:xfrm>
            <a:off x="3962400" y="2162175"/>
            <a:ext cx="16459200" cy="100902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37" name="Google Shape;537;g37fae8905c8_0_1311"/>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0">
    <p:spTree>
      <p:nvGrpSpPr>
        <p:cNvPr id="538" name="Shape 538"/>
        <p:cNvGrpSpPr/>
        <p:nvPr/>
      </p:nvGrpSpPr>
      <p:grpSpPr>
        <a:xfrm>
          <a:off x="0" y="0"/>
          <a:ext cx="0" cy="0"/>
          <a:chOff x="0" y="0"/>
          <a:chExt cx="0" cy="0"/>
        </a:xfrm>
      </p:grpSpPr>
      <p:sp>
        <p:nvSpPr>
          <p:cNvPr id="539" name="Google Shape;539;g37fae8905c8_0_1315"/>
          <p:cNvSpPr/>
          <p:nvPr/>
        </p:nvSpPr>
        <p:spPr>
          <a:xfrm>
            <a:off x="3048000" y="441571"/>
            <a:ext cx="18288000" cy="457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540" name="Google Shape;540;g37fae8905c8_0_1315"/>
          <p:cNvSpPr txBox="1"/>
          <p:nvPr>
            <p:ph type="title"/>
          </p:nvPr>
        </p:nvSpPr>
        <p:spPr>
          <a:xfrm>
            <a:off x="3962400" y="1066800"/>
            <a:ext cx="16459200" cy="1981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D2533C"/>
              </a:buClr>
              <a:buSzPts val="8000"/>
              <a:buFont typeface="Helvetica Neue"/>
              <a:buNone/>
              <a:defRPr sz="8000">
                <a:solidFill>
                  <a:srgbClr val="D2533C"/>
                </a:solidFill>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41" name="Google Shape;541;g37fae8905c8_0_1315"/>
          <p:cNvSpPr txBox="1"/>
          <p:nvPr>
            <p:ph idx="1" type="body"/>
          </p:nvPr>
        </p:nvSpPr>
        <p:spPr>
          <a:xfrm>
            <a:off x="3962400" y="3200400"/>
            <a:ext cx="16459200" cy="9753600"/>
          </a:xfrm>
          <a:prstGeom prst="rect">
            <a:avLst/>
          </a:prstGeom>
          <a:noFill/>
          <a:ln>
            <a:noFill/>
          </a:ln>
        </p:spPr>
        <p:txBody>
          <a:bodyPr anchorCtr="0" anchor="t" bIns="91425" lIns="91425" spcFirstLastPara="1" rIns="91425" wrap="square" tIns="91425">
            <a:normAutofit/>
          </a:bodyPr>
          <a:lstStyle>
            <a:lvl1pPr indent="-487680" lvl="0" marL="457200" algn="l">
              <a:lnSpc>
                <a:spcPct val="100000"/>
              </a:lnSpc>
              <a:spcBef>
                <a:spcPts val="1100"/>
              </a:spcBef>
              <a:spcAft>
                <a:spcPts val="0"/>
              </a:spcAft>
              <a:buClr>
                <a:srgbClr val="93A299"/>
              </a:buClr>
              <a:buSzPts val="4080"/>
              <a:buFont typeface="Helvetica Neue"/>
              <a:buChar char="•"/>
              <a:defRPr sz="4800">
                <a:solidFill>
                  <a:srgbClr val="292934"/>
                </a:solidFill>
              </a:defRPr>
            </a:lvl1pPr>
            <a:lvl2pPr indent="-487680" lvl="1" marL="914400" algn="l">
              <a:lnSpc>
                <a:spcPct val="100000"/>
              </a:lnSpc>
              <a:spcBef>
                <a:spcPts val="1100"/>
              </a:spcBef>
              <a:spcAft>
                <a:spcPts val="0"/>
              </a:spcAft>
              <a:buClr>
                <a:srgbClr val="93A299"/>
              </a:buClr>
              <a:buSzPts val="4080"/>
              <a:buFont typeface="Helvetica Neue"/>
              <a:buChar char="•"/>
              <a:defRPr sz="4800">
                <a:solidFill>
                  <a:srgbClr val="292934"/>
                </a:solidFill>
              </a:defRPr>
            </a:lvl2pPr>
            <a:lvl3pPr indent="-502919" lvl="2" marL="1371600" algn="l">
              <a:lnSpc>
                <a:spcPct val="100000"/>
              </a:lnSpc>
              <a:spcBef>
                <a:spcPts val="1100"/>
              </a:spcBef>
              <a:spcAft>
                <a:spcPts val="0"/>
              </a:spcAft>
              <a:buClr>
                <a:srgbClr val="93A299"/>
              </a:buClr>
              <a:buSzPts val="4320"/>
              <a:buFont typeface="Helvetica Neue"/>
              <a:buChar char="•"/>
              <a:defRPr sz="4800">
                <a:solidFill>
                  <a:srgbClr val="292934"/>
                </a:solidFill>
              </a:defRPr>
            </a:lvl3pPr>
            <a:lvl4pPr indent="-533400" lvl="3" marL="1828800" algn="l">
              <a:lnSpc>
                <a:spcPct val="100000"/>
              </a:lnSpc>
              <a:spcBef>
                <a:spcPts val="1100"/>
              </a:spcBef>
              <a:spcAft>
                <a:spcPts val="0"/>
              </a:spcAft>
              <a:buClr>
                <a:srgbClr val="93A299"/>
              </a:buClr>
              <a:buSzPts val="4800"/>
              <a:buFont typeface="Helvetica Neue"/>
              <a:buChar char="•"/>
              <a:defRPr sz="4800">
                <a:solidFill>
                  <a:srgbClr val="292934"/>
                </a:solidFill>
              </a:defRPr>
            </a:lvl4pPr>
            <a:lvl5pPr indent="-533400" lvl="4" marL="2286000" algn="l">
              <a:lnSpc>
                <a:spcPct val="100000"/>
              </a:lnSpc>
              <a:spcBef>
                <a:spcPts val="1100"/>
              </a:spcBef>
              <a:spcAft>
                <a:spcPts val="0"/>
              </a:spcAft>
              <a:buClr>
                <a:srgbClr val="93A299"/>
              </a:buClr>
              <a:buSzPts val="4800"/>
              <a:buFont typeface="Helvetica Neue"/>
              <a:buChar char="•"/>
              <a:defRPr sz="4800">
                <a:solidFill>
                  <a:srgbClr val="292934"/>
                </a:solidFil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42" name="Google Shape;542;g37fae8905c8_0_1315"/>
          <p:cNvSpPr txBox="1"/>
          <p:nvPr>
            <p:ph idx="12" type="sldNum"/>
          </p:nvPr>
        </p:nvSpPr>
        <p:spPr>
          <a:xfrm>
            <a:off x="18288000" y="63577"/>
            <a:ext cx="591000" cy="615600"/>
          </a:xfrm>
          <a:prstGeom prst="rect">
            <a:avLst/>
          </a:prstGeom>
          <a:noFill/>
          <a:ln>
            <a:noFill/>
          </a:ln>
        </p:spPr>
        <p:txBody>
          <a:bodyPr anchorCtr="0" anchor="ctr" bIns="91425" lIns="91425" spcFirstLastPara="1" rIns="91425" wrap="square" tIns="91425">
            <a:spAutoFit/>
          </a:bodyPr>
          <a:lstStyle>
            <a:lvl1pPr indent="0" lvl="0"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b="0" sz="2400">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slide">
  <p:cSld name="Lecture slide">
    <p:spTree>
      <p:nvGrpSpPr>
        <p:cNvPr id="543" name="Shape 543"/>
        <p:cNvGrpSpPr/>
        <p:nvPr/>
      </p:nvGrpSpPr>
      <p:grpSpPr>
        <a:xfrm>
          <a:off x="0" y="0"/>
          <a:ext cx="0" cy="0"/>
          <a:chOff x="0" y="0"/>
          <a:chExt cx="0" cy="0"/>
        </a:xfrm>
      </p:grpSpPr>
      <p:sp>
        <p:nvSpPr>
          <p:cNvPr id="544" name="Google Shape;544;g37fae8905c8_0_1320"/>
          <p:cNvSpPr txBox="1"/>
          <p:nvPr>
            <p:ph type="title"/>
          </p:nvPr>
        </p:nvSpPr>
        <p:spPr>
          <a:xfrm>
            <a:off x="1689100" y="101600"/>
            <a:ext cx="210057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0000"/>
              <a:buFont typeface="Helvetica Neue"/>
              <a:buNone/>
              <a:defRPr sz="100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45" name="Google Shape;545;g37fae8905c8_0_1320"/>
          <p:cNvSpPr txBox="1"/>
          <p:nvPr>
            <p:ph idx="1" type="body"/>
          </p:nvPr>
        </p:nvSpPr>
        <p:spPr>
          <a:xfrm>
            <a:off x="1689100" y="3098800"/>
            <a:ext cx="210057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46" name="Google Shape;546;g37fae8905c8_0_1320"/>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1">
    <p:spTree>
      <p:nvGrpSpPr>
        <p:cNvPr id="547" name="Shape 547"/>
        <p:cNvGrpSpPr/>
        <p:nvPr/>
      </p:nvGrpSpPr>
      <p:grpSpPr>
        <a:xfrm>
          <a:off x="0" y="0"/>
          <a:ext cx="0" cy="0"/>
          <a:chOff x="0" y="0"/>
          <a:chExt cx="0" cy="0"/>
        </a:xfrm>
      </p:grpSpPr>
      <p:sp>
        <p:nvSpPr>
          <p:cNvPr id="548" name="Google Shape;548;g37fae8905c8_0_1324"/>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49" name="Google Shape;549;g37fae8905c8_0_1324"/>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50" name="Google Shape;550;g37fae8905c8_0_1324"/>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spTree>
      <p:nvGrpSpPr>
        <p:cNvPr id="551" name="Shape 551"/>
        <p:cNvGrpSpPr/>
        <p:nvPr/>
      </p:nvGrpSpPr>
      <p:grpSpPr>
        <a:xfrm>
          <a:off x="0" y="0"/>
          <a:ext cx="0" cy="0"/>
          <a:chOff x="0" y="0"/>
          <a:chExt cx="0" cy="0"/>
        </a:xfrm>
      </p:grpSpPr>
      <p:sp>
        <p:nvSpPr>
          <p:cNvPr id="552" name="Google Shape;552;g37fae8905c8_0_1328"/>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53" name="Google Shape;553;g37fae8905c8_0_1328"/>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4">
    <p:spTree>
      <p:nvGrpSpPr>
        <p:cNvPr id="554" name="Shape 554"/>
        <p:cNvGrpSpPr/>
        <p:nvPr/>
      </p:nvGrpSpPr>
      <p:grpSpPr>
        <a:xfrm>
          <a:off x="0" y="0"/>
          <a:ext cx="0" cy="0"/>
          <a:chOff x="0" y="0"/>
          <a:chExt cx="0" cy="0"/>
        </a:xfrm>
      </p:grpSpPr>
      <p:sp>
        <p:nvSpPr>
          <p:cNvPr id="555" name="Google Shape;555;g37fae8905c8_0_1331"/>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56" name="Google Shape;556;g37fae8905c8_0_1331"/>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Light"/>
              <a:buNone/>
              <a:defRPr>
                <a:solidFill>
                  <a:srgbClr val="888888"/>
                </a:solidFill>
              </a:defRPr>
            </a:lvl1pPr>
            <a:lvl2pPr indent="0" lvl="1" marL="0" marR="0" algn="r">
              <a:lnSpc>
                <a:spcPct val="100000"/>
              </a:lnSpc>
              <a:spcBef>
                <a:spcPts val="0"/>
              </a:spcBef>
              <a:spcAft>
                <a:spcPts val="0"/>
              </a:spcAft>
              <a:buClr>
                <a:srgbClr val="888888"/>
              </a:buClr>
              <a:buSzPts val="2400"/>
              <a:buFont typeface="Helvetica Neue Light"/>
              <a:buNone/>
              <a:defRPr>
                <a:solidFill>
                  <a:srgbClr val="888888"/>
                </a:solidFill>
              </a:defRPr>
            </a:lvl2pPr>
            <a:lvl3pPr indent="0" lvl="2" marL="0" marR="0" algn="r">
              <a:lnSpc>
                <a:spcPct val="100000"/>
              </a:lnSpc>
              <a:spcBef>
                <a:spcPts val="0"/>
              </a:spcBef>
              <a:spcAft>
                <a:spcPts val="0"/>
              </a:spcAft>
              <a:buClr>
                <a:srgbClr val="888888"/>
              </a:buClr>
              <a:buSzPts val="2400"/>
              <a:buFont typeface="Helvetica Neue Light"/>
              <a:buNone/>
              <a:defRPr>
                <a:solidFill>
                  <a:srgbClr val="888888"/>
                </a:solidFill>
              </a:defRPr>
            </a:lvl3pPr>
            <a:lvl4pPr indent="0" lvl="3" marL="0" marR="0" algn="r">
              <a:lnSpc>
                <a:spcPct val="100000"/>
              </a:lnSpc>
              <a:spcBef>
                <a:spcPts val="0"/>
              </a:spcBef>
              <a:spcAft>
                <a:spcPts val="0"/>
              </a:spcAft>
              <a:buClr>
                <a:srgbClr val="888888"/>
              </a:buClr>
              <a:buSzPts val="2400"/>
              <a:buFont typeface="Helvetica Neue Light"/>
              <a:buNone/>
              <a:defRPr>
                <a:solidFill>
                  <a:srgbClr val="888888"/>
                </a:solidFill>
              </a:defRPr>
            </a:lvl4pPr>
            <a:lvl5pPr indent="0" lvl="4" marL="0" marR="0" algn="r">
              <a:lnSpc>
                <a:spcPct val="100000"/>
              </a:lnSpc>
              <a:spcBef>
                <a:spcPts val="0"/>
              </a:spcBef>
              <a:spcAft>
                <a:spcPts val="0"/>
              </a:spcAft>
              <a:buClr>
                <a:srgbClr val="888888"/>
              </a:buClr>
              <a:buSzPts val="2400"/>
              <a:buFont typeface="Helvetica Neue Light"/>
              <a:buNone/>
              <a:defRPr>
                <a:solidFill>
                  <a:srgbClr val="888888"/>
                </a:solidFill>
              </a:defRPr>
            </a:lvl5pPr>
            <a:lvl6pPr indent="0" lvl="5" marL="0" marR="0" algn="r">
              <a:lnSpc>
                <a:spcPct val="100000"/>
              </a:lnSpc>
              <a:spcBef>
                <a:spcPts val="0"/>
              </a:spcBef>
              <a:spcAft>
                <a:spcPts val="0"/>
              </a:spcAft>
              <a:buClr>
                <a:srgbClr val="888888"/>
              </a:buClr>
              <a:buSzPts val="2400"/>
              <a:buFont typeface="Helvetica Neue Light"/>
              <a:buNone/>
              <a:defRPr>
                <a:solidFill>
                  <a:srgbClr val="888888"/>
                </a:solidFill>
              </a:defRPr>
            </a:lvl6pPr>
            <a:lvl7pPr indent="0" lvl="6" marL="0" marR="0" algn="r">
              <a:lnSpc>
                <a:spcPct val="100000"/>
              </a:lnSpc>
              <a:spcBef>
                <a:spcPts val="0"/>
              </a:spcBef>
              <a:spcAft>
                <a:spcPts val="0"/>
              </a:spcAft>
              <a:buClr>
                <a:srgbClr val="888888"/>
              </a:buClr>
              <a:buSzPts val="2400"/>
              <a:buFont typeface="Helvetica Neue Light"/>
              <a:buNone/>
              <a:defRPr>
                <a:solidFill>
                  <a:srgbClr val="888888"/>
                </a:solidFill>
              </a:defRPr>
            </a:lvl7pPr>
            <a:lvl8pPr indent="0" lvl="7" marL="0" marR="0" algn="r">
              <a:lnSpc>
                <a:spcPct val="100000"/>
              </a:lnSpc>
              <a:spcBef>
                <a:spcPts val="0"/>
              </a:spcBef>
              <a:spcAft>
                <a:spcPts val="0"/>
              </a:spcAft>
              <a:buClr>
                <a:srgbClr val="888888"/>
              </a:buClr>
              <a:buSzPts val="2400"/>
              <a:buFont typeface="Helvetica Neue Light"/>
              <a:buNone/>
              <a:defRPr>
                <a:solidFill>
                  <a:srgbClr val="888888"/>
                </a:solidFill>
              </a:defRPr>
            </a:lvl8pPr>
            <a:lvl9pPr indent="0" lvl="8" marL="0" marR="0" algn="r">
              <a:lnSpc>
                <a:spcPct val="100000"/>
              </a:lnSpc>
              <a:spcBef>
                <a:spcPts val="0"/>
              </a:spcBef>
              <a:spcAft>
                <a:spcPts val="0"/>
              </a:spcAft>
              <a:buClr>
                <a:srgbClr val="888888"/>
              </a:buClr>
              <a:buSzPts val="2400"/>
              <a:buFont typeface="Helvetica Neue Light"/>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57" name="Shape 557"/>
        <p:cNvGrpSpPr/>
        <p:nvPr/>
      </p:nvGrpSpPr>
      <p:grpSpPr>
        <a:xfrm>
          <a:off x="0" y="0"/>
          <a:ext cx="0" cy="0"/>
          <a:chOff x="0" y="0"/>
          <a:chExt cx="0" cy="0"/>
        </a:xfrm>
      </p:grpSpPr>
      <p:sp>
        <p:nvSpPr>
          <p:cNvPr id="558" name="Google Shape;558;g37fae8905c8_0_1334"/>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59" name="Google Shape;559;g37fae8905c8_0_1334"/>
          <p:cNvSpPr txBox="1"/>
          <p:nvPr>
            <p:ph idx="1" type="body"/>
          </p:nvPr>
        </p:nvSpPr>
        <p:spPr>
          <a:xfrm>
            <a:off x="3962400" y="3200400"/>
            <a:ext cx="8077200" cy="9051900"/>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1pPr>
            <a:lvl2pPr indent="-584200" lvl="1" marL="9144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2pPr>
            <a:lvl3pPr indent="-584200" lvl="2" marL="13716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3pPr>
            <a:lvl4pPr indent="-584200" lvl="3" marL="18288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4pPr>
            <a:lvl5pPr indent="-584200" lvl="4" marL="22860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60" name="Google Shape;560;g37fae8905c8_0_1334"/>
          <p:cNvSpPr txBox="1"/>
          <p:nvPr>
            <p:ph idx="12" type="sldNum"/>
          </p:nvPr>
        </p:nvSpPr>
        <p:spPr>
          <a:xfrm>
            <a:off x="19887082" y="12806655"/>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5">
    <p:spTree>
      <p:nvGrpSpPr>
        <p:cNvPr id="561" name="Shape 561"/>
        <p:cNvGrpSpPr/>
        <p:nvPr/>
      </p:nvGrpSpPr>
      <p:grpSpPr>
        <a:xfrm>
          <a:off x="0" y="0"/>
          <a:ext cx="0" cy="0"/>
          <a:chOff x="0" y="0"/>
          <a:chExt cx="0" cy="0"/>
        </a:xfrm>
      </p:grpSpPr>
      <p:sp>
        <p:nvSpPr>
          <p:cNvPr id="562" name="Google Shape;562;g37fae8905c8_0_1338"/>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63" name="Google Shape;563;g37fae8905c8_0_1338"/>
          <p:cNvSpPr txBox="1"/>
          <p:nvPr>
            <p:ph idx="12" type="sldNum"/>
          </p:nvPr>
        </p:nvSpPr>
        <p:spPr>
          <a:xfrm>
            <a:off x="19906337" y="128085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6">
    <p:spTree>
      <p:nvGrpSpPr>
        <p:cNvPr id="564" name="Shape 564"/>
        <p:cNvGrpSpPr/>
        <p:nvPr/>
      </p:nvGrpSpPr>
      <p:grpSpPr>
        <a:xfrm>
          <a:off x="0" y="0"/>
          <a:ext cx="0" cy="0"/>
          <a:chOff x="0" y="0"/>
          <a:chExt cx="0" cy="0"/>
        </a:xfrm>
      </p:grpSpPr>
      <p:sp>
        <p:nvSpPr>
          <p:cNvPr id="565" name="Google Shape;565;g37fae8905c8_0_1341"/>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66" name="Google Shape;566;g37fae8905c8_0_1341"/>
          <p:cNvSpPr txBox="1"/>
          <p:nvPr>
            <p:ph idx="12" type="sldNum"/>
          </p:nvPr>
        </p:nvSpPr>
        <p:spPr>
          <a:xfrm>
            <a:off x="19906337" y="128085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2">
    <p:spTree>
      <p:nvGrpSpPr>
        <p:cNvPr id="567" name="Shape 567"/>
        <p:cNvGrpSpPr/>
        <p:nvPr/>
      </p:nvGrpSpPr>
      <p:grpSpPr>
        <a:xfrm>
          <a:off x="0" y="0"/>
          <a:ext cx="0" cy="0"/>
          <a:chOff x="0" y="0"/>
          <a:chExt cx="0" cy="0"/>
        </a:xfrm>
      </p:grpSpPr>
      <p:sp>
        <p:nvSpPr>
          <p:cNvPr id="568" name="Google Shape;568;g37fae8905c8_0_1344"/>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69" name="Google Shape;569;g37fae8905c8_0_1344"/>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70" name="Google Shape;570;g37fae8905c8_0_1344"/>
          <p:cNvSpPr txBox="1"/>
          <p:nvPr>
            <p:ph idx="12" type="sldNum"/>
          </p:nvPr>
        </p:nvSpPr>
        <p:spPr>
          <a:xfrm>
            <a:off x="19906337" y="128085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3">
    <p:spTree>
      <p:nvGrpSpPr>
        <p:cNvPr id="571" name="Shape 571"/>
        <p:cNvGrpSpPr/>
        <p:nvPr/>
      </p:nvGrpSpPr>
      <p:grpSpPr>
        <a:xfrm>
          <a:off x="0" y="0"/>
          <a:ext cx="0" cy="0"/>
          <a:chOff x="0" y="0"/>
          <a:chExt cx="0" cy="0"/>
        </a:xfrm>
      </p:grpSpPr>
      <p:sp>
        <p:nvSpPr>
          <p:cNvPr id="572" name="Google Shape;572;g37fae8905c8_0_1348"/>
          <p:cNvSpPr txBox="1"/>
          <p:nvPr>
            <p:ph type="title"/>
          </p:nvPr>
        </p:nvSpPr>
        <p:spPr>
          <a:xfrm>
            <a:off x="3962400" y="180976"/>
            <a:ext cx="16459200" cy="3019500"/>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73" name="Google Shape;573;g37fae8905c8_0_1348"/>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74" name="Google Shape;574;g37fae8905c8_0_1348"/>
          <p:cNvSpPr txBox="1"/>
          <p:nvPr>
            <p:ph idx="12" type="sldNum"/>
          </p:nvPr>
        </p:nvSpPr>
        <p:spPr>
          <a:xfrm>
            <a:off x="17990856" y="12490450"/>
            <a:ext cx="591000" cy="615600"/>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4">
    <p:spTree>
      <p:nvGrpSpPr>
        <p:cNvPr id="575" name="Shape 575"/>
        <p:cNvGrpSpPr/>
        <p:nvPr/>
      </p:nvGrpSpPr>
      <p:grpSpPr>
        <a:xfrm>
          <a:off x="0" y="0"/>
          <a:ext cx="0" cy="0"/>
          <a:chOff x="0" y="0"/>
          <a:chExt cx="0" cy="0"/>
        </a:xfrm>
      </p:grpSpPr>
      <p:sp>
        <p:nvSpPr>
          <p:cNvPr id="576" name="Google Shape;576;g37fae8905c8_0_1352"/>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77" name="Google Shape;577;g37fae8905c8_0_1352"/>
          <p:cNvSpPr txBox="1"/>
          <p:nvPr>
            <p:ph idx="1" type="body"/>
          </p:nvPr>
        </p:nvSpPr>
        <p:spPr>
          <a:xfrm>
            <a:off x="3962400" y="3200400"/>
            <a:ext cx="16459200" cy="9051900"/>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78" name="Google Shape;578;g37fae8905c8_0_1352"/>
          <p:cNvSpPr txBox="1"/>
          <p:nvPr>
            <p:ph idx="12" type="sldNum"/>
          </p:nvPr>
        </p:nvSpPr>
        <p:spPr>
          <a:xfrm>
            <a:off x="19830484" y="12490450"/>
            <a:ext cx="5910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7">
    <p:spTree>
      <p:nvGrpSpPr>
        <p:cNvPr id="579" name="Shape 579"/>
        <p:cNvGrpSpPr/>
        <p:nvPr/>
      </p:nvGrpSpPr>
      <p:grpSpPr>
        <a:xfrm>
          <a:off x="0" y="0"/>
          <a:ext cx="0" cy="0"/>
          <a:chOff x="0" y="0"/>
          <a:chExt cx="0" cy="0"/>
        </a:xfrm>
      </p:grpSpPr>
      <p:sp>
        <p:nvSpPr>
          <p:cNvPr id="580" name="Google Shape;580;g37fae8905c8_0_1356"/>
          <p:cNvSpPr txBox="1"/>
          <p:nvPr>
            <p:ph type="title"/>
          </p:nvPr>
        </p:nvSpPr>
        <p:spPr>
          <a:xfrm>
            <a:off x="1219200" y="549276"/>
            <a:ext cx="21945600" cy="2286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81" name="Google Shape;581;g37fae8905c8_0_1356"/>
          <p:cNvSpPr txBox="1"/>
          <p:nvPr>
            <p:ph idx="12" type="sldNum"/>
          </p:nvPr>
        </p:nvSpPr>
        <p:spPr>
          <a:xfrm>
            <a:off x="22630189" y="12802238"/>
            <a:ext cx="5346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582" name="Shape 582"/>
        <p:cNvGrpSpPr/>
        <p:nvPr/>
      </p:nvGrpSpPr>
      <p:grpSpPr>
        <a:xfrm>
          <a:off x="0" y="0"/>
          <a:ext cx="0" cy="0"/>
          <a:chOff x="0" y="0"/>
          <a:chExt cx="0" cy="0"/>
        </a:xfrm>
      </p:grpSpPr>
      <p:sp>
        <p:nvSpPr>
          <p:cNvPr id="583" name="Google Shape;583;g37fae8905c8_0_1359"/>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84" name="Google Shape;584;g37fae8905c8_0_1359"/>
          <p:cNvSpPr txBox="1"/>
          <p:nvPr>
            <p:ph idx="1" type="body"/>
          </p:nvPr>
        </p:nvSpPr>
        <p:spPr>
          <a:xfrm>
            <a:off x="3962400" y="3200400"/>
            <a:ext cx="8077200" cy="9051900"/>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1pPr>
            <a:lvl2pPr indent="-584200" lvl="1" marL="9144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2pPr>
            <a:lvl3pPr indent="-584200" lvl="2" marL="13716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3pPr>
            <a:lvl4pPr indent="-584200" lvl="3" marL="18288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4pPr>
            <a:lvl5pPr indent="-584200" lvl="4" marL="22860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85" name="Google Shape;585;g37fae8905c8_0_1359"/>
          <p:cNvSpPr txBox="1"/>
          <p:nvPr>
            <p:ph idx="12" type="sldNum"/>
          </p:nvPr>
        </p:nvSpPr>
        <p:spPr>
          <a:xfrm>
            <a:off x="19906337" y="12808585"/>
            <a:ext cx="515400" cy="5541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8">
    <p:spTree>
      <p:nvGrpSpPr>
        <p:cNvPr id="586" name="Shape 586"/>
        <p:cNvGrpSpPr/>
        <p:nvPr/>
      </p:nvGrpSpPr>
      <p:grpSpPr>
        <a:xfrm>
          <a:off x="0" y="0"/>
          <a:ext cx="0" cy="0"/>
          <a:chOff x="0" y="0"/>
          <a:chExt cx="0" cy="0"/>
        </a:xfrm>
      </p:grpSpPr>
      <p:sp>
        <p:nvSpPr>
          <p:cNvPr id="587" name="Google Shape;587;g37fae8905c8_0_1363"/>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88" name="Google Shape;588;g37fae8905c8_0_1363"/>
          <p:cNvSpPr txBox="1"/>
          <p:nvPr>
            <p:ph idx="12" type="sldNum"/>
          </p:nvPr>
        </p:nvSpPr>
        <p:spPr>
          <a:xfrm>
            <a:off x="19830484" y="12490450"/>
            <a:ext cx="591000" cy="615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theme" Target="../theme/theme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9" Type="http://schemas.openxmlformats.org/officeDocument/2006/relationships/slideLayout" Target="../slideLayouts/slideLayout70.xml"/><Relationship Id="rId5" Type="http://schemas.openxmlformats.org/officeDocument/2006/relationships/slideLayout" Target="../slideLayouts/slideLayout66.xml"/><Relationship Id="rId6" Type="http://schemas.openxmlformats.org/officeDocument/2006/relationships/slideLayout" Target="../slideLayouts/slideLayout67.xml"/><Relationship Id="rId7" Type="http://schemas.openxmlformats.org/officeDocument/2006/relationships/slideLayout" Target="../slideLayouts/slideLayout68.xml"/><Relationship Id="rId8" Type="http://schemas.openxmlformats.org/officeDocument/2006/relationships/slideLayout" Target="../slideLayouts/slideLayout69.xml"/><Relationship Id="rId31" Type="http://schemas.openxmlformats.org/officeDocument/2006/relationships/slideLayout" Target="../slideLayouts/slideLayout92.xml"/><Relationship Id="rId30" Type="http://schemas.openxmlformats.org/officeDocument/2006/relationships/slideLayout" Target="../slideLayouts/slideLayout91.xml"/><Relationship Id="rId33" Type="http://schemas.openxmlformats.org/officeDocument/2006/relationships/slideLayout" Target="../slideLayouts/slideLayout94.xml"/><Relationship Id="rId32" Type="http://schemas.openxmlformats.org/officeDocument/2006/relationships/slideLayout" Target="../slideLayouts/slideLayout93.xml"/><Relationship Id="rId35" Type="http://schemas.openxmlformats.org/officeDocument/2006/relationships/slideLayout" Target="../slideLayouts/slideLayout96.xml"/><Relationship Id="rId34" Type="http://schemas.openxmlformats.org/officeDocument/2006/relationships/slideLayout" Target="../slideLayouts/slideLayout95.xml"/><Relationship Id="rId37" Type="http://schemas.openxmlformats.org/officeDocument/2006/relationships/theme" Target="../theme/theme4.xml"/><Relationship Id="rId36" Type="http://schemas.openxmlformats.org/officeDocument/2006/relationships/slideLayout" Target="../slideLayouts/slideLayout97.xml"/><Relationship Id="rId20" Type="http://schemas.openxmlformats.org/officeDocument/2006/relationships/slideLayout" Target="../slideLayouts/slideLayout81.xml"/><Relationship Id="rId22" Type="http://schemas.openxmlformats.org/officeDocument/2006/relationships/slideLayout" Target="../slideLayouts/slideLayout83.xml"/><Relationship Id="rId21" Type="http://schemas.openxmlformats.org/officeDocument/2006/relationships/slideLayout" Target="../slideLayouts/slideLayout82.xml"/><Relationship Id="rId24" Type="http://schemas.openxmlformats.org/officeDocument/2006/relationships/slideLayout" Target="../slideLayouts/slideLayout85.xml"/><Relationship Id="rId23" Type="http://schemas.openxmlformats.org/officeDocument/2006/relationships/slideLayout" Target="../slideLayouts/slideLayout84.xml"/><Relationship Id="rId26" Type="http://schemas.openxmlformats.org/officeDocument/2006/relationships/slideLayout" Target="../slideLayouts/slideLayout87.xml"/><Relationship Id="rId25" Type="http://schemas.openxmlformats.org/officeDocument/2006/relationships/slideLayout" Target="../slideLayouts/slideLayout86.xml"/><Relationship Id="rId28" Type="http://schemas.openxmlformats.org/officeDocument/2006/relationships/slideLayout" Target="../slideLayouts/slideLayout89.xml"/><Relationship Id="rId27" Type="http://schemas.openxmlformats.org/officeDocument/2006/relationships/slideLayout" Target="../slideLayouts/slideLayout88.xml"/><Relationship Id="rId29" Type="http://schemas.openxmlformats.org/officeDocument/2006/relationships/slideLayout" Target="../slideLayouts/slideLayout90.xml"/><Relationship Id="rId11" Type="http://schemas.openxmlformats.org/officeDocument/2006/relationships/slideLayout" Target="../slideLayouts/slideLayout72.xml"/><Relationship Id="rId10" Type="http://schemas.openxmlformats.org/officeDocument/2006/relationships/slideLayout" Target="../slideLayouts/slideLayout71.xml"/><Relationship Id="rId13" Type="http://schemas.openxmlformats.org/officeDocument/2006/relationships/slideLayout" Target="../slideLayouts/slideLayout74.xml"/><Relationship Id="rId12" Type="http://schemas.openxmlformats.org/officeDocument/2006/relationships/slideLayout" Target="../slideLayouts/slideLayout73.xml"/><Relationship Id="rId15" Type="http://schemas.openxmlformats.org/officeDocument/2006/relationships/slideLayout" Target="../slideLayouts/slideLayout76.xml"/><Relationship Id="rId14" Type="http://schemas.openxmlformats.org/officeDocument/2006/relationships/slideLayout" Target="../slideLayouts/slideLayout75.xml"/><Relationship Id="rId17" Type="http://schemas.openxmlformats.org/officeDocument/2006/relationships/slideLayout" Target="../slideLayouts/slideLayout78.xml"/><Relationship Id="rId16" Type="http://schemas.openxmlformats.org/officeDocument/2006/relationships/slideLayout" Target="../slideLayouts/slideLayout77.xml"/><Relationship Id="rId19" Type="http://schemas.openxmlformats.org/officeDocument/2006/relationships/slideLayout" Target="../slideLayouts/slideLayout80.xml"/><Relationship Id="rId18" Type="http://schemas.openxmlformats.org/officeDocument/2006/relationships/slideLayout" Target="../slideLayouts/slideLayout7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37.xml"/><Relationship Id="rId42" Type="http://schemas.openxmlformats.org/officeDocument/2006/relationships/slideLayout" Target="../slideLayouts/slideLayout139.xml"/><Relationship Id="rId41" Type="http://schemas.openxmlformats.org/officeDocument/2006/relationships/slideLayout" Target="../slideLayouts/slideLayout138.xml"/><Relationship Id="rId44" Type="http://schemas.openxmlformats.org/officeDocument/2006/relationships/slideLayout" Target="../slideLayouts/slideLayout141.xml"/><Relationship Id="rId43" Type="http://schemas.openxmlformats.org/officeDocument/2006/relationships/slideLayout" Target="../slideLayouts/slideLayout140.xml"/><Relationship Id="rId46" Type="http://schemas.openxmlformats.org/officeDocument/2006/relationships/slideLayout" Target="../slideLayouts/slideLayout143.xml"/><Relationship Id="rId45" Type="http://schemas.openxmlformats.org/officeDocument/2006/relationships/slideLayout" Target="../slideLayouts/slideLayout142.xml"/><Relationship Id="rId1" Type="http://schemas.openxmlformats.org/officeDocument/2006/relationships/slideLayout" Target="../slideLayouts/slideLayout98.xml"/><Relationship Id="rId2" Type="http://schemas.openxmlformats.org/officeDocument/2006/relationships/slideLayout" Target="../slideLayouts/slideLayout99.xml"/><Relationship Id="rId3" Type="http://schemas.openxmlformats.org/officeDocument/2006/relationships/slideLayout" Target="../slideLayouts/slideLayout100.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48" Type="http://schemas.openxmlformats.org/officeDocument/2006/relationships/slideLayout" Target="../slideLayouts/slideLayout145.xml"/><Relationship Id="rId47" Type="http://schemas.openxmlformats.org/officeDocument/2006/relationships/slideLayout" Target="../slideLayouts/slideLayout144.xml"/><Relationship Id="rId49" Type="http://schemas.openxmlformats.org/officeDocument/2006/relationships/slideLayout" Target="../slideLayouts/slideLayout146.xml"/><Relationship Id="rId5" Type="http://schemas.openxmlformats.org/officeDocument/2006/relationships/slideLayout" Target="../slideLayouts/slideLayout102.xml"/><Relationship Id="rId6" Type="http://schemas.openxmlformats.org/officeDocument/2006/relationships/slideLayout" Target="../slideLayouts/slideLayout103.xml"/><Relationship Id="rId7" Type="http://schemas.openxmlformats.org/officeDocument/2006/relationships/slideLayout" Target="../slideLayouts/slideLayout104.xml"/><Relationship Id="rId8" Type="http://schemas.openxmlformats.org/officeDocument/2006/relationships/slideLayout" Target="../slideLayouts/slideLayout105.xml"/><Relationship Id="rId31" Type="http://schemas.openxmlformats.org/officeDocument/2006/relationships/slideLayout" Target="../slideLayouts/slideLayout128.xml"/><Relationship Id="rId30" Type="http://schemas.openxmlformats.org/officeDocument/2006/relationships/slideLayout" Target="../slideLayouts/slideLayout127.xml"/><Relationship Id="rId33" Type="http://schemas.openxmlformats.org/officeDocument/2006/relationships/slideLayout" Target="../slideLayouts/slideLayout130.xml"/><Relationship Id="rId32" Type="http://schemas.openxmlformats.org/officeDocument/2006/relationships/slideLayout" Target="../slideLayouts/slideLayout129.xml"/><Relationship Id="rId35" Type="http://schemas.openxmlformats.org/officeDocument/2006/relationships/slideLayout" Target="../slideLayouts/slideLayout132.xml"/><Relationship Id="rId34" Type="http://schemas.openxmlformats.org/officeDocument/2006/relationships/slideLayout" Target="../slideLayouts/slideLayout131.xml"/><Relationship Id="rId37" Type="http://schemas.openxmlformats.org/officeDocument/2006/relationships/slideLayout" Target="../slideLayouts/slideLayout134.xml"/><Relationship Id="rId36" Type="http://schemas.openxmlformats.org/officeDocument/2006/relationships/slideLayout" Target="../slideLayouts/slideLayout133.xml"/><Relationship Id="rId39" Type="http://schemas.openxmlformats.org/officeDocument/2006/relationships/slideLayout" Target="../slideLayouts/slideLayout136.xml"/><Relationship Id="rId38" Type="http://schemas.openxmlformats.org/officeDocument/2006/relationships/slideLayout" Target="../slideLayouts/slideLayout135.xml"/><Relationship Id="rId20" Type="http://schemas.openxmlformats.org/officeDocument/2006/relationships/slideLayout" Target="../slideLayouts/slideLayout117.xml"/><Relationship Id="rId22" Type="http://schemas.openxmlformats.org/officeDocument/2006/relationships/slideLayout" Target="../slideLayouts/slideLayout119.xml"/><Relationship Id="rId21" Type="http://schemas.openxmlformats.org/officeDocument/2006/relationships/slideLayout" Target="../slideLayouts/slideLayout118.xml"/><Relationship Id="rId24" Type="http://schemas.openxmlformats.org/officeDocument/2006/relationships/slideLayout" Target="../slideLayouts/slideLayout121.xml"/><Relationship Id="rId23" Type="http://schemas.openxmlformats.org/officeDocument/2006/relationships/slideLayout" Target="../slideLayouts/slideLayout120.xml"/><Relationship Id="rId26" Type="http://schemas.openxmlformats.org/officeDocument/2006/relationships/slideLayout" Target="../slideLayouts/slideLayout123.xml"/><Relationship Id="rId25" Type="http://schemas.openxmlformats.org/officeDocument/2006/relationships/slideLayout" Target="../slideLayouts/slideLayout122.xml"/><Relationship Id="rId28" Type="http://schemas.openxmlformats.org/officeDocument/2006/relationships/slideLayout" Target="../slideLayouts/slideLayout125.xml"/><Relationship Id="rId27" Type="http://schemas.openxmlformats.org/officeDocument/2006/relationships/slideLayout" Target="../slideLayouts/slideLayout124.xml"/><Relationship Id="rId29" Type="http://schemas.openxmlformats.org/officeDocument/2006/relationships/slideLayout" Target="../slideLayouts/slideLayout126.xml"/><Relationship Id="rId51" Type="http://schemas.openxmlformats.org/officeDocument/2006/relationships/slideLayout" Target="../slideLayouts/slideLayout148.xml"/><Relationship Id="rId50" Type="http://schemas.openxmlformats.org/officeDocument/2006/relationships/slideLayout" Target="../slideLayouts/slideLayout147.xml"/><Relationship Id="rId52" Type="http://schemas.openxmlformats.org/officeDocument/2006/relationships/theme" Target="../theme/theme1.xml"/><Relationship Id="rId11" Type="http://schemas.openxmlformats.org/officeDocument/2006/relationships/slideLayout" Target="../slideLayouts/slideLayout108.xml"/><Relationship Id="rId10" Type="http://schemas.openxmlformats.org/officeDocument/2006/relationships/slideLayout" Target="../slideLayouts/slideLayout107.xml"/><Relationship Id="rId13" Type="http://schemas.openxmlformats.org/officeDocument/2006/relationships/slideLayout" Target="../slideLayouts/slideLayout110.xml"/><Relationship Id="rId12" Type="http://schemas.openxmlformats.org/officeDocument/2006/relationships/slideLayout" Target="../slideLayouts/slideLayout109.xml"/><Relationship Id="rId15" Type="http://schemas.openxmlformats.org/officeDocument/2006/relationships/slideLayout" Target="../slideLayouts/slideLayout112.xml"/><Relationship Id="rId14" Type="http://schemas.openxmlformats.org/officeDocument/2006/relationships/slideLayout" Target="../slideLayouts/slideLayout111.xml"/><Relationship Id="rId17" Type="http://schemas.openxmlformats.org/officeDocument/2006/relationships/slideLayout" Target="../slideLayouts/slideLayout114.xml"/><Relationship Id="rId16" Type="http://schemas.openxmlformats.org/officeDocument/2006/relationships/slideLayout" Target="../slideLayouts/slideLayout113.xml"/><Relationship Id="rId19" Type="http://schemas.openxmlformats.org/officeDocument/2006/relationships/slideLayout" Target="../slideLayouts/slideLayout116.xml"/><Relationship Id="rId18"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35"/>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3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
        <p:nvSpPr>
          <p:cNvPr id="8" name="Google Shape;8;p135"/>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41350" lvl="0" marL="4572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1pPr>
            <a:lvl2pPr indent="-641350" lvl="1" marL="9144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2pPr>
            <a:lvl3pPr indent="-641350" lvl="2" marL="13716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3pPr>
            <a:lvl4pPr indent="-641350" lvl="3" marL="18288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4pPr>
            <a:lvl5pPr indent="-641350" lvl="4" marL="22860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5pPr>
            <a:lvl6pPr indent="-641350" lvl="5" marL="27432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6pPr>
            <a:lvl7pPr indent="-641350" lvl="6" marL="32004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7pPr>
            <a:lvl8pPr indent="-641350" lvl="7" marL="36576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8pPr>
            <a:lvl9pPr indent="-641350" lvl="8" marL="41148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g37fae8905c8_0_175"/>
          <p:cNvSpPr txBox="1"/>
          <p:nvPr>
            <p:ph type="title"/>
          </p:nvPr>
        </p:nvSpPr>
        <p:spPr>
          <a:xfrm>
            <a:off x="1206500" y="1079500"/>
            <a:ext cx="21971100" cy="1433100"/>
          </a:xfrm>
          <a:prstGeom prst="rect">
            <a:avLst/>
          </a:prstGeom>
          <a:noFill/>
          <a:ln>
            <a:noFill/>
          </a:ln>
        </p:spPr>
        <p:txBody>
          <a:bodyPr anchorCtr="0" anchor="t" bIns="50800" lIns="50800" spcFirstLastPara="1" rIns="50800" wrap="square" tIns="50800">
            <a:normAutofit/>
          </a:bodyPr>
          <a:lstStyle>
            <a:lvl1pPr lvl="0"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1pPr>
            <a:lvl2pPr lvl="1"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2pPr>
            <a:lvl3pPr lvl="2"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3pPr>
            <a:lvl4pPr lvl="3"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4pPr>
            <a:lvl5pPr lvl="4"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5pPr>
            <a:lvl6pPr lvl="5"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6pPr>
            <a:lvl7pPr lvl="6"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7pPr>
            <a:lvl8pPr lvl="7"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8pPr>
            <a:lvl9pPr lvl="8" marR="0" algn="l">
              <a:lnSpc>
                <a:spcPct val="80000"/>
              </a:lnSpc>
              <a:spcBef>
                <a:spcPts val="0"/>
              </a:spcBef>
              <a:spcAft>
                <a:spcPts val="0"/>
              </a:spcAft>
              <a:buClr>
                <a:srgbClr val="000000"/>
              </a:buClr>
              <a:buSzPts val="8500"/>
              <a:buFont typeface="Helvetica Neue"/>
              <a:buNone/>
              <a:defRPr b="1" i="0" sz="8500" u="none" cap="none" strike="noStrike">
                <a:solidFill>
                  <a:srgbClr val="000000"/>
                </a:solidFill>
                <a:latin typeface="Helvetica Neue"/>
                <a:ea typeface="Helvetica Neue"/>
                <a:cs typeface="Helvetica Neue"/>
                <a:sym typeface="Helvetica Neue"/>
              </a:defRPr>
            </a:lvl9pPr>
          </a:lstStyle>
          <a:p/>
        </p:txBody>
      </p:sp>
      <p:sp>
        <p:nvSpPr>
          <p:cNvPr id="245" name="Google Shape;245;g37fae8905c8_0_175"/>
          <p:cNvSpPr txBox="1"/>
          <p:nvPr>
            <p:ph idx="1" type="body"/>
          </p:nvPr>
        </p:nvSpPr>
        <p:spPr>
          <a:xfrm>
            <a:off x="1206500" y="4248504"/>
            <a:ext cx="21971100" cy="8256000"/>
          </a:xfrm>
          <a:prstGeom prst="rect">
            <a:avLst/>
          </a:prstGeom>
          <a:noFill/>
          <a:ln>
            <a:noFill/>
          </a:ln>
        </p:spPr>
        <p:txBody>
          <a:bodyPr anchorCtr="0" anchor="t" bIns="50800" lIns="50800" spcFirstLastPara="1" rIns="50800" wrap="square" tIns="50800">
            <a:normAutofit/>
          </a:bodyPr>
          <a:lstStyle>
            <a:lvl1pPr indent="-603504" lvl="0" marL="4572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1pPr>
            <a:lvl2pPr indent="-603504" lvl="1" marL="9144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2pPr>
            <a:lvl3pPr indent="-603504" lvl="2" marL="13716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3pPr>
            <a:lvl4pPr indent="-603504" lvl="3" marL="18288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4pPr>
            <a:lvl5pPr indent="-603504" lvl="4" marL="22860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5pPr>
            <a:lvl6pPr indent="-603504" lvl="5" marL="27432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6pPr>
            <a:lvl7pPr indent="-603504" lvl="6" marL="32004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7pPr>
            <a:lvl8pPr indent="-603504" lvl="7" marL="36576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8pPr>
            <a:lvl9pPr indent="-603503" lvl="8" marL="4114800" marR="0" algn="l">
              <a:lnSpc>
                <a:spcPct val="90000"/>
              </a:lnSpc>
              <a:spcBef>
                <a:spcPts val="4500"/>
              </a:spcBef>
              <a:spcAft>
                <a:spcPts val="0"/>
              </a:spcAft>
              <a:buClr>
                <a:srgbClr val="000000"/>
              </a:buClr>
              <a:buSzPts val="5904"/>
              <a:buFont typeface="Helvetica Neue"/>
              <a:buChar char="•"/>
              <a:defRPr b="0" i="0" sz="4800" u="none" cap="none" strike="noStrike">
                <a:solidFill>
                  <a:srgbClr val="000000"/>
                </a:solidFill>
                <a:latin typeface="Helvetica Neue"/>
                <a:ea typeface="Helvetica Neue"/>
                <a:cs typeface="Helvetica Neue"/>
                <a:sym typeface="Helvetica Neue"/>
              </a:defRPr>
            </a:lvl9pPr>
          </a:lstStyle>
          <a:p/>
        </p:txBody>
      </p:sp>
      <p:sp>
        <p:nvSpPr>
          <p:cNvPr id="246" name="Google Shape;246;g37fae8905c8_0_175"/>
          <p:cNvSpPr txBox="1"/>
          <p:nvPr>
            <p:ph idx="12" type="sldNum"/>
          </p:nvPr>
        </p:nvSpPr>
        <p:spPr>
          <a:xfrm>
            <a:off x="12001499" y="13080999"/>
            <a:ext cx="368400" cy="379800"/>
          </a:xfrm>
          <a:prstGeom prst="rect">
            <a:avLst/>
          </a:prstGeom>
          <a:noFill/>
          <a:ln>
            <a:noFill/>
          </a:ln>
        </p:spPr>
        <p:txBody>
          <a:bodyPr anchorCtr="0" anchor="b" bIns="50800" lIns="50800" spcFirstLastPara="1" rIns="50800" wrap="square" tIns="50800">
            <a:spAutoFit/>
          </a:bodyPr>
          <a:lstStyle>
            <a:lvl1pPr indent="0" lvl="0"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800"/>
              <a:buFont typeface="Helvetica Neue"/>
              <a:buNone/>
              <a:defRPr b="0" i="0" sz="18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5" r:id="rId35"/>
    <p:sldLayoutId id="2147483746"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g37fae8905c8_0_1169"/>
          <p:cNvSpPr txBox="1"/>
          <p:nvPr>
            <p:ph type="title"/>
          </p:nvPr>
        </p:nvSpPr>
        <p:spPr>
          <a:xfrm>
            <a:off x="1689100" y="355600"/>
            <a:ext cx="21005700" cy="2286000"/>
          </a:xfrm>
          <a:prstGeom prst="rect">
            <a:avLst/>
          </a:prstGeom>
          <a:noFill/>
          <a:ln>
            <a:noFill/>
          </a:ln>
        </p:spPr>
        <p:txBody>
          <a:bodyPr anchorCtr="0" anchor="ctr" bIns="50800" lIns="50800" spcFirstLastPara="1" rIns="50800" wrap="square" tIns="50800">
            <a:normAutofit/>
          </a:bodyPr>
          <a:lstStyle>
            <a:lvl1pPr lvl="0"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394" name="Google Shape;394;g37fae8905c8_0_1169"/>
          <p:cNvSpPr txBox="1"/>
          <p:nvPr>
            <p:ph idx="12" type="sldNum"/>
          </p:nvPr>
        </p:nvSpPr>
        <p:spPr>
          <a:xfrm>
            <a:off x="11959031" y="13081000"/>
            <a:ext cx="453300" cy="471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
        <p:nvSpPr>
          <p:cNvPr id="395" name="Google Shape;395;g37fae8905c8_0_1169"/>
          <p:cNvSpPr txBox="1"/>
          <p:nvPr>
            <p:ph idx="1" type="body"/>
          </p:nvPr>
        </p:nvSpPr>
        <p:spPr>
          <a:xfrm>
            <a:off x="1689100" y="3149600"/>
            <a:ext cx="21005700" cy="9296400"/>
          </a:xfrm>
          <a:prstGeom prst="rect">
            <a:avLst/>
          </a:prstGeom>
          <a:noFill/>
          <a:ln>
            <a:noFill/>
          </a:ln>
        </p:spPr>
        <p:txBody>
          <a:bodyPr anchorCtr="0" anchor="ctr" bIns="50800" lIns="50800" spcFirstLastPara="1" rIns="50800" wrap="square" tIns="50800">
            <a:normAutofit/>
          </a:bodyPr>
          <a:lstStyle>
            <a:lvl1pPr indent="-641350" lvl="0" marL="4572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1pPr>
            <a:lvl2pPr indent="-641350" lvl="1" marL="9144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2pPr>
            <a:lvl3pPr indent="-641350" lvl="2" marL="13716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3pPr>
            <a:lvl4pPr indent="-641350" lvl="3" marL="18288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4pPr>
            <a:lvl5pPr indent="-641350" lvl="4" marL="22860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5pPr>
            <a:lvl6pPr indent="-641350" lvl="5" marL="27432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6pPr>
            <a:lvl7pPr indent="-641350" lvl="6" marL="32004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7pPr>
            <a:lvl8pPr indent="-641350" lvl="7" marL="36576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8pPr>
            <a:lvl9pPr indent="-641350" lvl="8" marL="4114800" marR="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7" r:id="rId20"/>
    <p:sldLayoutId id="2147483768" r:id="rId21"/>
    <p:sldLayoutId id="2147483769" r:id="rId22"/>
    <p:sldLayoutId id="2147483770" r:id="rId23"/>
    <p:sldLayoutId id="2147483771" r:id="rId24"/>
    <p:sldLayoutId id="2147483772" r:id="rId25"/>
    <p:sldLayoutId id="2147483773" r:id="rId26"/>
    <p:sldLayoutId id="2147483774" r:id="rId27"/>
    <p:sldLayoutId id="2147483775" r:id="rId28"/>
    <p:sldLayoutId id="2147483776" r:id="rId29"/>
    <p:sldLayoutId id="2147483777" r:id="rId30"/>
    <p:sldLayoutId id="2147483778" r:id="rId31"/>
    <p:sldLayoutId id="2147483779" r:id="rId32"/>
    <p:sldLayoutId id="2147483780" r:id="rId33"/>
    <p:sldLayoutId id="2147483781" r:id="rId34"/>
    <p:sldLayoutId id="2147483782" r:id="rId35"/>
    <p:sldLayoutId id="2147483783" r:id="rId36"/>
    <p:sldLayoutId id="2147483784" r:id="rId37"/>
    <p:sldLayoutId id="2147483785" r:id="rId38"/>
    <p:sldLayoutId id="2147483786" r:id="rId39"/>
    <p:sldLayoutId id="2147483787" r:id="rId40"/>
    <p:sldLayoutId id="2147483788" r:id="rId41"/>
    <p:sldLayoutId id="2147483789" r:id="rId42"/>
    <p:sldLayoutId id="2147483790" r:id="rId43"/>
    <p:sldLayoutId id="2147483791" r:id="rId44"/>
    <p:sldLayoutId id="2147483792" r:id="rId45"/>
    <p:sldLayoutId id="2147483793" r:id="rId46"/>
    <p:sldLayoutId id="2147483794" r:id="rId47"/>
    <p:sldLayoutId id="2147483795" r:id="rId48"/>
    <p:sldLayoutId id="2147483796" r:id="rId49"/>
    <p:sldLayoutId id="2147483797" r:id="rId50"/>
    <p:sldLayoutId id="2147483798"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jp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jp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39.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40.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 Id="rId3" Type="http://schemas.openxmlformats.org/officeDocument/2006/relationships/image" Target="../media/image43.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 Id="rId3" Type="http://schemas.openxmlformats.org/officeDocument/2006/relationships/image" Target="../media/image5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56.jpg"/><Relationship Id="rId4" Type="http://schemas.openxmlformats.org/officeDocument/2006/relationships/image" Target="../media/image6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56.jpg"/><Relationship Id="rId4" Type="http://schemas.openxmlformats.org/officeDocument/2006/relationships/image" Target="../media/image62.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55.jpg"/><Relationship Id="rId4" Type="http://schemas.openxmlformats.org/officeDocument/2006/relationships/image" Target="../media/image57.jpg"/><Relationship Id="rId5" Type="http://schemas.openxmlformats.org/officeDocument/2006/relationships/image" Target="../media/image58.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5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60.png"/><Relationship Id="rId4" Type="http://schemas.openxmlformats.org/officeDocument/2006/relationships/image" Target="../media/image65.png"/><Relationship Id="rId5" Type="http://schemas.openxmlformats.org/officeDocument/2006/relationships/image" Target="../media/image69.png"/><Relationship Id="rId6" Type="http://schemas.openxmlformats.org/officeDocument/2006/relationships/image" Target="../media/image6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64.png"/><Relationship Id="rId4"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67.png"/><Relationship Id="rId4" Type="http://schemas.openxmlformats.org/officeDocument/2006/relationships/image" Target="../media/image71.png"/><Relationship Id="rId9" Type="http://schemas.openxmlformats.org/officeDocument/2006/relationships/image" Target="../media/image75.png"/><Relationship Id="rId5" Type="http://schemas.openxmlformats.org/officeDocument/2006/relationships/image" Target="../media/image70.png"/><Relationship Id="rId6" Type="http://schemas.openxmlformats.org/officeDocument/2006/relationships/image" Target="../media/image72.png"/><Relationship Id="rId7" Type="http://schemas.openxmlformats.org/officeDocument/2006/relationships/image" Target="../media/image74.png"/><Relationship Id="rId8"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82.png"/><Relationship Id="rId4" Type="http://schemas.openxmlformats.org/officeDocument/2006/relationships/image" Target="../media/image8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84.png"/><Relationship Id="rId4" Type="http://schemas.openxmlformats.org/officeDocument/2006/relationships/image" Target="../media/image86.png"/><Relationship Id="rId9" Type="http://schemas.openxmlformats.org/officeDocument/2006/relationships/image" Target="../media/image89.jpg"/><Relationship Id="rId5" Type="http://schemas.openxmlformats.org/officeDocument/2006/relationships/image" Target="../media/image85.png"/><Relationship Id="rId6" Type="http://schemas.openxmlformats.org/officeDocument/2006/relationships/image" Target="../media/image88.png"/><Relationship Id="rId7" Type="http://schemas.openxmlformats.org/officeDocument/2006/relationships/image" Target="../media/image87.png"/><Relationship Id="rId8" Type="http://schemas.openxmlformats.org/officeDocument/2006/relationships/image" Target="../media/image91.png"/><Relationship Id="rId20" Type="http://schemas.openxmlformats.org/officeDocument/2006/relationships/image" Target="../media/image101.png"/><Relationship Id="rId11" Type="http://schemas.openxmlformats.org/officeDocument/2006/relationships/image" Target="../media/image92.png"/><Relationship Id="rId10" Type="http://schemas.openxmlformats.org/officeDocument/2006/relationships/image" Target="../media/image90.png"/><Relationship Id="rId13" Type="http://schemas.openxmlformats.org/officeDocument/2006/relationships/image" Target="../media/image95.png"/><Relationship Id="rId12" Type="http://schemas.openxmlformats.org/officeDocument/2006/relationships/image" Target="../media/image93.png"/><Relationship Id="rId15" Type="http://schemas.openxmlformats.org/officeDocument/2006/relationships/image" Target="../media/image96.jpg"/><Relationship Id="rId14" Type="http://schemas.openxmlformats.org/officeDocument/2006/relationships/image" Target="../media/image94.jpg"/><Relationship Id="rId17" Type="http://schemas.openxmlformats.org/officeDocument/2006/relationships/image" Target="../media/image97.png"/><Relationship Id="rId16" Type="http://schemas.openxmlformats.org/officeDocument/2006/relationships/image" Target="../media/image98.jpg"/><Relationship Id="rId19" Type="http://schemas.openxmlformats.org/officeDocument/2006/relationships/image" Target="../media/image100.png"/><Relationship Id="rId18" Type="http://schemas.openxmlformats.org/officeDocument/2006/relationships/image" Target="../media/image9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0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10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3.xml"/><Relationship Id="rId3" Type="http://schemas.openxmlformats.org/officeDocument/2006/relationships/image" Target="../media/image102.png"/><Relationship Id="rId4" Type="http://schemas.openxmlformats.org/officeDocument/2006/relationships/image" Target="../media/image105.png"/><Relationship Id="rId9" Type="http://schemas.openxmlformats.org/officeDocument/2006/relationships/image" Target="../media/image109.png"/><Relationship Id="rId5" Type="http://schemas.openxmlformats.org/officeDocument/2006/relationships/image" Target="../media/image106.png"/><Relationship Id="rId6" Type="http://schemas.openxmlformats.org/officeDocument/2006/relationships/image" Target="../media/image88.png"/><Relationship Id="rId7" Type="http://schemas.openxmlformats.org/officeDocument/2006/relationships/image" Target="../media/image107.png"/><Relationship Id="rId8" Type="http://schemas.openxmlformats.org/officeDocument/2006/relationships/image" Target="../media/image108.png"/><Relationship Id="rId11" Type="http://schemas.openxmlformats.org/officeDocument/2006/relationships/image" Target="../media/image112.png"/><Relationship Id="rId10" Type="http://schemas.openxmlformats.org/officeDocument/2006/relationships/image" Target="../media/image111.png"/><Relationship Id="rId13" Type="http://schemas.openxmlformats.org/officeDocument/2006/relationships/image" Target="../media/image113.png"/><Relationship Id="rId12" Type="http://schemas.openxmlformats.org/officeDocument/2006/relationships/image" Target="../media/image110.png"/><Relationship Id="rId15" Type="http://schemas.openxmlformats.org/officeDocument/2006/relationships/image" Target="../media/image114.png"/><Relationship Id="rId14" Type="http://schemas.openxmlformats.org/officeDocument/2006/relationships/image" Target="../media/image101.png"/><Relationship Id="rId17" Type="http://schemas.openxmlformats.org/officeDocument/2006/relationships/image" Target="../media/image116.png"/><Relationship Id="rId16" Type="http://schemas.openxmlformats.org/officeDocument/2006/relationships/image" Target="../media/image115.png"/><Relationship Id="rId18" Type="http://schemas.openxmlformats.org/officeDocument/2006/relationships/image" Target="../media/image11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4.xml"/><Relationship Id="rId3" Type="http://schemas.openxmlformats.org/officeDocument/2006/relationships/image" Target="../media/image102.png"/><Relationship Id="rId4" Type="http://schemas.openxmlformats.org/officeDocument/2006/relationships/image" Target="../media/image105.png"/><Relationship Id="rId9" Type="http://schemas.openxmlformats.org/officeDocument/2006/relationships/image" Target="../media/image109.png"/><Relationship Id="rId5" Type="http://schemas.openxmlformats.org/officeDocument/2006/relationships/image" Target="../media/image106.png"/><Relationship Id="rId6" Type="http://schemas.openxmlformats.org/officeDocument/2006/relationships/image" Target="../media/image88.png"/><Relationship Id="rId7" Type="http://schemas.openxmlformats.org/officeDocument/2006/relationships/image" Target="../media/image107.png"/><Relationship Id="rId8" Type="http://schemas.openxmlformats.org/officeDocument/2006/relationships/image" Target="../media/image108.png"/><Relationship Id="rId11" Type="http://schemas.openxmlformats.org/officeDocument/2006/relationships/image" Target="../media/image112.png"/><Relationship Id="rId10" Type="http://schemas.openxmlformats.org/officeDocument/2006/relationships/image" Target="../media/image111.png"/><Relationship Id="rId13" Type="http://schemas.openxmlformats.org/officeDocument/2006/relationships/image" Target="../media/image113.png"/><Relationship Id="rId12" Type="http://schemas.openxmlformats.org/officeDocument/2006/relationships/image" Target="../media/image110.png"/><Relationship Id="rId15" Type="http://schemas.openxmlformats.org/officeDocument/2006/relationships/image" Target="../media/image114.png"/><Relationship Id="rId14" Type="http://schemas.openxmlformats.org/officeDocument/2006/relationships/image" Target="../media/image101.png"/><Relationship Id="rId17" Type="http://schemas.openxmlformats.org/officeDocument/2006/relationships/image" Target="../media/image116.png"/><Relationship Id="rId16" Type="http://schemas.openxmlformats.org/officeDocument/2006/relationships/image" Target="../media/image115.png"/><Relationship Id="rId18" Type="http://schemas.openxmlformats.org/officeDocument/2006/relationships/image" Target="../media/image11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
          <p:cNvSpPr txBox="1"/>
          <p:nvPr>
            <p:ph idx="12" type="sldNum"/>
          </p:nvPr>
        </p:nvSpPr>
        <p:spPr>
          <a:xfrm>
            <a:off x="12043765" y="13081000"/>
            <a:ext cx="283770"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594" name="Google Shape;594;p1"/>
          <p:cNvSpPr txBox="1"/>
          <p:nvPr>
            <p:ph idx="4294967295" type="ctrTitle"/>
          </p:nvPr>
        </p:nvSpPr>
        <p:spPr>
          <a:xfrm>
            <a:off x="2106906" y="6330026"/>
            <a:ext cx="20170188" cy="1597814"/>
          </a:xfrm>
          <a:prstGeom prst="rect">
            <a:avLst/>
          </a:prstGeom>
          <a:noFill/>
          <a:ln>
            <a:noFill/>
          </a:ln>
        </p:spPr>
        <p:txBody>
          <a:bodyPr anchorCtr="0" anchor="b" bIns="50800" lIns="50800" spcFirstLastPara="1" rIns="50800" wrap="square" tIns="50800">
            <a:normAutofit fontScale="90000"/>
          </a:bodyPr>
          <a:lstStyle/>
          <a:p>
            <a:pPr indent="0" lvl="0" marL="0" marR="0" rtl="0" algn="l">
              <a:lnSpc>
                <a:spcPct val="100000"/>
              </a:lnSpc>
              <a:spcBef>
                <a:spcPts val="0"/>
              </a:spcBef>
              <a:spcAft>
                <a:spcPts val="0"/>
              </a:spcAft>
              <a:buClr>
                <a:srgbClr val="000000"/>
              </a:buClr>
              <a:buSzPct val="100000"/>
              <a:buFont typeface="Helvetica Neue"/>
              <a:buNone/>
            </a:pPr>
            <a:r>
              <a:rPr b="0" i="0" lang="en-US" sz="9828" u="none" cap="none" strike="noStrike">
                <a:solidFill>
                  <a:srgbClr val="000000"/>
                </a:solidFill>
                <a:latin typeface="Helvetica Neue"/>
                <a:ea typeface="Helvetica Neue"/>
                <a:cs typeface="Helvetica Neue"/>
                <a:sym typeface="Helvetica Neue"/>
              </a:rPr>
              <a:t>Lecture </a:t>
            </a:r>
            <a:r>
              <a:rPr lang="en-US" sz="9828"/>
              <a:t>7</a:t>
            </a:r>
            <a:r>
              <a:rPr b="0" i="0" lang="en-US" sz="9828" u="none" cap="none" strike="noStrike">
                <a:solidFill>
                  <a:srgbClr val="000000"/>
                </a:solidFill>
                <a:latin typeface="Helvetica Neue"/>
                <a:ea typeface="Helvetica Neue"/>
                <a:cs typeface="Helvetica Neue"/>
                <a:sym typeface="Helvetica Neue"/>
              </a:rPr>
              <a:t>: </a:t>
            </a:r>
            <a:r>
              <a:rPr b="0" i="0" lang="en-US" sz="9828" u="none" cap="none" strike="noStrike">
                <a:solidFill>
                  <a:srgbClr val="000000"/>
                </a:solidFill>
                <a:latin typeface="Helvetica Neue Light"/>
                <a:ea typeface="Helvetica Neue Light"/>
                <a:cs typeface="Helvetica Neue Light"/>
                <a:sym typeface="Helvetica Neue Light"/>
              </a:rPr>
              <a:t>Fitting geometric models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Announcements</a:t>
            </a:r>
            <a:endParaRPr/>
          </a:p>
        </p:txBody>
      </p:sp>
      <p:sp>
        <p:nvSpPr>
          <p:cNvPr id="600" name="Google Shape;600;p2"/>
          <p:cNvSpPr txBox="1"/>
          <p:nvPr>
            <p:ph idx="1" type="body"/>
          </p:nvPr>
        </p:nvSpPr>
        <p:spPr>
          <a:xfrm>
            <a:off x="914400" y="3200400"/>
            <a:ext cx="23063200" cy="9051926"/>
          </a:xfrm>
          <a:prstGeom prst="rect">
            <a:avLst/>
          </a:prstGeom>
          <a:noFill/>
          <a:ln>
            <a:noFill/>
          </a:ln>
        </p:spPr>
        <p:txBody>
          <a:bodyPr anchorCtr="0" anchor="t" bIns="91425" lIns="91425" spcFirstLastPara="1" rIns="91425" wrap="square" tIns="91425">
            <a:normAutofit/>
          </a:bodyPr>
          <a:lstStyle/>
          <a:p>
            <a:pPr indent="-1142998" lvl="0" marL="1142998" rtl="0" algn="l">
              <a:lnSpc>
                <a:spcPct val="100000"/>
              </a:lnSpc>
              <a:spcBef>
                <a:spcPts val="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First lecture quiz was released Monday</a:t>
            </a:r>
            <a:endParaRPr sz="7100">
              <a:latin typeface="Helvetica Neue Light"/>
              <a:ea typeface="Helvetica Neue Light"/>
              <a:cs typeface="Helvetica Neue Light"/>
              <a:sym typeface="Helvetica Neue Light"/>
            </a:endParaRPr>
          </a:p>
          <a:p>
            <a:pPr indent="-1142998" lvl="0" marL="1142998" rtl="0" algn="l">
              <a:lnSpc>
                <a:spcPct val="100000"/>
              </a:lnSpc>
              <a:spcBef>
                <a:spcPts val="0"/>
              </a:spcBef>
              <a:spcAft>
                <a:spcPts val="0"/>
              </a:spcAft>
              <a:buSzPts val="7100"/>
              <a:buFont typeface="Helvetica Neue Light"/>
              <a:buChar char="•"/>
            </a:pPr>
            <a:r>
              <a:rPr lang="en-US" sz="7100">
                <a:latin typeface="Helvetica Neue Light"/>
                <a:ea typeface="Helvetica Neue Light"/>
                <a:cs typeface="Helvetica Neue Light"/>
                <a:sym typeface="Helvetica Neue Light"/>
              </a:rPr>
              <a:t>Second quiz released today after class</a:t>
            </a:r>
            <a:endParaRPr sz="7100">
              <a:latin typeface="Helvetica Neue Light"/>
              <a:ea typeface="Helvetica Neue Light"/>
              <a:cs typeface="Helvetica Neue Light"/>
              <a:sym typeface="Helvetica Neue Light"/>
            </a:endParaRPr>
          </a:p>
          <a:p>
            <a:pPr indent="-1142999" lvl="0" marL="1142999" rtl="0" algn="l">
              <a:lnSpc>
                <a:spcPct val="100000"/>
              </a:lnSpc>
              <a:spcBef>
                <a:spcPts val="0"/>
              </a:spcBef>
              <a:spcAft>
                <a:spcPts val="0"/>
              </a:spcAft>
              <a:buSzPts val="7100"/>
              <a:buFont typeface="Helvetica Neue Light"/>
              <a:buChar char="•"/>
            </a:pPr>
            <a:r>
              <a:rPr lang="en-US" sz="7100">
                <a:latin typeface="Helvetica Neue Light"/>
                <a:ea typeface="Helvetica Neue Light"/>
                <a:cs typeface="Helvetica Neue Light"/>
                <a:sym typeface="Helvetica Neue Light"/>
              </a:rPr>
              <a:t>PS2 due tonight</a:t>
            </a:r>
            <a:endParaRPr sz="7100">
              <a:latin typeface="Helvetica Neue Light"/>
              <a:ea typeface="Helvetica Neue Light"/>
              <a:cs typeface="Helvetica Neue Light"/>
              <a:sym typeface="Helvetica Neue Light"/>
            </a:endParaRPr>
          </a:p>
          <a:p>
            <a:pPr indent="-1142998" lvl="0" marL="1142998" rtl="0" algn="l">
              <a:lnSpc>
                <a:spcPct val="100000"/>
              </a:lnSpc>
              <a:spcBef>
                <a:spcPts val="150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PS3: panorama stitching released tonight</a:t>
            </a:r>
            <a:endParaRPr sz="7100">
              <a:latin typeface="Helvetica Neue Light"/>
              <a:ea typeface="Helvetica Neue Light"/>
              <a:cs typeface="Helvetica Neue Light"/>
              <a:sym typeface="Helvetica Neue Light"/>
            </a:endParaRPr>
          </a:p>
        </p:txBody>
      </p:sp>
      <p:sp>
        <p:nvSpPr>
          <p:cNvPr id="601" name="Google Shape;601;p2"/>
          <p:cNvSpPr txBox="1"/>
          <p:nvPr>
            <p:ph idx="12" type="sldNum"/>
          </p:nvPr>
        </p:nvSpPr>
        <p:spPr>
          <a:xfrm>
            <a:off x="20028306" y="12490450"/>
            <a:ext cx="393295"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607" name="Google Shape;607;p3"/>
          <p:cNvSpPr txBox="1"/>
          <p:nvPr>
            <p:ph idx="1" type="body"/>
          </p:nvPr>
        </p:nvSpPr>
        <p:spPr>
          <a:xfrm>
            <a:off x="1422400" y="3200400"/>
            <a:ext cx="21577437" cy="9051926"/>
          </a:xfrm>
          <a:prstGeom prst="rect">
            <a:avLst/>
          </a:prstGeom>
          <a:noFill/>
          <a:ln>
            <a:noFill/>
          </a:ln>
        </p:spPr>
        <p:txBody>
          <a:bodyPr anchorCtr="0" anchor="t" bIns="91425" lIns="91425" spcFirstLastPara="1" rIns="91425" wrap="square" tIns="91425">
            <a:normAutofit/>
          </a:bodyPr>
          <a:lstStyle/>
          <a:p>
            <a:pPr indent="-1143000" lvl="0" marL="1143000" rtl="0" algn="l">
              <a:lnSpc>
                <a:spcPct val="100000"/>
              </a:lnSpc>
              <a:spcBef>
                <a:spcPts val="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Finding correspondences</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Fitting a homography</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RANSAC</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Triangulation</a:t>
            </a:r>
            <a:endParaRPr/>
          </a:p>
        </p:txBody>
      </p:sp>
      <p:sp>
        <p:nvSpPr>
          <p:cNvPr id="608" name="Google Shape;608;p3"/>
          <p:cNvSpPr txBox="1"/>
          <p:nvPr>
            <p:ph idx="12" type="sldNum"/>
          </p:nvPr>
        </p:nvSpPr>
        <p:spPr>
          <a:xfrm>
            <a:off x="20028306" y="12490450"/>
            <a:ext cx="393295"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descr="image113.jpg" id="613" name="Google Shape;613;p7"/>
          <p:cNvPicPr preferRelativeResize="0"/>
          <p:nvPr/>
        </p:nvPicPr>
        <p:blipFill rotWithShape="1">
          <a:blip r:embed="rId3">
            <a:alphaModFix/>
          </a:blip>
          <a:srcRect b="0" l="0" r="0" t="0"/>
          <a:stretch/>
        </p:blipFill>
        <p:spPr>
          <a:xfrm>
            <a:off x="4724400" y="2286000"/>
            <a:ext cx="7353300" cy="5321300"/>
          </a:xfrm>
          <a:prstGeom prst="rect">
            <a:avLst/>
          </a:prstGeom>
          <a:noFill/>
          <a:ln>
            <a:noFill/>
          </a:ln>
        </p:spPr>
      </p:pic>
      <p:pic>
        <p:nvPicPr>
          <p:cNvPr descr="image114.jpg" id="614" name="Google Shape;614;p7"/>
          <p:cNvPicPr preferRelativeResize="0"/>
          <p:nvPr/>
        </p:nvPicPr>
        <p:blipFill rotWithShape="1">
          <a:blip r:embed="rId4">
            <a:alphaModFix/>
          </a:blip>
          <a:srcRect b="0" l="0" r="0" t="0"/>
          <a:stretch/>
        </p:blipFill>
        <p:spPr>
          <a:xfrm>
            <a:off x="12344400" y="2286000"/>
            <a:ext cx="7353300" cy="5321300"/>
          </a:xfrm>
          <a:prstGeom prst="rect">
            <a:avLst/>
          </a:prstGeom>
          <a:noFill/>
          <a:ln>
            <a:noFill/>
          </a:ln>
        </p:spPr>
      </p:pic>
      <p:sp>
        <p:nvSpPr>
          <p:cNvPr id="615" name="Google Shape;615;p7"/>
          <p:cNvSpPr txBox="1"/>
          <p:nvPr>
            <p:ph type="title"/>
          </p:nvPr>
        </p:nvSpPr>
        <p:spPr>
          <a:xfrm>
            <a:off x="4445000" y="-635000"/>
            <a:ext cx="15544800" cy="3200400"/>
          </a:xfrm>
          <a:prstGeom prst="rect">
            <a:avLst/>
          </a:prstGeom>
          <a:noFill/>
          <a:ln>
            <a:noFill/>
          </a:ln>
        </p:spPr>
        <p:txBody>
          <a:bodyPr anchorCtr="0" anchor="ctr" bIns="101600" lIns="101600" spcFirstLastPara="1" rIns="101600" wrap="square" tIns="101600">
            <a:normAutofit/>
          </a:bodyPr>
          <a:lstStyle/>
          <a:p>
            <a:pPr indent="39687"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Panorama stitching (PS3)</a:t>
            </a:r>
            <a:endParaRPr/>
          </a:p>
        </p:txBody>
      </p:sp>
      <p:pic>
        <p:nvPicPr>
          <p:cNvPr descr="image117.jpg" id="616" name="Google Shape;616;p7"/>
          <p:cNvPicPr preferRelativeResize="0"/>
          <p:nvPr/>
        </p:nvPicPr>
        <p:blipFill rotWithShape="1">
          <a:blip r:embed="rId5">
            <a:alphaModFix/>
          </a:blip>
          <a:srcRect b="0" l="0" r="0" t="0"/>
          <a:stretch/>
        </p:blipFill>
        <p:spPr>
          <a:xfrm>
            <a:off x="6524626" y="7845425"/>
            <a:ext cx="11382375" cy="5692775"/>
          </a:xfrm>
          <a:prstGeom prst="rect">
            <a:avLst/>
          </a:prstGeom>
          <a:noFill/>
          <a:ln>
            <a:noFill/>
          </a:ln>
        </p:spPr>
      </p:pic>
      <p:sp>
        <p:nvSpPr>
          <p:cNvPr id="617" name="Google Shape;617;p7"/>
          <p:cNvSpPr/>
          <p:nvPr/>
        </p:nvSpPr>
        <p:spPr>
          <a:xfrm>
            <a:off x="11430000" y="6400800"/>
            <a:ext cx="1479551" cy="2181226"/>
          </a:xfrm>
          <a:custGeom>
            <a:rect b="b" l="l" r="r" t="t"/>
            <a:pathLst>
              <a:path extrusionOk="0" h="21600" w="21600">
                <a:moveTo>
                  <a:pt x="0" y="16200"/>
                </a:moveTo>
                <a:lnTo>
                  <a:pt x="5400" y="16200"/>
                </a:lnTo>
                <a:lnTo>
                  <a:pt x="5400" y="0"/>
                </a:lnTo>
                <a:lnTo>
                  <a:pt x="16200" y="0"/>
                </a:lnTo>
                <a:lnTo>
                  <a:pt x="16200" y="16200"/>
                </a:lnTo>
                <a:lnTo>
                  <a:pt x="21600" y="16200"/>
                </a:lnTo>
                <a:lnTo>
                  <a:pt x="10800" y="21600"/>
                </a:lnTo>
                <a:close/>
              </a:path>
            </a:pathLst>
          </a:custGeom>
          <a:solidFill>
            <a:srgbClr val="00CC99"/>
          </a:solidFill>
          <a:ln cap="flat" cmpd="sng" w="25400">
            <a:solidFill>
              <a:srgbClr val="FFFFFF"/>
            </a:solidFill>
            <a:prstDash val="solid"/>
            <a:miter lim="8000"/>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618" name="Google Shape;618;p7"/>
          <p:cNvSpPr txBox="1"/>
          <p:nvPr>
            <p:ph idx="12" type="sldNum"/>
          </p:nvPr>
        </p:nvSpPr>
        <p:spPr>
          <a:xfrm>
            <a:off x="23359110" y="12801600"/>
            <a:ext cx="373380" cy="574174"/>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Clr>
                <a:srgbClr val="000000"/>
              </a:buClr>
              <a:buSzPts val="2800"/>
              <a:buFont typeface="Times New Roman"/>
              <a:buNone/>
            </a:pPr>
            <a:fld id="{00000000-1234-1234-1234-123412341234}" type="slidenum">
              <a:rPr lang="en-US" sz="2800">
                <a:latin typeface="Times New Roman"/>
                <a:ea typeface="Times New Roman"/>
                <a:cs typeface="Times New Roman"/>
                <a:sym typeface="Times New Roman"/>
              </a:rPr>
              <a:t>‹#›</a:t>
            </a:fld>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descr="image113.jpg" id="623" name="Google Shape;623;p8"/>
          <p:cNvPicPr preferRelativeResize="0"/>
          <p:nvPr/>
        </p:nvPicPr>
        <p:blipFill rotWithShape="1">
          <a:blip r:embed="rId3">
            <a:alphaModFix/>
          </a:blip>
          <a:srcRect b="0" l="0" r="0" t="0"/>
          <a:stretch/>
        </p:blipFill>
        <p:spPr>
          <a:xfrm>
            <a:off x="4724400" y="2286000"/>
            <a:ext cx="7353300" cy="5321300"/>
          </a:xfrm>
          <a:prstGeom prst="rect">
            <a:avLst/>
          </a:prstGeom>
          <a:noFill/>
          <a:ln>
            <a:noFill/>
          </a:ln>
        </p:spPr>
      </p:pic>
      <p:pic>
        <p:nvPicPr>
          <p:cNvPr descr="image114.jpg" id="624" name="Google Shape;624;p8"/>
          <p:cNvPicPr preferRelativeResize="0"/>
          <p:nvPr/>
        </p:nvPicPr>
        <p:blipFill rotWithShape="1">
          <a:blip r:embed="rId4">
            <a:alphaModFix/>
          </a:blip>
          <a:srcRect b="0" l="0" r="0" t="0"/>
          <a:stretch/>
        </p:blipFill>
        <p:spPr>
          <a:xfrm>
            <a:off x="12344400" y="2286000"/>
            <a:ext cx="7353300" cy="5321300"/>
          </a:xfrm>
          <a:prstGeom prst="rect">
            <a:avLst/>
          </a:prstGeom>
          <a:noFill/>
          <a:ln>
            <a:noFill/>
          </a:ln>
        </p:spPr>
      </p:pic>
      <p:sp>
        <p:nvSpPr>
          <p:cNvPr id="625" name="Google Shape;625;p8"/>
          <p:cNvSpPr txBox="1"/>
          <p:nvPr>
            <p:ph type="title"/>
          </p:nvPr>
        </p:nvSpPr>
        <p:spPr>
          <a:xfrm>
            <a:off x="4445000" y="-635000"/>
            <a:ext cx="15544800" cy="3200400"/>
          </a:xfrm>
          <a:prstGeom prst="rect">
            <a:avLst/>
          </a:prstGeom>
          <a:noFill/>
          <a:ln>
            <a:noFill/>
          </a:ln>
        </p:spPr>
        <p:txBody>
          <a:bodyPr anchorCtr="0" anchor="ctr" bIns="101600" lIns="101600" spcFirstLastPara="1" rIns="101600" wrap="square" tIns="101600">
            <a:normAutofit/>
          </a:bodyPr>
          <a:lstStyle/>
          <a:p>
            <a:pPr indent="39687"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Panorama stitching</a:t>
            </a:r>
            <a:endParaRPr/>
          </a:p>
        </p:txBody>
      </p:sp>
      <p:pic>
        <p:nvPicPr>
          <p:cNvPr descr="image117.jpg" id="626" name="Google Shape;626;p8"/>
          <p:cNvPicPr preferRelativeResize="0"/>
          <p:nvPr/>
        </p:nvPicPr>
        <p:blipFill rotWithShape="1">
          <a:blip r:embed="rId5">
            <a:alphaModFix/>
          </a:blip>
          <a:srcRect b="0" l="0" r="0" t="0"/>
          <a:stretch/>
        </p:blipFill>
        <p:spPr>
          <a:xfrm>
            <a:off x="6524626" y="7845425"/>
            <a:ext cx="11382375" cy="5692775"/>
          </a:xfrm>
          <a:prstGeom prst="rect">
            <a:avLst/>
          </a:prstGeom>
          <a:noFill/>
          <a:ln>
            <a:noFill/>
          </a:ln>
        </p:spPr>
      </p:pic>
      <p:sp>
        <p:nvSpPr>
          <p:cNvPr id="627" name="Google Shape;627;p8"/>
          <p:cNvSpPr txBox="1"/>
          <p:nvPr>
            <p:ph idx="12" type="sldNum"/>
          </p:nvPr>
        </p:nvSpPr>
        <p:spPr>
          <a:xfrm>
            <a:off x="23359110" y="12801600"/>
            <a:ext cx="373380" cy="574174"/>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Clr>
                <a:srgbClr val="000000"/>
              </a:buClr>
              <a:buSzPts val="2800"/>
              <a:buFont typeface="Times New Roman"/>
              <a:buNone/>
            </a:pPr>
            <a:fld id="{00000000-1234-1234-1234-123412341234}" type="slidenum">
              <a:rPr lang="en-US" sz="2800">
                <a:latin typeface="Times New Roman"/>
                <a:ea typeface="Times New Roman"/>
                <a:cs typeface="Times New Roman"/>
                <a:sym typeface="Times New Roman"/>
              </a:rPr>
              <a:t>‹#›</a:t>
            </a:fld>
            <a:endParaRPr/>
          </a:p>
        </p:txBody>
      </p:sp>
      <p:sp>
        <p:nvSpPr>
          <p:cNvPr id="628" name="Google Shape;628;p8"/>
          <p:cNvSpPr/>
          <p:nvPr/>
        </p:nvSpPr>
        <p:spPr>
          <a:xfrm>
            <a:off x="6540551" y="7821969"/>
            <a:ext cx="5967501" cy="5701140"/>
          </a:xfrm>
          <a:custGeom>
            <a:rect b="b" l="l" r="r" t="t"/>
            <a:pathLst>
              <a:path extrusionOk="0" h="21600" w="21600">
                <a:moveTo>
                  <a:pt x="21600" y="58"/>
                </a:moveTo>
                <a:lnTo>
                  <a:pt x="13298" y="2965"/>
                </a:lnTo>
                <a:lnTo>
                  <a:pt x="16593" y="21512"/>
                </a:lnTo>
                <a:lnTo>
                  <a:pt x="0" y="21600"/>
                </a:lnTo>
                <a:lnTo>
                  <a:pt x="115" y="0"/>
                </a:lnTo>
                <a:lnTo>
                  <a:pt x="21600" y="58"/>
                </a:lnTo>
                <a:close/>
              </a:path>
            </a:pathLst>
          </a:cu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grpSp>
        <p:nvGrpSpPr>
          <p:cNvPr id="629" name="Google Shape;629;p8"/>
          <p:cNvGrpSpPr/>
          <p:nvPr/>
        </p:nvGrpSpPr>
        <p:grpSpPr>
          <a:xfrm>
            <a:off x="12974240" y="5773687"/>
            <a:ext cx="5974143" cy="4070351"/>
            <a:chOff x="0" y="0"/>
            <a:chExt cx="5974141" cy="4070350"/>
          </a:xfrm>
        </p:grpSpPr>
        <p:sp>
          <p:nvSpPr>
            <p:cNvPr id="630" name="Google Shape;630;p8"/>
            <p:cNvSpPr/>
            <p:nvPr/>
          </p:nvSpPr>
          <p:spPr>
            <a:xfrm>
              <a:off x="0" y="0"/>
              <a:ext cx="3501281" cy="4070350"/>
            </a:xfrm>
            <a:custGeom>
              <a:rect b="b" l="l" r="r" t="t"/>
              <a:pathLst>
                <a:path extrusionOk="0" h="21600" w="21600">
                  <a:moveTo>
                    <a:pt x="21600" y="0"/>
                  </a:moveTo>
                  <a:cubicBezTo>
                    <a:pt x="16407" y="1680"/>
                    <a:pt x="11763" y="4413"/>
                    <a:pt x="8060" y="7967"/>
                  </a:cubicBezTo>
                  <a:cubicBezTo>
                    <a:pt x="4037" y="11829"/>
                    <a:pt x="1258" y="16529"/>
                    <a:pt x="0" y="21600"/>
                  </a:cubicBezTo>
                </a:path>
              </a:pathLst>
            </a:custGeom>
            <a:noFill/>
            <a:ln cap="flat" cmpd="sng" w="152400">
              <a:solidFill>
                <a:srgbClr val="00000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631" name="Google Shape;631;p8"/>
            <p:cNvSpPr txBox="1"/>
            <p:nvPr/>
          </p:nvSpPr>
          <p:spPr>
            <a:xfrm>
              <a:off x="2487798" y="493814"/>
              <a:ext cx="3486343" cy="1494724"/>
            </a:xfrm>
            <a:prstGeom prst="rect">
              <a:avLst/>
            </a:prstGeom>
            <a:solidFill>
              <a:srgbClr val="FFFFFF"/>
            </a:solidFill>
            <a:ln cap="flat" cmpd="sng" w="12700">
              <a:solidFill>
                <a:srgbClr val="000000"/>
              </a:solidFill>
              <a:prstDash val="solid"/>
              <a:miter lim="400000"/>
              <a:headEnd len="sm" w="sm" type="none"/>
              <a:tailEnd len="sm" w="sm" type="none"/>
            </a:ln>
            <a:effectLst>
              <a:outerShdw blurRad="101600" rotWithShape="0" dir="2700000" dist="76200">
                <a:srgbClr val="000000">
                  <a:alpha val="40000"/>
                </a:srgbClr>
              </a:outerShdw>
            </a:effectLst>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4500"/>
                <a:buFont typeface="Helvetica Neue Light"/>
                <a:buNone/>
              </a:pPr>
              <a:r>
                <a:rPr b="0" i="0" lang="en-US" sz="4500" u="none" cap="none" strike="noStrike">
                  <a:solidFill>
                    <a:srgbClr val="000000"/>
                  </a:solidFill>
                  <a:latin typeface="Helvetica Neue Light"/>
                  <a:ea typeface="Helvetica Neue Light"/>
                  <a:cs typeface="Helvetica Neue Light"/>
                  <a:sym typeface="Helvetica Neue Light"/>
                </a:rPr>
                <a:t>Warp using homography</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descr="image113.jpg" id="636" name="Google Shape;636;p10"/>
          <p:cNvPicPr preferRelativeResize="0"/>
          <p:nvPr/>
        </p:nvPicPr>
        <p:blipFill rotWithShape="1">
          <a:blip r:embed="rId3">
            <a:alphaModFix/>
          </a:blip>
          <a:srcRect b="0" l="0" r="0" t="0"/>
          <a:stretch/>
        </p:blipFill>
        <p:spPr>
          <a:xfrm>
            <a:off x="4724400" y="2286000"/>
            <a:ext cx="7353300" cy="5321300"/>
          </a:xfrm>
          <a:prstGeom prst="rect">
            <a:avLst/>
          </a:prstGeom>
          <a:noFill/>
          <a:ln>
            <a:noFill/>
          </a:ln>
        </p:spPr>
      </p:pic>
      <p:pic>
        <p:nvPicPr>
          <p:cNvPr descr="image114.jpg" id="637" name="Google Shape;637;p10"/>
          <p:cNvPicPr preferRelativeResize="0"/>
          <p:nvPr/>
        </p:nvPicPr>
        <p:blipFill rotWithShape="1">
          <a:blip r:embed="rId4">
            <a:alphaModFix/>
          </a:blip>
          <a:srcRect b="0" l="0" r="0" t="0"/>
          <a:stretch/>
        </p:blipFill>
        <p:spPr>
          <a:xfrm>
            <a:off x="12344400" y="2286000"/>
            <a:ext cx="7353300" cy="5321300"/>
          </a:xfrm>
          <a:prstGeom prst="rect">
            <a:avLst/>
          </a:prstGeom>
          <a:noFill/>
          <a:ln>
            <a:noFill/>
          </a:ln>
        </p:spPr>
      </p:pic>
      <p:sp>
        <p:nvSpPr>
          <p:cNvPr id="638" name="Google Shape;638;p10"/>
          <p:cNvSpPr txBox="1"/>
          <p:nvPr>
            <p:ph type="title"/>
          </p:nvPr>
        </p:nvSpPr>
        <p:spPr>
          <a:xfrm>
            <a:off x="4443413" y="-635001"/>
            <a:ext cx="15544801" cy="3200401"/>
          </a:xfrm>
          <a:prstGeom prst="rect">
            <a:avLst/>
          </a:prstGeom>
          <a:noFill/>
          <a:ln>
            <a:noFill/>
          </a:ln>
        </p:spPr>
        <p:txBody>
          <a:bodyPr anchorCtr="0" anchor="ctr" bIns="101600" lIns="101600" spcFirstLastPara="1" rIns="101600" wrap="square" tIns="101600">
            <a:normAutofit/>
          </a:bodyPr>
          <a:lstStyle/>
          <a:p>
            <a:pPr indent="39687"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Panorama stitching</a:t>
            </a:r>
            <a:endParaRPr/>
          </a:p>
        </p:txBody>
      </p:sp>
      <p:pic>
        <p:nvPicPr>
          <p:cNvPr descr="image117.jpg" id="639" name="Google Shape;639;p10"/>
          <p:cNvPicPr preferRelativeResize="0"/>
          <p:nvPr/>
        </p:nvPicPr>
        <p:blipFill rotWithShape="1">
          <a:blip r:embed="rId5">
            <a:alphaModFix/>
          </a:blip>
          <a:srcRect b="0" l="0" r="0" t="0"/>
          <a:stretch/>
        </p:blipFill>
        <p:spPr>
          <a:xfrm>
            <a:off x="6524626" y="7845425"/>
            <a:ext cx="11382375" cy="5692775"/>
          </a:xfrm>
          <a:prstGeom prst="rect">
            <a:avLst/>
          </a:prstGeom>
          <a:noFill/>
          <a:ln>
            <a:noFill/>
          </a:ln>
        </p:spPr>
      </p:pic>
      <p:sp>
        <p:nvSpPr>
          <p:cNvPr id="640" name="Google Shape;640;p10"/>
          <p:cNvSpPr/>
          <p:nvPr/>
        </p:nvSpPr>
        <p:spPr>
          <a:xfrm>
            <a:off x="11430000" y="6400800"/>
            <a:ext cx="1479551" cy="2181226"/>
          </a:xfrm>
          <a:custGeom>
            <a:rect b="b" l="l" r="r" t="t"/>
            <a:pathLst>
              <a:path extrusionOk="0" h="21600" w="21600">
                <a:moveTo>
                  <a:pt x="0" y="16200"/>
                </a:moveTo>
                <a:lnTo>
                  <a:pt x="5400" y="16200"/>
                </a:lnTo>
                <a:lnTo>
                  <a:pt x="5400" y="0"/>
                </a:lnTo>
                <a:lnTo>
                  <a:pt x="16200" y="0"/>
                </a:lnTo>
                <a:lnTo>
                  <a:pt x="16200" y="16200"/>
                </a:lnTo>
                <a:lnTo>
                  <a:pt x="21600" y="16200"/>
                </a:lnTo>
                <a:lnTo>
                  <a:pt x="10800" y="21600"/>
                </a:lnTo>
                <a:close/>
              </a:path>
            </a:pathLst>
          </a:custGeom>
          <a:solidFill>
            <a:srgbClr val="00CC99"/>
          </a:solidFill>
          <a:ln cap="flat" cmpd="sng" w="25400">
            <a:solidFill>
              <a:srgbClr val="FFFFFF"/>
            </a:solidFill>
            <a:prstDash val="solid"/>
            <a:miter lim="8000"/>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641" name="Google Shape;641;p10"/>
          <p:cNvSpPr/>
          <p:nvPr/>
        </p:nvSpPr>
        <p:spPr>
          <a:xfrm>
            <a:off x="9525000" y="4089400"/>
            <a:ext cx="302485" cy="302485"/>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642" name="Google Shape;642;p10"/>
          <p:cNvSpPr/>
          <p:nvPr/>
        </p:nvSpPr>
        <p:spPr>
          <a:xfrm>
            <a:off x="13224933" y="3725333"/>
            <a:ext cx="302486"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cxnSp>
        <p:nvCxnSpPr>
          <p:cNvPr id="643" name="Google Shape;643;p10"/>
          <p:cNvCxnSpPr/>
          <p:nvPr/>
        </p:nvCxnSpPr>
        <p:spPr>
          <a:xfrm flipH="1" rot="10800000">
            <a:off x="9707959" y="3856963"/>
            <a:ext cx="3672616" cy="372932"/>
          </a:xfrm>
          <a:prstGeom prst="straightConnector1">
            <a:avLst/>
          </a:prstGeom>
          <a:noFill/>
          <a:ln cap="flat" cmpd="sng" w="25400">
            <a:solidFill>
              <a:srgbClr val="000000"/>
            </a:solidFill>
            <a:prstDash val="solid"/>
            <a:miter lim="400000"/>
            <a:headEnd len="sm" w="sm" type="none"/>
            <a:tailEnd len="sm" w="sm" type="none"/>
          </a:ln>
        </p:spPr>
      </p:cxnSp>
      <p:sp>
        <p:nvSpPr>
          <p:cNvPr id="644" name="Google Shape;644;p10"/>
          <p:cNvSpPr txBox="1"/>
          <p:nvPr/>
        </p:nvSpPr>
        <p:spPr>
          <a:xfrm>
            <a:off x="8248438" y="2380750"/>
            <a:ext cx="8341630" cy="1394229"/>
          </a:xfrm>
          <a:prstGeom prst="rect">
            <a:avLst/>
          </a:prstGeom>
          <a:solidFill>
            <a:srgbClr val="FFFFFF"/>
          </a:solidFill>
          <a:ln cap="flat" cmpd="sng" w="12700">
            <a:solidFill>
              <a:srgbClr val="000000"/>
            </a:solidFill>
            <a:prstDash val="solid"/>
            <a:miter lim="400000"/>
            <a:headEnd len="sm" w="sm" type="none"/>
            <a:tailEnd len="sm" w="sm" type="none"/>
          </a:ln>
          <a:effectLst>
            <a:outerShdw blurRad="101600" rotWithShape="0" dir="2700000" dist="76200">
              <a:srgbClr val="000000">
                <a:alpha val="40000"/>
              </a:srgbClr>
            </a:outerShdw>
          </a:effectLst>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4200"/>
              <a:buFont typeface="Helvetica Neue Light"/>
              <a:buNone/>
            </a:pPr>
            <a:r>
              <a:rPr b="0" i="0" lang="en-US" sz="4200" u="none" cap="none" strike="noStrike">
                <a:solidFill>
                  <a:srgbClr val="000000"/>
                </a:solidFill>
                <a:latin typeface="Helvetica Neue Light"/>
                <a:ea typeface="Helvetica Neue Light"/>
                <a:cs typeface="Helvetica Neue Light"/>
                <a:sym typeface="Helvetica Neue Light"/>
              </a:rPr>
              <a:t>We’ll estimate the homography from correspondences!</a:t>
            </a:r>
            <a:endParaRPr/>
          </a:p>
        </p:txBody>
      </p:sp>
      <p:sp>
        <p:nvSpPr>
          <p:cNvPr id="645" name="Google Shape;645;p10"/>
          <p:cNvSpPr txBox="1"/>
          <p:nvPr>
            <p:ph idx="12" type="sldNum"/>
          </p:nvPr>
        </p:nvSpPr>
        <p:spPr>
          <a:xfrm>
            <a:off x="23359110" y="12801600"/>
            <a:ext cx="373380" cy="574174"/>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Clr>
                <a:srgbClr val="000000"/>
              </a:buClr>
              <a:buSzPts val="2800"/>
              <a:buFont typeface="Times New Roman"/>
              <a:buNone/>
            </a:pPr>
            <a:fld id="{00000000-1234-1234-1234-123412341234}" type="slidenum">
              <a:rPr lang="en-US" sz="2800">
                <a:latin typeface="Times New Roman"/>
                <a:ea typeface="Times New Roman"/>
                <a:cs typeface="Times New Roman"/>
                <a:sym typeface="Times New Roman"/>
              </a:rPr>
              <a:t>‹#›</a:t>
            </a:fld>
            <a:endParaRPr/>
          </a:p>
        </p:txBody>
      </p:sp>
      <p:sp>
        <p:nvSpPr>
          <p:cNvPr id="646" name="Google Shape;646;p10"/>
          <p:cNvSpPr/>
          <p:nvPr/>
        </p:nvSpPr>
        <p:spPr>
          <a:xfrm>
            <a:off x="9994900" y="6015270"/>
            <a:ext cx="302485"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cxnSp>
        <p:nvCxnSpPr>
          <p:cNvPr id="647" name="Google Shape;647;p10"/>
          <p:cNvCxnSpPr/>
          <p:nvPr/>
        </p:nvCxnSpPr>
        <p:spPr>
          <a:xfrm flipH="1" rot="10800000">
            <a:off x="10177859" y="5878593"/>
            <a:ext cx="3250738" cy="277173"/>
          </a:xfrm>
          <a:prstGeom prst="straightConnector1">
            <a:avLst/>
          </a:prstGeom>
          <a:noFill/>
          <a:ln cap="flat" cmpd="sng" w="25400">
            <a:solidFill>
              <a:srgbClr val="000000"/>
            </a:solidFill>
            <a:prstDash val="solid"/>
            <a:miter lim="400000"/>
            <a:headEnd len="sm" w="sm" type="none"/>
            <a:tailEnd len="sm" w="sm" type="none"/>
          </a:ln>
        </p:spPr>
      </p:cxnSp>
      <p:sp>
        <p:nvSpPr>
          <p:cNvPr id="648" name="Google Shape;648;p10"/>
          <p:cNvSpPr/>
          <p:nvPr/>
        </p:nvSpPr>
        <p:spPr>
          <a:xfrm>
            <a:off x="13385800" y="5702300"/>
            <a:ext cx="302485" cy="302485"/>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3"/>
          <p:cNvSpPr txBox="1"/>
          <p:nvPr>
            <p:ph type="title"/>
          </p:nvPr>
        </p:nvSpPr>
        <p:spPr>
          <a:xfrm>
            <a:off x="3048000" y="0"/>
            <a:ext cx="182880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7215"/>
              <a:buFont typeface="Helvetica Neue"/>
              <a:buNone/>
            </a:pPr>
            <a:r>
              <a:rPr lang="en-US" sz="7215">
                <a:latin typeface="Helvetica Neue"/>
                <a:ea typeface="Helvetica Neue"/>
                <a:cs typeface="Helvetica Neue"/>
                <a:sym typeface="Helvetica Neue"/>
              </a:rPr>
              <a:t>Finding correspondences with local features</a:t>
            </a:r>
            <a:endParaRPr/>
          </a:p>
        </p:txBody>
      </p:sp>
      <p:sp>
        <p:nvSpPr>
          <p:cNvPr id="654" name="Google Shape;654;p13"/>
          <p:cNvSpPr txBox="1"/>
          <p:nvPr>
            <p:ph idx="1" type="body"/>
          </p:nvPr>
        </p:nvSpPr>
        <p:spPr>
          <a:xfrm>
            <a:off x="1080888" y="2851935"/>
            <a:ext cx="11945602" cy="9051926"/>
          </a:xfrm>
          <a:prstGeom prst="rect">
            <a:avLst/>
          </a:prstGeom>
          <a:noFill/>
          <a:ln>
            <a:noFill/>
          </a:ln>
        </p:spPr>
        <p:txBody>
          <a:bodyPr anchorCtr="0" anchor="t" bIns="91425" lIns="91425" spcFirstLastPara="1" rIns="91425" wrap="square" tIns="91425">
            <a:normAutofit lnSpcReduction="10000"/>
          </a:bodyPr>
          <a:lstStyle/>
          <a:p>
            <a:pPr indent="-997837" lvl="0" marL="997837" rtl="0" algn="l">
              <a:lnSpc>
                <a:spcPct val="100000"/>
              </a:lnSpc>
              <a:spcBef>
                <a:spcPts val="0"/>
              </a:spcBef>
              <a:spcAft>
                <a:spcPts val="0"/>
              </a:spcAft>
              <a:buClr>
                <a:srgbClr val="000000"/>
              </a:buClr>
              <a:buSzPts val="4800"/>
              <a:buFont typeface="Helvetica Neue"/>
              <a:buAutoNum type="arabicParenR"/>
            </a:pPr>
            <a:r>
              <a:rPr b="1" lang="en-US">
                <a:latin typeface="Helvetica Neue"/>
                <a:ea typeface="Helvetica Neue"/>
                <a:cs typeface="Helvetica Neue"/>
                <a:sym typeface="Helvetica Neue"/>
              </a:rPr>
              <a:t>Detection:</a:t>
            </a:r>
            <a:r>
              <a:rPr lang="en-US" sz="4850">
                <a:latin typeface="Helvetica Neue Light"/>
                <a:ea typeface="Helvetica Neue Light"/>
                <a:cs typeface="Helvetica Neue Light"/>
                <a:sym typeface="Helvetica Neue Light"/>
              </a:rPr>
              <a:t> </a:t>
            </a:r>
            <a:r>
              <a:rPr lang="en-US" sz="4268"/>
              <a:t>Identify the interest points (a.k.a. keypoints), the candidate points to match.</a:t>
            </a:r>
            <a:endParaRPr sz="5626"/>
          </a:p>
          <a:p>
            <a:pPr indent="-640587" lvl="0" marL="997838" rtl="0" algn="l">
              <a:lnSpc>
                <a:spcPct val="100000"/>
              </a:lnSpc>
              <a:spcBef>
                <a:spcPts val="1300"/>
              </a:spcBef>
              <a:spcAft>
                <a:spcPts val="0"/>
              </a:spcAft>
              <a:buClr>
                <a:srgbClr val="000000"/>
              </a:buClr>
              <a:buSzPts val="5626"/>
              <a:buFont typeface="Helvetica Neue Light"/>
              <a:buNone/>
            </a:pPr>
            <a:r>
              <a:t/>
            </a:r>
            <a:endParaRPr sz="5626"/>
          </a:p>
          <a:p>
            <a:pPr indent="-640587" lvl="0" marL="997838" rtl="0" algn="l">
              <a:lnSpc>
                <a:spcPct val="100000"/>
              </a:lnSpc>
              <a:spcBef>
                <a:spcPts val="1300"/>
              </a:spcBef>
              <a:spcAft>
                <a:spcPts val="0"/>
              </a:spcAft>
              <a:buClr>
                <a:srgbClr val="000000"/>
              </a:buClr>
              <a:buSzPts val="5626"/>
              <a:buFont typeface="Helvetica Neue Light"/>
              <a:buNone/>
            </a:pPr>
            <a:r>
              <a:t/>
            </a:r>
            <a:endParaRPr sz="5626"/>
          </a:p>
          <a:p>
            <a:pPr indent="-997837" lvl="0" marL="997837" rtl="0" algn="l">
              <a:lnSpc>
                <a:spcPct val="100000"/>
              </a:lnSpc>
              <a:spcBef>
                <a:spcPts val="1100"/>
              </a:spcBef>
              <a:spcAft>
                <a:spcPts val="0"/>
              </a:spcAft>
              <a:buClr>
                <a:srgbClr val="000000"/>
              </a:buClr>
              <a:buSzPts val="4800"/>
              <a:buFont typeface="Helvetica Neue"/>
              <a:buAutoNum type="arabicParenR"/>
            </a:pPr>
            <a:r>
              <a:rPr b="1" lang="en-US">
                <a:latin typeface="Helvetica Neue"/>
                <a:ea typeface="Helvetica Neue"/>
                <a:cs typeface="Helvetica Neue"/>
                <a:sym typeface="Helvetica Neue"/>
              </a:rPr>
              <a:t>Description</a:t>
            </a:r>
            <a:r>
              <a:rPr b="1" lang="en-US" sz="4268">
                <a:latin typeface="Helvetica Neue"/>
                <a:ea typeface="Helvetica Neue"/>
                <a:cs typeface="Helvetica Neue"/>
                <a:sym typeface="Helvetica Neue"/>
              </a:rPr>
              <a:t>:</a:t>
            </a:r>
            <a:r>
              <a:rPr lang="en-US" sz="4268"/>
              <a:t> Extract vector feature descriptor surrounding each interest point.</a:t>
            </a:r>
            <a:endParaRPr sz="5626"/>
          </a:p>
          <a:p>
            <a:pPr indent="-640587" lvl="0" marL="997838" rtl="0" algn="l">
              <a:lnSpc>
                <a:spcPct val="100000"/>
              </a:lnSpc>
              <a:spcBef>
                <a:spcPts val="1300"/>
              </a:spcBef>
              <a:spcAft>
                <a:spcPts val="0"/>
              </a:spcAft>
              <a:buClr>
                <a:srgbClr val="000000"/>
              </a:buClr>
              <a:buSzPts val="5626"/>
              <a:buFont typeface="Helvetica Neue Light"/>
              <a:buNone/>
            </a:pPr>
            <a:r>
              <a:t/>
            </a:r>
            <a:endParaRPr sz="5626"/>
          </a:p>
          <a:p>
            <a:pPr indent="-640587" lvl="0" marL="997838" rtl="0" algn="l">
              <a:lnSpc>
                <a:spcPct val="100000"/>
              </a:lnSpc>
              <a:spcBef>
                <a:spcPts val="1300"/>
              </a:spcBef>
              <a:spcAft>
                <a:spcPts val="0"/>
              </a:spcAft>
              <a:buClr>
                <a:srgbClr val="000000"/>
              </a:buClr>
              <a:buSzPts val="5626"/>
              <a:buFont typeface="Helvetica Neue"/>
              <a:buNone/>
            </a:pPr>
            <a:r>
              <a:t/>
            </a:r>
            <a:endParaRPr sz="5626"/>
          </a:p>
          <a:p>
            <a:pPr indent="-997838" lvl="0" marL="997838" rtl="0" algn="l">
              <a:lnSpc>
                <a:spcPct val="100000"/>
              </a:lnSpc>
              <a:spcBef>
                <a:spcPts val="1100"/>
              </a:spcBef>
              <a:spcAft>
                <a:spcPts val="0"/>
              </a:spcAft>
              <a:buClr>
                <a:srgbClr val="000000"/>
              </a:buClr>
              <a:buSzPts val="4800"/>
              <a:buFont typeface="Helvetica Neue"/>
              <a:buAutoNum type="arabicParenR"/>
            </a:pPr>
            <a:r>
              <a:rPr b="1" lang="en-US">
                <a:latin typeface="Helvetica Neue"/>
                <a:ea typeface="Helvetica Neue"/>
                <a:cs typeface="Helvetica Neue"/>
                <a:sym typeface="Helvetica Neue"/>
              </a:rPr>
              <a:t>Matching:</a:t>
            </a:r>
            <a:r>
              <a:rPr lang="en-US" sz="4850">
                <a:latin typeface="Helvetica Neue Light"/>
                <a:ea typeface="Helvetica Neue Light"/>
                <a:cs typeface="Helvetica Neue Light"/>
                <a:sym typeface="Helvetica Neue Light"/>
              </a:rPr>
              <a:t> </a:t>
            </a:r>
            <a:r>
              <a:rPr lang="en-US" sz="4268"/>
              <a:t>Determine correspondence between descriptors in two views</a:t>
            </a:r>
            <a:endParaRPr/>
          </a:p>
        </p:txBody>
      </p:sp>
      <p:pic>
        <p:nvPicPr>
          <p:cNvPr descr="SIFT1" id="655" name="Google Shape;655;p13"/>
          <p:cNvPicPr preferRelativeResize="0"/>
          <p:nvPr/>
        </p:nvPicPr>
        <p:blipFill rotWithShape="1">
          <a:blip r:embed="rId3">
            <a:alphaModFix/>
          </a:blip>
          <a:srcRect b="0" l="0" r="0" t="0"/>
          <a:stretch/>
        </p:blipFill>
        <p:spPr>
          <a:xfrm>
            <a:off x="14325600" y="2133600"/>
            <a:ext cx="4876800" cy="3533777"/>
          </a:xfrm>
          <a:prstGeom prst="rect">
            <a:avLst/>
          </a:prstGeom>
          <a:noFill/>
          <a:ln>
            <a:noFill/>
          </a:ln>
        </p:spPr>
      </p:pic>
      <p:pic>
        <p:nvPicPr>
          <p:cNvPr descr="SIFT1" id="656" name="Google Shape;656;p13"/>
          <p:cNvPicPr preferRelativeResize="0"/>
          <p:nvPr/>
        </p:nvPicPr>
        <p:blipFill rotWithShape="1">
          <a:blip r:embed="rId3">
            <a:alphaModFix/>
          </a:blip>
          <a:srcRect b="0" l="0" r="0" t="0"/>
          <a:stretch/>
        </p:blipFill>
        <p:spPr>
          <a:xfrm>
            <a:off x="14325600" y="5943600"/>
            <a:ext cx="4876800" cy="3533777"/>
          </a:xfrm>
          <a:prstGeom prst="rect">
            <a:avLst/>
          </a:prstGeom>
          <a:noFill/>
          <a:ln>
            <a:noFill/>
          </a:ln>
        </p:spPr>
      </p:pic>
      <p:grpSp>
        <p:nvGrpSpPr>
          <p:cNvPr id="657" name="Google Shape;657;p13"/>
          <p:cNvGrpSpPr/>
          <p:nvPr/>
        </p:nvGrpSpPr>
        <p:grpSpPr>
          <a:xfrm>
            <a:off x="16484600" y="6705599"/>
            <a:ext cx="4851400" cy="3968754"/>
            <a:chOff x="0" y="-1"/>
            <a:chExt cx="4851400" cy="3968753"/>
          </a:xfrm>
        </p:grpSpPr>
        <p:grpSp>
          <p:nvGrpSpPr>
            <p:cNvPr id="658" name="Google Shape;658;p13"/>
            <p:cNvGrpSpPr/>
            <p:nvPr/>
          </p:nvGrpSpPr>
          <p:grpSpPr>
            <a:xfrm>
              <a:off x="0" y="-1"/>
              <a:ext cx="4851400" cy="3968753"/>
              <a:chOff x="0" y="-1"/>
              <a:chExt cx="4851400" cy="3968752"/>
            </a:xfrm>
          </p:grpSpPr>
          <p:sp>
            <p:nvSpPr>
              <p:cNvPr id="659" name="Google Shape;659;p13"/>
              <p:cNvSpPr/>
              <p:nvPr/>
            </p:nvSpPr>
            <p:spPr>
              <a:xfrm>
                <a:off x="742950" y="-1"/>
                <a:ext cx="920751" cy="949327"/>
              </a:xfrm>
              <a:prstGeom prst="rect">
                <a:avLst/>
              </a:prstGeom>
              <a:noFill/>
              <a:ln cap="flat" cmpd="sng" w="127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pic>
            <p:nvPicPr>
              <p:cNvPr descr="image4.pdf" id="660" name="Google Shape;660;p13"/>
              <p:cNvPicPr preferRelativeResize="0"/>
              <p:nvPr/>
            </p:nvPicPr>
            <p:blipFill rotWithShape="1">
              <a:blip r:embed="rId4">
                <a:alphaModFix/>
              </a:blip>
              <a:srcRect b="0" l="0" r="0" t="0"/>
              <a:stretch/>
            </p:blipFill>
            <p:spPr>
              <a:xfrm>
                <a:off x="0" y="2896114"/>
                <a:ext cx="4851400" cy="1072637"/>
              </a:xfrm>
              <a:prstGeom prst="rect">
                <a:avLst/>
              </a:prstGeom>
              <a:noFill/>
              <a:ln>
                <a:noFill/>
              </a:ln>
            </p:spPr>
          </p:pic>
        </p:grpSp>
        <p:sp>
          <p:nvSpPr>
            <p:cNvPr id="661" name="Google Shape;661;p13"/>
            <p:cNvSpPr/>
            <p:nvPr/>
          </p:nvSpPr>
          <p:spPr>
            <a:xfrm rot="5400000">
              <a:off x="-332809" y="1865441"/>
              <a:ext cx="2252541" cy="418527"/>
            </a:xfrm>
            <a:custGeom>
              <a:rect b="b" l="l" r="r" t="t"/>
              <a:pathLst>
                <a:path extrusionOk="0" h="21600" w="21600">
                  <a:moveTo>
                    <a:pt x="0" y="0"/>
                  </a:moveTo>
                  <a:cubicBezTo>
                    <a:pt x="5400" y="0"/>
                    <a:pt x="10800" y="5400"/>
                    <a:pt x="10800" y="10800"/>
                  </a:cubicBezTo>
                  <a:cubicBezTo>
                    <a:pt x="10800" y="16200"/>
                    <a:pt x="16200" y="21600"/>
                    <a:pt x="21600" y="21600"/>
                  </a:cubicBezTo>
                </a:path>
              </a:pathLst>
            </a:custGeom>
            <a:no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662" name="Google Shape;662;p13"/>
          <p:cNvGrpSpPr/>
          <p:nvPr/>
        </p:nvGrpSpPr>
        <p:grpSpPr>
          <a:xfrm>
            <a:off x="12649198" y="10782300"/>
            <a:ext cx="8686802" cy="2324102"/>
            <a:chOff x="-1" y="0"/>
            <a:chExt cx="8686801" cy="2324101"/>
          </a:xfrm>
        </p:grpSpPr>
        <p:pic>
          <p:nvPicPr>
            <p:cNvPr descr="image6.png" id="663" name="Google Shape;663;p13"/>
            <p:cNvPicPr preferRelativeResize="0"/>
            <p:nvPr/>
          </p:nvPicPr>
          <p:blipFill rotWithShape="1">
            <a:blip r:embed="rId5">
              <a:alphaModFix/>
            </a:blip>
            <a:srcRect b="0" l="0" r="0" t="0"/>
            <a:stretch/>
          </p:blipFill>
          <p:spPr>
            <a:xfrm>
              <a:off x="-1" y="0"/>
              <a:ext cx="4242818" cy="2324100"/>
            </a:xfrm>
            <a:prstGeom prst="rect">
              <a:avLst/>
            </a:prstGeom>
            <a:noFill/>
            <a:ln>
              <a:noFill/>
            </a:ln>
          </p:spPr>
        </p:pic>
        <p:pic>
          <p:nvPicPr>
            <p:cNvPr descr="image7.png" id="664" name="Google Shape;664;p13"/>
            <p:cNvPicPr preferRelativeResize="0"/>
            <p:nvPr/>
          </p:nvPicPr>
          <p:blipFill rotWithShape="1">
            <a:blip r:embed="rId6">
              <a:alphaModFix/>
            </a:blip>
            <a:srcRect b="0" l="0" r="0" t="0"/>
            <a:stretch/>
          </p:blipFill>
          <p:spPr>
            <a:xfrm>
              <a:off x="4420903" y="7552"/>
              <a:ext cx="4265897" cy="2316549"/>
            </a:xfrm>
            <a:prstGeom prst="rect">
              <a:avLst/>
            </a:prstGeom>
            <a:noFill/>
            <a:ln>
              <a:noFill/>
            </a:ln>
          </p:spPr>
        </p:pic>
        <p:cxnSp>
          <p:nvCxnSpPr>
            <p:cNvPr id="665" name="Google Shape;665;p13"/>
            <p:cNvCxnSpPr/>
            <p:nvPr/>
          </p:nvCxnSpPr>
          <p:spPr>
            <a:xfrm flipH="1" rot="10800000">
              <a:off x="1523999" y="341601"/>
              <a:ext cx="3962402" cy="457499"/>
            </a:xfrm>
            <a:prstGeom prst="straightConnector1">
              <a:avLst/>
            </a:prstGeom>
            <a:noFill/>
            <a:ln cap="flat" cmpd="sng" w="50800">
              <a:solidFill>
                <a:srgbClr val="1F497D"/>
              </a:solidFill>
              <a:prstDash val="solid"/>
              <a:round/>
              <a:headEnd len="med" w="med" type="triangle"/>
              <a:tailEnd len="med" w="med" type="triangle"/>
            </a:ln>
          </p:spPr>
        </p:cxnSp>
        <p:cxnSp>
          <p:nvCxnSpPr>
            <p:cNvPr id="666" name="Google Shape;666;p13"/>
            <p:cNvCxnSpPr/>
            <p:nvPr/>
          </p:nvCxnSpPr>
          <p:spPr>
            <a:xfrm>
              <a:off x="3657600" y="1104100"/>
              <a:ext cx="4267201" cy="3178"/>
            </a:xfrm>
            <a:prstGeom prst="straightConnector1">
              <a:avLst/>
            </a:prstGeom>
            <a:noFill/>
            <a:ln cap="flat" cmpd="sng" w="50800">
              <a:solidFill>
                <a:srgbClr val="1F497D"/>
              </a:solidFill>
              <a:prstDash val="solid"/>
              <a:round/>
              <a:headEnd len="med" w="med" type="triangle"/>
              <a:tailEnd len="med" w="med" type="triangle"/>
            </a:ln>
          </p:spPr>
        </p:cxnSp>
        <p:cxnSp>
          <p:nvCxnSpPr>
            <p:cNvPr id="667" name="Google Shape;667;p13"/>
            <p:cNvCxnSpPr/>
            <p:nvPr/>
          </p:nvCxnSpPr>
          <p:spPr>
            <a:xfrm>
              <a:off x="1219200" y="1714100"/>
              <a:ext cx="4267200" cy="3178"/>
            </a:xfrm>
            <a:prstGeom prst="straightConnector1">
              <a:avLst/>
            </a:prstGeom>
            <a:noFill/>
            <a:ln cap="flat" cmpd="sng" w="50800">
              <a:solidFill>
                <a:srgbClr val="1F497D"/>
              </a:solidFill>
              <a:prstDash val="solid"/>
              <a:round/>
              <a:headEnd len="med" w="med" type="triangle"/>
              <a:tailEnd len="med" w="med" type="triangle"/>
            </a:ln>
          </p:spPr>
        </p:cxnSp>
        <p:cxnSp>
          <p:nvCxnSpPr>
            <p:cNvPr id="668" name="Google Shape;668;p13"/>
            <p:cNvCxnSpPr/>
            <p:nvPr/>
          </p:nvCxnSpPr>
          <p:spPr>
            <a:xfrm flipH="1" rot="10800000">
              <a:off x="1066800" y="799102"/>
              <a:ext cx="4267200" cy="457499"/>
            </a:xfrm>
            <a:prstGeom prst="straightConnector1">
              <a:avLst/>
            </a:prstGeom>
            <a:noFill/>
            <a:ln cap="flat" cmpd="sng" w="50800">
              <a:solidFill>
                <a:srgbClr val="1F497D"/>
              </a:solidFill>
              <a:prstDash val="solid"/>
              <a:round/>
              <a:headEnd len="med" w="med" type="triangle"/>
              <a:tailEnd len="med" w="med" type="triangle"/>
            </a:ln>
          </p:spPr>
        </p:cxnSp>
      </p:grpSp>
      <p:sp>
        <p:nvSpPr>
          <p:cNvPr id="669" name="Google Shape;669;p13"/>
          <p:cNvSpPr txBox="1"/>
          <p:nvPr/>
        </p:nvSpPr>
        <p:spPr>
          <a:xfrm>
            <a:off x="21043900" y="13138150"/>
            <a:ext cx="4419600" cy="60436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K. Grauman</a:t>
            </a:r>
            <a:endParaRPr/>
          </a:p>
        </p:txBody>
      </p:sp>
      <p:sp>
        <p:nvSpPr>
          <p:cNvPr id="670" name="Google Shape;670;p13"/>
          <p:cNvSpPr txBox="1"/>
          <p:nvPr>
            <p:ph idx="12" type="sldNum"/>
          </p:nvPr>
        </p:nvSpPr>
        <p:spPr>
          <a:xfrm>
            <a:off x="20071536" y="12835870"/>
            <a:ext cx="350065"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grpSp>
        <p:nvGrpSpPr>
          <p:cNvPr id="671" name="Google Shape;671;p13"/>
          <p:cNvGrpSpPr/>
          <p:nvPr/>
        </p:nvGrpSpPr>
        <p:grpSpPr>
          <a:xfrm>
            <a:off x="13195942" y="6055058"/>
            <a:ext cx="4218936" cy="2292635"/>
            <a:chOff x="0" y="0"/>
            <a:chExt cx="4218934" cy="2292633"/>
          </a:xfrm>
        </p:grpSpPr>
        <p:sp>
          <p:nvSpPr>
            <p:cNvPr id="672" name="Google Shape;672;p13"/>
            <p:cNvSpPr/>
            <p:nvPr/>
          </p:nvSpPr>
          <p:spPr>
            <a:xfrm rot="-1581194">
              <a:off x="2847333" y="1409366"/>
              <a:ext cx="711201" cy="765175"/>
            </a:xfrm>
            <a:prstGeom prst="rect">
              <a:avLst/>
            </a:prstGeom>
            <a:noFill/>
            <a:ln cap="flat" cmpd="sng" w="127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pic>
          <p:nvPicPr>
            <p:cNvPr descr="image3.pdf" id="673" name="Google Shape;673;p13"/>
            <p:cNvPicPr preferRelativeResize="0"/>
            <p:nvPr/>
          </p:nvPicPr>
          <p:blipFill rotWithShape="1">
            <a:blip r:embed="rId7">
              <a:alphaModFix/>
            </a:blip>
            <a:srcRect b="0" l="0" r="0" t="0"/>
            <a:stretch/>
          </p:blipFill>
          <p:spPr>
            <a:xfrm>
              <a:off x="0" y="0"/>
              <a:ext cx="4218934" cy="954668"/>
            </a:xfrm>
            <a:prstGeom prst="rect">
              <a:avLst/>
            </a:prstGeom>
            <a:noFill/>
            <a:ln>
              <a:noFill/>
            </a:ln>
          </p:spPr>
        </p:pic>
        <p:sp>
          <p:nvSpPr>
            <p:cNvPr id="674" name="Google Shape;674;p13"/>
            <p:cNvSpPr/>
            <p:nvPr/>
          </p:nvSpPr>
          <p:spPr>
            <a:xfrm rot="10800000">
              <a:off x="1714587" y="657822"/>
              <a:ext cx="1168293" cy="1291817"/>
            </a:xfrm>
            <a:custGeom>
              <a:rect b="b" l="l" r="r" t="t"/>
              <a:pathLst>
                <a:path extrusionOk="0" h="21600" w="21600">
                  <a:moveTo>
                    <a:pt x="0" y="0"/>
                  </a:moveTo>
                  <a:cubicBezTo>
                    <a:pt x="10800" y="0"/>
                    <a:pt x="21600" y="10800"/>
                    <a:pt x="21600" y="21600"/>
                  </a:cubicBezTo>
                </a:path>
              </a:pathLst>
            </a:custGeom>
            <a:no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4"/>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685800" lvl="0" marL="685800" marR="0" rtl="0" algn="ctr">
              <a:lnSpc>
                <a:spcPct val="100000"/>
              </a:lnSpc>
              <a:spcBef>
                <a:spcPts val="0"/>
              </a:spcBef>
              <a:spcAft>
                <a:spcPts val="0"/>
              </a:spcAft>
              <a:buClr>
                <a:srgbClr val="000000"/>
              </a:buClr>
              <a:buSzPts val="7800"/>
              <a:buFont typeface="Helvetica Neue"/>
              <a:buNone/>
            </a:pPr>
            <a:r>
              <a:rPr lang="en-US" sz="7800">
                <a:latin typeface="Helvetica Neue"/>
                <a:ea typeface="Helvetica Neue"/>
                <a:cs typeface="Helvetica Neue"/>
                <a:sym typeface="Helvetica Neue"/>
              </a:rPr>
              <a:t>What are good regions to match?</a:t>
            </a:r>
            <a:endParaRPr/>
          </a:p>
        </p:txBody>
      </p:sp>
      <p:pic>
        <p:nvPicPr>
          <p:cNvPr descr="image113.jpg" id="680" name="Google Shape;680;p14"/>
          <p:cNvPicPr preferRelativeResize="0"/>
          <p:nvPr/>
        </p:nvPicPr>
        <p:blipFill rotWithShape="1">
          <a:blip r:embed="rId3">
            <a:alphaModFix/>
          </a:blip>
          <a:srcRect b="0" l="0" r="0" t="12309"/>
          <a:stretch/>
        </p:blipFill>
        <p:spPr>
          <a:xfrm>
            <a:off x="4766667" y="3333133"/>
            <a:ext cx="14850576" cy="94239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5"/>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685800" lvl="0" marL="685800" marR="0" rtl="0" algn="ctr">
              <a:lnSpc>
                <a:spcPct val="100000"/>
              </a:lnSpc>
              <a:spcBef>
                <a:spcPts val="0"/>
              </a:spcBef>
              <a:spcAft>
                <a:spcPts val="0"/>
              </a:spcAft>
              <a:buClr>
                <a:srgbClr val="000000"/>
              </a:buClr>
              <a:buSzPts val="7800"/>
              <a:buFont typeface="Helvetica Neue"/>
              <a:buNone/>
            </a:pPr>
            <a:r>
              <a:rPr lang="en-US" sz="7800">
                <a:latin typeface="Helvetica Neue"/>
                <a:ea typeface="Helvetica Neue"/>
                <a:cs typeface="Helvetica Neue"/>
                <a:sym typeface="Helvetica Neue"/>
              </a:rPr>
              <a:t>What are good regions to match?</a:t>
            </a:r>
            <a:endParaRPr/>
          </a:p>
        </p:txBody>
      </p:sp>
      <p:grpSp>
        <p:nvGrpSpPr>
          <p:cNvPr id="686" name="Google Shape;686;p15"/>
          <p:cNvGrpSpPr/>
          <p:nvPr/>
        </p:nvGrpSpPr>
        <p:grpSpPr>
          <a:xfrm>
            <a:off x="9906000" y="6400800"/>
            <a:ext cx="4724400" cy="4419600"/>
            <a:chOff x="0" y="0"/>
            <a:chExt cx="4724400" cy="4419600"/>
          </a:xfrm>
        </p:grpSpPr>
        <p:grpSp>
          <p:nvGrpSpPr>
            <p:cNvPr id="687" name="Google Shape;687;p15"/>
            <p:cNvGrpSpPr/>
            <p:nvPr/>
          </p:nvGrpSpPr>
          <p:grpSpPr>
            <a:xfrm>
              <a:off x="0" y="0"/>
              <a:ext cx="4724400" cy="4419600"/>
              <a:chOff x="0" y="0"/>
              <a:chExt cx="4724400" cy="4419600"/>
            </a:xfrm>
          </p:grpSpPr>
          <p:sp>
            <p:nvSpPr>
              <p:cNvPr id="688" name="Google Shape;688;p15"/>
              <p:cNvSpPr/>
              <p:nvPr/>
            </p:nvSpPr>
            <p:spPr>
              <a:xfrm>
                <a:off x="0" y="0"/>
                <a:ext cx="4724400" cy="4419600"/>
              </a:xfrm>
              <a:prstGeom prst="rect">
                <a:avLst/>
              </a:prstGeom>
              <a:solidFill>
                <a:srgbClr val="C0C0C0"/>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9" name="Google Shape;689;p15"/>
              <p:cNvSpPr/>
              <p:nvPr/>
            </p:nvSpPr>
            <p:spPr>
              <a:xfrm>
                <a:off x="914400" y="762000"/>
                <a:ext cx="3200400" cy="2895600"/>
              </a:xfrm>
              <a:custGeom>
                <a:rect b="b" l="l" r="r" t="t"/>
                <a:pathLst>
                  <a:path extrusionOk="0" h="21600" w="21600">
                    <a:moveTo>
                      <a:pt x="0" y="21600"/>
                    </a:moveTo>
                    <a:lnTo>
                      <a:pt x="0" y="0"/>
                    </a:lnTo>
                    <a:lnTo>
                      <a:pt x="21600" y="12505"/>
                    </a:lnTo>
                  </a:path>
                </a:pathLst>
              </a:custGeom>
              <a:noFill/>
              <a:ln cap="flat" cmpd="sng"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690" name="Google Shape;690;p15"/>
            <p:cNvGrpSpPr/>
            <p:nvPr/>
          </p:nvGrpSpPr>
          <p:grpSpPr>
            <a:xfrm>
              <a:off x="152400" y="1676401"/>
              <a:ext cx="1406527" cy="1355726"/>
              <a:chOff x="0" y="1"/>
              <a:chExt cx="1406526" cy="1355725"/>
            </a:xfrm>
          </p:grpSpPr>
          <p:sp>
            <p:nvSpPr>
              <p:cNvPr id="691" name="Google Shape;691;p15"/>
              <p:cNvSpPr/>
              <p:nvPr/>
            </p:nvSpPr>
            <p:spPr>
              <a:xfrm>
                <a:off x="215900" y="225425"/>
                <a:ext cx="971551" cy="939801"/>
              </a:xfrm>
              <a:prstGeom prst="rect">
                <a:avLst/>
              </a:prstGeom>
              <a:solidFill>
                <a:srgbClr val="4F81BD">
                  <a:alpha val="49803"/>
                </a:srgbClr>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692" name="Google Shape;692;p15"/>
              <p:cNvCxnSpPr/>
              <p:nvPr/>
            </p:nvCxnSpPr>
            <p:spPr>
              <a:xfrm flipH="1" rot="10800000">
                <a:off x="1177925" y="31751"/>
                <a:ext cx="180975" cy="193675"/>
              </a:xfrm>
              <a:prstGeom prst="straightConnector1">
                <a:avLst/>
              </a:prstGeom>
              <a:noFill/>
              <a:ln cap="flat" cmpd="sng" w="25400">
                <a:solidFill>
                  <a:srgbClr val="000000"/>
                </a:solidFill>
                <a:prstDash val="solid"/>
                <a:round/>
                <a:headEnd len="sm" w="sm" type="none"/>
                <a:tailEnd len="med" w="med" type="triangle"/>
              </a:ln>
            </p:spPr>
          </p:cxnSp>
          <p:cxnSp>
            <p:nvCxnSpPr>
              <p:cNvPr id="693" name="Google Shape;693;p15"/>
              <p:cNvCxnSpPr/>
              <p:nvPr/>
            </p:nvCxnSpPr>
            <p:spPr>
              <a:xfrm>
                <a:off x="1216025" y="1168400"/>
                <a:ext cx="190501" cy="180975"/>
              </a:xfrm>
              <a:prstGeom prst="straightConnector1">
                <a:avLst/>
              </a:prstGeom>
              <a:noFill/>
              <a:ln cap="flat" cmpd="sng" w="25400">
                <a:solidFill>
                  <a:srgbClr val="000000"/>
                </a:solidFill>
                <a:prstDash val="solid"/>
                <a:round/>
                <a:headEnd len="sm" w="sm" type="none"/>
                <a:tailEnd len="med" w="med" type="triangle"/>
              </a:ln>
            </p:spPr>
          </p:cxnSp>
          <p:cxnSp>
            <p:nvCxnSpPr>
              <p:cNvPr id="694" name="Google Shape;694;p15"/>
              <p:cNvCxnSpPr/>
              <p:nvPr/>
            </p:nvCxnSpPr>
            <p:spPr>
              <a:xfrm flipH="1">
                <a:off x="0" y="1171575"/>
                <a:ext cx="215901" cy="184151"/>
              </a:xfrm>
              <a:prstGeom prst="straightConnector1">
                <a:avLst/>
              </a:prstGeom>
              <a:noFill/>
              <a:ln cap="flat" cmpd="sng" w="25400">
                <a:solidFill>
                  <a:srgbClr val="000000"/>
                </a:solidFill>
                <a:prstDash val="solid"/>
                <a:round/>
                <a:headEnd len="sm" w="sm" type="none"/>
                <a:tailEnd len="med" w="med" type="triangle"/>
              </a:ln>
            </p:spPr>
          </p:cxnSp>
          <p:cxnSp>
            <p:nvCxnSpPr>
              <p:cNvPr id="695" name="Google Shape;695;p15"/>
              <p:cNvCxnSpPr/>
              <p:nvPr/>
            </p:nvCxnSpPr>
            <p:spPr>
              <a:xfrm rot="10800000">
                <a:off x="19050" y="1"/>
                <a:ext cx="196851" cy="225425"/>
              </a:xfrm>
              <a:prstGeom prst="straightConnector1">
                <a:avLst/>
              </a:prstGeom>
              <a:noFill/>
              <a:ln cap="flat" cmpd="sng" w="25400">
                <a:solidFill>
                  <a:srgbClr val="000000"/>
                </a:solidFill>
                <a:prstDash val="solid"/>
                <a:round/>
                <a:headEnd len="sm" w="sm" type="none"/>
                <a:tailEnd len="med" w="med" type="triangle"/>
              </a:ln>
            </p:spPr>
          </p:cxnSp>
        </p:grpSp>
      </p:grpSp>
      <p:grpSp>
        <p:nvGrpSpPr>
          <p:cNvPr id="696" name="Google Shape;696;p15"/>
          <p:cNvGrpSpPr/>
          <p:nvPr/>
        </p:nvGrpSpPr>
        <p:grpSpPr>
          <a:xfrm>
            <a:off x="4114800" y="6400800"/>
            <a:ext cx="4724400" cy="4419600"/>
            <a:chOff x="0" y="0"/>
            <a:chExt cx="4724400" cy="4419600"/>
          </a:xfrm>
        </p:grpSpPr>
        <p:sp>
          <p:nvSpPr>
            <p:cNvPr id="697" name="Google Shape;697;p15"/>
            <p:cNvSpPr/>
            <p:nvPr/>
          </p:nvSpPr>
          <p:spPr>
            <a:xfrm>
              <a:off x="0" y="0"/>
              <a:ext cx="4724400" cy="4419600"/>
            </a:xfrm>
            <a:prstGeom prst="rect">
              <a:avLst/>
            </a:prstGeom>
            <a:solidFill>
              <a:srgbClr val="C0C0C0"/>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8" name="Google Shape;698;p15"/>
            <p:cNvSpPr/>
            <p:nvPr/>
          </p:nvSpPr>
          <p:spPr>
            <a:xfrm>
              <a:off x="914400" y="762000"/>
              <a:ext cx="3200400" cy="2895600"/>
            </a:xfrm>
            <a:custGeom>
              <a:rect b="b" l="l" r="r" t="t"/>
              <a:pathLst>
                <a:path extrusionOk="0" h="21600" w="21600">
                  <a:moveTo>
                    <a:pt x="0" y="21600"/>
                  </a:moveTo>
                  <a:lnTo>
                    <a:pt x="0" y="0"/>
                  </a:lnTo>
                  <a:lnTo>
                    <a:pt x="21600" y="12505"/>
                  </a:lnTo>
                </a:path>
              </a:pathLst>
            </a:custGeom>
            <a:noFill/>
            <a:ln cap="flat" cmpd="sng"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nvGrpSpPr>
            <p:cNvPr id="699" name="Google Shape;699;p15"/>
            <p:cNvGrpSpPr/>
            <p:nvPr/>
          </p:nvGrpSpPr>
          <p:grpSpPr>
            <a:xfrm>
              <a:off x="1336677" y="1997076"/>
              <a:ext cx="1406524" cy="1355725"/>
              <a:chOff x="1" y="0"/>
              <a:chExt cx="1406522" cy="1355723"/>
            </a:xfrm>
          </p:grpSpPr>
          <p:sp>
            <p:nvSpPr>
              <p:cNvPr id="700" name="Google Shape;700;p15"/>
              <p:cNvSpPr/>
              <p:nvPr/>
            </p:nvSpPr>
            <p:spPr>
              <a:xfrm>
                <a:off x="215899" y="225424"/>
                <a:ext cx="971549" cy="939799"/>
              </a:xfrm>
              <a:prstGeom prst="rect">
                <a:avLst/>
              </a:prstGeom>
              <a:solidFill>
                <a:srgbClr val="4F81BD">
                  <a:alpha val="49803"/>
                </a:srgbClr>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701" name="Google Shape;701;p15"/>
              <p:cNvCxnSpPr/>
              <p:nvPr/>
            </p:nvCxnSpPr>
            <p:spPr>
              <a:xfrm flipH="1" rot="10800000">
                <a:off x="1177924" y="31750"/>
                <a:ext cx="180975" cy="193675"/>
              </a:xfrm>
              <a:prstGeom prst="straightConnector1">
                <a:avLst/>
              </a:prstGeom>
              <a:noFill/>
              <a:ln cap="flat" cmpd="sng" w="25400">
                <a:solidFill>
                  <a:srgbClr val="000000"/>
                </a:solidFill>
                <a:prstDash val="solid"/>
                <a:round/>
                <a:headEnd len="sm" w="sm" type="none"/>
                <a:tailEnd len="med" w="med" type="triangle"/>
              </a:ln>
            </p:spPr>
          </p:cxnSp>
          <p:cxnSp>
            <p:nvCxnSpPr>
              <p:cNvPr id="702" name="Google Shape;702;p15"/>
              <p:cNvCxnSpPr/>
              <p:nvPr/>
            </p:nvCxnSpPr>
            <p:spPr>
              <a:xfrm>
                <a:off x="1216024" y="1168399"/>
                <a:ext cx="190499" cy="180975"/>
              </a:xfrm>
              <a:prstGeom prst="straightConnector1">
                <a:avLst/>
              </a:prstGeom>
              <a:noFill/>
              <a:ln cap="flat" cmpd="sng" w="25400">
                <a:solidFill>
                  <a:srgbClr val="000000"/>
                </a:solidFill>
                <a:prstDash val="solid"/>
                <a:round/>
                <a:headEnd len="sm" w="sm" type="none"/>
                <a:tailEnd len="med" w="med" type="triangle"/>
              </a:ln>
            </p:spPr>
          </p:cxnSp>
          <p:cxnSp>
            <p:nvCxnSpPr>
              <p:cNvPr id="703" name="Google Shape;703;p15"/>
              <p:cNvCxnSpPr/>
              <p:nvPr/>
            </p:nvCxnSpPr>
            <p:spPr>
              <a:xfrm flipH="1">
                <a:off x="1" y="1171574"/>
                <a:ext cx="215899" cy="184149"/>
              </a:xfrm>
              <a:prstGeom prst="straightConnector1">
                <a:avLst/>
              </a:prstGeom>
              <a:noFill/>
              <a:ln cap="flat" cmpd="sng" w="25400">
                <a:solidFill>
                  <a:srgbClr val="000000"/>
                </a:solidFill>
                <a:prstDash val="solid"/>
                <a:round/>
                <a:headEnd len="sm" w="sm" type="none"/>
                <a:tailEnd len="med" w="med" type="triangle"/>
              </a:ln>
            </p:spPr>
          </p:cxnSp>
          <p:cxnSp>
            <p:nvCxnSpPr>
              <p:cNvPr id="704" name="Google Shape;704;p15"/>
              <p:cNvCxnSpPr/>
              <p:nvPr/>
            </p:nvCxnSpPr>
            <p:spPr>
              <a:xfrm rot="10800000">
                <a:off x="19051" y="0"/>
                <a:ext cx="196849" cy="225425"/>
              </a:xfrm>
              <a:prstGeom prst="straightConnector1">
                <a:avLst/>
              </a:prstGeom>
              <a:noFill/>
              <a:ln cap="flat" cmpd="sng" w="25400">
                <a:solidFill>
                  <a:srgbClr val="000000"/>
                </a:solidFill>
                <a:prstDash val="solid"/>
                <a:round/>
                <a:headEnd len="sm" w="sm" type="none"/>
                <a:tailEnd len="med" w="med" type="triangle"/>
              </a:ln>
            </p:spPr>
          </p:cxnSp>
        </p:grpSp>
      </p:grpSp>
      <p:grpSp>
        <p:nvGrpSpPr>
          <p:cNvPr id="705" name="Google Shape;705;p15"/>
          <p:cNvGrpSpPr/>
          <p:nvPr/>
        </p:nvGrpSpPr>
        <p:grpSpPr>
          <a:xfrm>
            <a:off x="15544800" y="6400800"/>
            <a:ext cx="4724400" cy="4419600"/>
            <a:chOff x="0" y="0"/>
            <a:chExt cx="4724400" cy="4419600"/>
          </a:xfrm>
        </p:grpSpPr>
        <p:grpSp>
          <p:nvGrpSpPr>
            <p:cNvPr id="706" name="Google Shape;706;p15"/>
            <p:cNvGrpSpPr/>
            <p:nvPr/>
          </p:nvGrpSpPr>
          <p:grpSpPr>
            <a:xfrm>
              <a:off x="0" y="0"/>
              <a:ext cx="4724400" cy="4419600"/>
              <a:chOff x="0" y="0"/>
              <a:chExt cx="4724400" cy="4419600"/>
            </a:xfrm>
          </p:grpSpPr>
          <p:sp>
            <p:nvSpPr>
              <p:cNvPr id="707" name="Google Shape;707;p15"/>
              <p:cNvSpPr/>
              <p:nvPr/>
            </p:nvSpPr>
            <p:spPr>
              <a:xfrm>
                <a:off x="0" y="0"/>
                <a:ext cx="4724400" cy="4419600"/>
              </a:xfrm>
              <a:prstGeom prst="rect">
                <a:avLst/>
              </a:prstGeom>
              <a:solidFill>
                <a:srgbClr val="C0C0C0"/>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08" name="Google Shape;708;p15"/>
              <p:cNvSpPr/>
              <p:nvPr/>
            </p:nvSpPr>
            <p:spPr>
              <a:xfrm>
                <a:off x="914400" y="762000"/>
                <a:ext cx="3200400" cy="2895600"/>
              </a:xfrm>
              <a:custGeom>
                <a:rect b="b" l="l" r="r" t="t"/>
                <a:pathLst>
                  <a:path extrusionOk="0" h="21600" w="21600">
                    <a:moveTo>
                      <a:pt x="0" y="21600"/>
                    </a:moveTo>
                    <a:lnTo>
                      <a:pt x="0" y="0"/>
                    </a:lnTo>
                    <a:lnTo>
                      <a:pt x="21600" y="12505"/>
                    </a:lnTo>
                  </a:path>
                </a:pathLst>
              </a:custGeom>
              <a:noFill/>
              <a:ln cap="flat" cmpd="sng"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709" name="Google Shape;709;p15"/>
            <p:cNvGrpSpPr/>
            <p:nvPr/>
          </p:nvGrpSpPr>
          <p:grpSpPr>
            <a:xfrm>
              <a:off x="269877" y="152401"/>
              <a:ext cx="1406524" cy="1355726"/>
              <a:chOff x="1" y="1"/>
              <a:chExt cx="1406522" cy="1355725"/>
            </a:xfrm>
          </p:grpSpPr>
          <p:sp>
            <p:nvSpPr>
              <p:cNvPr id="710" name="Google Shape;710;p15"/>
              <p:cNvSpPr/>
              <p:nvPr/>
            </p:nvSpPr>
            <p:spPr>
              <a:xfrm>
                <a:off x="215899" y="225425"/>
                <a:ext cx="971549" cy="939801"/>
              </a:xfrm>
              <a:prstGeom prst="rect">
                <a:avLst/>
              </a:prstGeom>
              <a:solidFill>
                <a:srgbClr val="4F81BD">
                  <a:alpha val="49803"/>
                </a:srgbClr>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711" name="Google Shape;711;p15"/>
              <p:cNvCxnSpPr/>
              <p:nvPr/>
            </p:nvCxnSpPr>
            <p:spPr>
              <a:xfrm flipH="1" rot="10800000">
                <a:off x="1177924" y="31751"/>
                <a:ext cx="180975" cy="193675"/>
              </a:xfrm>
              <a:prstGeom prst="straightConnector1">
                <a:avLst/>
              </a:prstGeom>
              <a:noFill/>
              <a:ln cap="flat" cmpd="sng" w="25400">
                <a:solidFill>
                  <a:srgbClr val="000000"/>
                </a:solidFill>
                <a:prstDash val="solid"/>
                <a:round/>
                <a:headEnd len="sm" w="sm" type="none"/>
                <a:tailEnd len="med" w="med" type="triangle"/>
              </a:ln>
            </p:spPr>
          </p:cxnSp>
          <p:cxnSp>
            <p:nvCxnSpPr>
              <p:cNvPr id="712" name="Google Shape;712;p15"/>
              <p:cNvCxnSpPr/>
              <p:nvPr/>
            </p:nvCxnSpPr>
            <p:spPr>
              <a:xfrm>
                <a:off x="1216024" y="1168400"/>
                <a:ext cx="190499" cy="180975"/>
              </a:xfrm>
              <a:prstGeom prst="straightConnector1">
                <a:avLst/>
              </a:prstGeom>
              <a:noFill/>
              <a:ln cap="flat" cmpd="sng" w="25400">
                <a:solidFill>
                  <a:srgbClr val="000000"/>
                </a:solidFill>
                <a:prstDash val="solid"/>
                <a:round/>
                <a:headEnd len="sm" w="sm" type="none"/>
                <a:tailEnd len="med" w="med" type="triangle"/>
              </a:ln>
            </p:spPr>
          </p:cxnSp>
          <p:cxnSp>
            <p:nvCxnSpPr>
              <p:cNvPr id="713" name="Google Shape;713;p15"/>
              <p:cNvCxnSpPr/>
              <p:nvPr/>
            </p:nvCxnSpPr>
            <p:spPr>
              <a:xfrm flipH="1">
                <a:off x="1" y="1171575"/>
                <a:ext cx="215899" cy="184151"/>
              </a:xfrm>
              <a:prstGeom prst="straightConnector1">
                <a:avLst/>
              </a:prstGeom>
              <a:noFill/>
              <a:ln cap="flat" cmpd="sng" w="25400">
                <a:solidFill>
                  <a:srgbClr val="000000"/>
                </a:solidFill>
                <a:prstDash val="solid"/>
                <a:round/>
                <a:headEnd len="sm" w="sm" type="none"/>
                <a:tailEnd len="med" w="med" type="triangle"/>
              </a:ln>
            </p:spPr>
          </p:cxnSp>
          <p:cxnSp>
            <p:nvCxnSpPr>
              <p:cNvPr id="714" name="Google Shape;714;p15"/>
              <p:cNvCxnSpPr/>
              <p:nvPr/>
            </p:nvCxnSpPr>
            <p:spPr>
              <a:xfrm rot="10800000">
                <a:off x="19051" y="1"/>
                <a:ext cx="196849" cy="225425"/>
              </a:xfrm>
              <a:prstGeom prst="straightConnector1">
                <a:avLst/>
              </a:prstGeom>
              <a:noFill/>
              <a:ln cap="flat" cmpd="sng" w="25400">
                <a:solidFill>
                  <a:srgbClr val="000000"/>
                </a:solidFill>
                <a:prstDash val="solid"/>
                <a:round/>
                <a:headEnd len="sm" w="sm" type="none"/>
                <a:tailEnd len="med" w="med" type="triangle"/>
              </a:ln>
            </p:spPr>
          </p:cxnSp>
        </p:grpSp>
      </p:grpSp>
      <p:sp>
        <p:nvSpPr>
          <p:cNvPr id="715" name="Google Shape;715;p15"/>
          <p:cNvSpPr txBox="1"/>
          <p:nvPr/>
        </p:nvSpPr>
        <p:spPr>
          <a:xfrm>
            <a:off x="4572000" y="10896600"/>
            <a:ext cx="4114800" cy="193766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3399"/>
              </a:buClr>
              <a:buSzPts val="4000"/>
              <a:buFont typeface="Calibri"/>
              <a:buNone/>
            </a:pPr>
            <a:r>
              <a:rPr b="0" i="0" lang="en-US" sz="4000" u="none" cap="none" strike="noStrike">
                <a:solidFill>
                  <a:srgbClr val="003399"/>
                </a:solidFill>
                <a:latin typeface="Calibri"/>
                <a:ea typeface="Calibri"/>
                <a:cs typeface="Calibri"/>
                <a:sym typeface="Calibri"/>
              </a:rPr>
              <a:t>“flat”</a:t>
            </a:r>
            <a:r>
              <a:rPr b="0" i="0" lang="en-US" sz="4000" u="none" cap="none" strike="noStrike">
                <a:solidFill>
                  <a:srgbClr val="000000"/>
                </a:solidFill>
                <a:latin typeface="Calibri"/>
                <a:ea typeface="Calibri"/>
                <a:cs typeface="Calibri"/>
                <a:sym typeface="Calibri"/>
              </a:rPr>
              <a:t> region:</a:t>
            </a:r>
            <a:br>
              <a:rPr b="0" i="0" lang="en-US" sz="4000" u="none" cap="none" strike="noStrike">
                <a:solidFill>
                  <a:srgbClr val="000000"/>
                </a:solidFill>
                <a:latin typeface="Calibri"/>
                <a:ea typeface="Calibri"/>
                <a:cs typeface="Calibri"/>
                <a:sym typeface="Calibri"/>
              </a:rPr>
            </a:br>
            <a:r>
              <a:rPr b="0" i="0" lang="en-US" sz="4000" u="none" cap="none" strike="noStrike">
                <a:solidFill>
                  <a:srgbClr val="000000"/>
                </a:solidFill>
                <a:latin typeface="Calibri"/>
                <a:ea typeface="Calibri"/>
                <a:cs typeface="Calibri"/>
                <a:sym typeface="Calibri"/>
              </a:rPr>
              <a:t>no change in all directions</a:t>
            </a:r>
            <a:endParaRPr/>
          </a:p>
        </p:txBody>
      </p:sp>
      <p:sp>
        <p:nvSpPr>
          <p:cNvPr id="716" name="Google Shape;716;p15"/>
          <p:cNvSpPr txBox="1"/>
          <p:nvPr/>
        </p:nvSpPr>
        <p:spPr>
          <a:xfrm>
            <a:off x="9906000" y="10896600"/>
            <a:ext cx="4876800" cy="193766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3399"/>
              </a:buClr>
              <a:buSzPts val="4000"/>
              <a:buFont typeface="Calibri"/>
              <a:buNone/>
            </a:pPr>
            <a:r>
              <a:rPr b="0" i="0" lang="en-US" sz="4000" u="none" cap="none" strike="noStrike">
                <a:solidFill>
                  <a:srgbClr val="003399"/>
                </a:solidFill>
                <a:latin typeface="Calibri"/>
                <a:ea typeface="Calibri"/>
                <a:cs typeface="Calibri"/>
                <a:sym typeface="Calibri"/>
              </a:rPr>
              <a:t>“edge”</a:t>
            </a:r>
            <a:r>
              <a:rPr b="0" i="0" lang="en-US" sz="4000" u="none" cap="none" strike="noStrike">
                <a:solidFill>
                  <a:srgbClr val="000000"/>
                </a:solidFill>
                <a:latin typeface="Calibri"/>
                <a:ea typeface="Calibri"/>
                <a:cs typeface="Calibri"/>
                <a:sym typeface="Calibri"/>
              </a:rPr>
              <a:t>:  </a:t>
            </a:r>
            <a:endParaRPr b="1" i="0" sz="3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no change along the edge direction</a:t>
            </a:r>
            <a:endParaRPr/>
          </a:p>
        </p:txBody>
      </p:sp>
      <p:sp>
        <p:nvSpPr>
          <p:cNvPr id="717" name="Google Shape;717;p15"/>
          <p:cNvSpPr txBox="1"/>
          <p:nvPr/>
        </p:nvSpPr>
        <p:spPr>
          <a:xfrm>
            <a:off x="15544800" y="10845800"/>
            <a:ext cx="4876800" cy="193766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3399"/>
              </a:buClr>
              <a:buSzPts val="4000"/>
              <a:buFont typeface="Calibri"/>
              <a:buNone/>
            </a:pPr>
            <a:r>
              <a:rPr b="0" i="0" lang="en-US" sz="4000" u="none" cap="none" strike="noStrike">
                <a:solidFill>
                  <a:srgbClr val="003399"/>
                </a:solidFill>
                <a:latin typeface="Calibri"/>
                <a:ea typeface="Calibri"/>
                <a:cs typeface="Calibri"/>
                <a:sym typeface="Calibri"/>
              </a:rPr>
              <a:t>“corner”</a:t>
            </a:r>
            <a:r>
              <a:rPr b="0" i="0" lang="en-US" sz="4000" u="none" cap="none" strike="noStrike">
                <a:solidFill>
                  <a:srgbClr val="000000"/>
                </a:solidFill>
                <a:latin typeface="Calibri"/>
                <a:ea typeface="Calibri"/>
                <a:cs typeface="Calibri"/>
                <a:sym typeface="Calibri"/>
              </a:rPr>
              <a:t>:</a:t>
            </a:r>
            <a:br>
              <a:rPr b="0" i="0" lang="en-US" sz="4000" u="none" cap="none" strike="noStrike">
                <a:solidFill>
                  <a:srgbClr val="000000"/>
                </a:solidFill>
                <a:latin typeface="Calibri"/>
                <a:ea typeface="Calibri"/>
                <a:cs typeface="Calibri"/>
                <a:sym typeface="Calibri"/>
              </a:rPr>
            </a:br>
            <a:r>
              <a:rPr b="0" i="0" lang="en-US" sz="4000" u="none" cap="none" strike="noStrike">
                <a:solidFill>
                  <a:srgbClr val="000000"/>
                </a:solidFill>
                <a:latin typeface="Calibri"/>
                <a:ea typeface="Calibri"/>
                <a:cs typeface="Calibri"/>
                <a:sym typeface="Calibri"/>
              </a:rPr>
              <a:t>significant change in all directions</a:t>
            </a:r>
            <a:endParaRPr/>
          </a:p>
        </p:txBody>
      </p:sp>
      <p:sp>
        <p:nvSpPr>
          <p:cNvPr id="718" name="Google Shape;718;p15"/>
          <p:cNvSpPr txBox="1"/>
          <p:nvPr/>
        </p:nvSpPr>
        <p:spPr>
          <a:xfrm>
            <a:off x="3962400" y="3073400"/>
            <a:ext cx="16459200" cy="2923739"/>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5600"/>
              <a:buFont typeface="Arial"/>
              <a:buChar char="•"/>
            </a:pPr>
            <a:r>
              <a:rPr b="0" i="0" lang="en-US" sz="5600" u="none" cap="none" strike="noStrike">
                <a:solidFill>
                  <a:srgbClr val="000000"/>
                </a:solidFill>
                <a:latin typeface="Helvetica Neue Light"/>
                <a:ea typeface="Helvetica Neue Light"/>
                <a:cs typeface="Helvetica Neue Light"/>
                <a:sym typeface="Helvetica Neue Light"/>
              </a:rPr>
              <a:t>How does the window change when you shift it?</a:t>
            </a:r>
            <a:endParaRPr/>
          </a:p>
          <a:p>
            <a:pPr indent="-685800" lvl="0" marL="685800" marR="0" rtl="0" algn="l">
              <a:lnSpc>
                <a:spcPct val="100000"/>
              </a:lnSpc>
              <a:spcBef>
                <a:spcPts val="1300"/>
              </a:spcBef>
              <a:spcAft>
                <a:spcPts val="0"/>
              </a:spcAft>
              <a:buClr>
                <a:srgbClr val="000000"/>
              </a:buClr>
              <a:buSzPts val="5600"/>
              <a:buFont typeface="Arial"/>
              <a:buChar char="•"/>
            </a:pPr>
            <a:r>
              <a:rPr b="0" i="0" lang="en-US" sz="5600" u="none" cap="none" strike="noStrike">
                <a:solidFill>
                  <a:srgbClr val="000000"/>
                </a:solidFill>
                <a:latin typeface="Helvetica Neue Light"/>
                <a:ea typeface="Helvetica Neue Light"/>
                <a:cs typeface="Helvetica Neue Light"/>
                <a:sym typeface="Helvetica Neue Light"/>
              </a:rPr>
              <a:t>Shifting the window in any direction causes a big change</a:t>
            </a:r>
            <a:endParaRPr/>
          </a:p>
        </p:txBody>
      </p:sp>
      <p:sp>
        <p:nvSpPr>
          <p:cNvPr id="719" name="Google Shape;719;p15"/>
          <p:cNvSpPr txBox="1"/>
          <p:nvPr/>
        </p:nvSpPr>
        <p:spPr>
          <a:xfrm>
            <a:off x="17207786" y="13066718"/>
            <a:ext cx="7236124" cy="542340"/>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2400"/>
              <a:buFont typeface="Helvetica Neue Light"/>
              <a:buNone/>
            </a:pPr>
            <a:r>
              <a:rPr b="0" i="0" lang="en-US" sz="2400" u="none" cap="none" strike="noStrike">
                <a:solidFill>
                  <a:srgbClr val="000000"/>
                </a:solidFill>
                <a:latin typeface="Helvetica Neue Light"/>
                <a:ea typeface="Helvetica Neue Light"/>
                <a:cs typeface="Helvetica Neue Light"/>
                <a:sym typeface="Helvetica Neue Light"/>
              </a:rPr>
              <a:t>Source: S. Seitz, D. Frolova, D. Simakov, N. Snavely</a:t>
            </a:r>
            <a:endParaRPr/>
          </a:p>
        </p:txBody>
      </p:sp>
      <p:sp>
        <p:nvSpPr>
          <p:cNvPr id="720" name="Google Shape;720;p15"/>
          <p:cNvSpPr txBox="1"/>
          <p:nvPr>
            <p:ph idx="12" type="sldNum"/>
          </p:nvPr>
        </p:nvSpPr>
        <p:spPr>
          <a:xfrm>
            <a:off x="20071536" y="12835870"/>
            <a:ext cx="350065"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6"/>
          <p:cNvSpPr txBox="1"/>
          <p:nvPr>
            <p:ph type="title"/>
          </p:nvPr>
        </p:nvSpPr>
        <p:spPr>
          <a:xfrm>
            <a:off x="3200400" y="152400"/>
            <a:ext cx="17983200" cy="1524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Finding good key points to match</a:t>
            </a:r>
            <a:endParaRPr/>
          </a:p>
        </p:txBody>
      </p:sp>
      <p:pic>
        <p:nvPicPr>
          <p:cNvPr descr="Image" id="726" name="Google Shape;726;p16"/>
          <p:cNvPicPr preferRelativeResize="0"/>
          <p:nvPr/>
        </p:nvPicPr>
        <p:blipFill rotWithShape="1">
          <a:blip r:embed="rId3">
            <a:alphaModFix/>
          </a:blip>
          <a:srcRect b="0" l="0" r="0" t="29915"/>
          <a:stretch/>
        </p:blipFill>
        <p:spPr>
          <a:xfrm>
            <a:off x="-304800" y="4746881"/>
            <a:ext cx="13380722" cy="4177052"/>
          </a:xfrm>
          <a:prstGeom prst="rect">
            <a:avLst/>
          </a:prstGeom>
          <a:noFill/>
          <a:ln>
            <a:noFill/>
          </a:ln>
        </p:spPr>
      </p:pic>
      <p:pic>
        <p:nvPicPr>
          <p:cNvPr descr="image19.png" id="727" name="Google Shape;727;p16"/>
          <p:cNvPicPr preferRelativeResize="0"/>
          <p:nvPr/>
        </p:nvPicPr>
        <p:blipFill rotWithShape="1">
          <a:blip r:embed="rId4">
            <a:alphaModFix/>
          </a:blip>
          <a:srcRect b="0" l="0" r="0" t="0"/>
          <a:stretch/>
        </p:blipFill>
        <p:spPr>
          <a:xfrm>
            <a:off x="14778566" y="3997325"/>
            <a:ext cx="7340097" cy="5574623"/>
          </a:xfrm>
          <a:prstGeom prst="rect">
            <a:avLst/>
          </a:prstGeom>
          <a:noFill/>
          <a:ln>
            <a:noFill/>
          </a:ln>
        </p:spPr>
      </p:pic>
      <p:sp>
        <p:nvSpPr>
          <p:cNvPr id="728" name="Google Shape;728;p16"/>
          <p:cNvSpPr txBox="1"/>
          <p:nvPr/>
        </p:nvSpPr>
        <p:spPr>
          <a:xfrm>
            <a:off x="14117640" y="9979999"/>
            <a:ext cx="9662271" cy="183320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700"/>
              <a:buFont typeface="Helvetica Neue Light"/>
              <a:buNone/>
            </a:pPr>
            <a:r>
              <a:rPr b="0" i="0" lang="en-US" sz="5700" u="none" cap="none" strike="noStrike">
                <a:solidFill>
                  <a:srgbClr val="000000"/>
                </a:solidFill>
                <a:latin typeface="Helvetica Neue Light"/>
                <a:ea typeface="Helvetica Neue Light"/>
                <a:cs typeface="Helvetica Neue Light"/>
                <a:sym typeface="Helvetica Neue Light"/>
              </a:rPr>
              <a:t>Find local optima in space and scale using Laplacian pyramid.</a:t>
            </a:r>
            <a:endParaRPr/>
          </a:p>
        </p:txBody>
      </p:sp>
      <p:sp>
        <p:nvSpPr>
          <p:cNvPr id="729" name="Google Shape;729;p16"/>
          <p:cNvSpPr txBox="1"/>
          <p:nvPr/>
        </p:nvSpPr>
        <p:spPr>
          <a:xfrm>
            <a:off x="2211998" y="9979999"/>
            <a:ext cx="10612299" cy="183320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700"/>
              <a:buFont typeface="Helvetica Neue Light"/>
              <a:buNone/>
            </a:pPr>
            <a:r>
              <a:rPr b="0" i="0" lang="en-US" sz="5700" u="none" cap="none" strike="noStrike">
                <a:solidFill>
                  <a:srgbClr val="000000"/>
                </a:solidFill>
                <a:latin typeface="Helvetica Neue Light"/>
                <a:ea typeface="Helvetica Neue Light"/>
                <a:cs typeface="Helvetica Neue Light"/>
                <a:sym typeface="Helvetica Neue Light"/>
              </a:rPr>
              <a:t>Compute difference-of-Gaussians</a:t>
            </a:r>
            <a:endParaRPr/>
          </a:p>
          <a:p>
            <a:pPr indent="0" lvl="0" marL="0" marR="0" rtl="0" algn="ctr">
              <a:lnSpc>
                <a:spcPct val="100000"/>
              </a:lnSpc>
              <a:spcBef>
                <a:spcPts val="0"/>
              </a:spcBef>
              <a:spcAft>
                <a:spcPts val="0"/>
              </a:spcAft>
              <a:buClr>
                <a:srgbClr val="000000"/>
              </a:buClr>
              <a:buSzPts val="5700"/>
              <a:buFont typeface="Helvetica Neue Light"/>
              <a:buNone/>
            </a:pPr>
            <a:r>
              <a:rPr b="0" i="0" lang="en-US" sz="5700" u="none" cap="none" strike="noStrike">
                <a:solidFill>
                  <a:srgbClr val="000000"/>
                </a:solidFill>
                <a:latin typeface="Helvetica Neue Light"/>
                <a:ea typeface="Helvetica Neue Light"/>
                <a:cs typeface="Helvetica Neue Light"/>
                <a:sym typeface="Helvetica Neue Light"/>
              </a:rPr>
              <a:t>filter (approx. to Laplacian).</a:t>
            </a:r>
            <a:endParaRPr/>
          </a:p>
        </p:txBody>
      </p:sp>
      <p:sp>
        <p:nvSpPr>
          <p:cNvPr id="730" name="Google Shape;730;p16"/>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7"/>
          <p:cNvSpPr txBox="1"/>
          <p:nvPr>
            <p:ph type="title"/>
          </p:nvPr>
        </p:nvSpPr>
        <p:spPr>
          <a:xfrm>
            <a:off x="3962400" y="0"/>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descriptors</a:t>
            </a:r>
            <a:endParaRPr/>
          </a:p>
        </p:txBody>
      </p:sp>
      <p:sp>
        <p:nvSpPr>
          <p:cNvPr id="736" name="Google Shape;736;p17"/>
          <p:cNvSpPr txBox="1"/>
          <p:nvPr>
            <p:ph idx="1" type="body"/>
          </p:nvPr>
        </p:nvSpPr>
        <p:spPr>
          <a:xfrm>
            <a:off x="4419600" y="2133600"/>
            <a:ext cx="19494600" cy="11277600"/>
          </a:xfrm>
          <a:prstGeom prst="rect">
            <a:avLst/>
          </a:prstGeom>
          <a:noFill/>
          <a:ln>
            <a:noFill/>
          </a:ln>
        </p:spPr>
        <p:txBody>
          <a:bodyPr anchorCtr="0" anchor="t" bIns="91425" lIns="91425" spcFirstLastPara="1" rIns="91425" wrap="square" tIns="91425">
            <a:normAutofit lnSpcReduction="10000"/>
          </a:bodyPr>
          <a:lstStyle/>
          <a:p>
            <a:pPr indent="-685800" lvl="0" marL="685800" rtl="0" algn="l">
              <a:lnSpc>
                <a:spcPct val="100000"/>
              </a:lnSpc>
              <a:spcBef>
                <a:spcPts val="0"/>
              </a:spcBef>
              <a:spcAft>
                <a:spcPts val="0"/>
              </a:spcAft>
              <a:buClr>
                <a:srgbClr val="000000"/>
              </a:buClr>
              <a:buSzPts val="5600"/>
              <a:buNone/>
            </a:pPr>
            <a:r>
              <a:rPr lang="en-US" sz="5600"/>
              <a:t>We know how to detect good points</a:t>
            </a:r>
            <a:endParaRPr/>
          </a:p>
          <a:p>
            <a:pPr indent="-685800" lvl="0" marL="685800" rtl="0" algn="l">
              <a:lnSpc>
                <a:spcPct val="100000"/>
              </a:lnSpc>
              <a:spcBef>
                <a:spcPts val="0"/>
              </a:spcBef>
              <a:spcAft>
                <a:spcPts val="0"/>
              </a:spcAft>
              <a:buClr>
                <a:srgbClr val="000000"/>
              </a:buClr>
              <a:buSzPts val="5600"/>
              <a:buNone/>
            </a:pPr>
            <a:r>
              <a:rPr lang="en-US" sz="5600"/>
              <a:t>Next question: </a:t>
            </a:r>
            <a:r>
              <a:rPr b="1" lang="en-US">
                <a:solidFill>
                  <a:srgbClr val="FF0000"/>
                </a:solidFill>
              </a:rPr>
              <a:t>How to match them?</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FF0000"/>
              </a:buClr>
              <a:buSzPts val="6400"/>
              <a:buNone/>
            </a:pPr>
            <a:r>
              <a:t/>
            </a:r>
            <a:endParaRPr b="1">
              <a:solidFill>
                <a:srgbClr val="FF0000"/>
              </a:solidFill>
            </a:endParaRPr>
          </a:p>
          <a:p>
            <a:pPr indent="-685800" lvl="0" marL="685800" rtl="0" algn="l">
              <a:lnSpc>
                <a:spcPct val="100000"/>
              </a:lnSpc>
              <a:spcBef>
                <a:spcPts val="0"/>
              </a:spcBef>
              <a:spcAft>
                <a:spcPts val="0"/>
              </a:spcAft>
              <a:buClr>
                <a:srgbClr val="000000"/>
              </a:buClr>
              <a:buSzPts val="6400"/>
              <a:buNone/>
            </a:pPr>
            <a:r>
              <a:t/>
            </a:r>
            <a:endParaRPr>
              <a:solidFill>
                <a:srgbClr val="FF0000"/>
              </a:solidFill>
            </a:endParaRPr>
          </a:p>
          <a:p>
            <a:pPr indent="-685800" lvl="0" marL="685800" rtl="0" algn="l">
              <a:lnSpc>
                <a:spcPct val="100000"/>
              </a:lnSpc>
              <a:spcBef>
                <a:spcPts val="0"/>
              </a:spcBef>
              <a:spcAft>
                <a:spcPts val="0"/>
              </a:spcAft>
              <a:buClr>
                <a:srgbClr val="000000"/>
              </a:buClr>
              <a:buSzPts val="5600"/>
              <a:buNone/>
            </a:pPr>
            <a:r>
              <a:rPr b="0" lang="en-US"/>
              <a:t>Come up with a </a:t>
            </a:r>
            <a:r>
              <a:rPr b="0" i="1" lang="en-US"/>
              <a:t>descriptor</a:t>
            </a:r>
            <a:r>
              <a:rPr b="0" lang="en-US"/>
              <a:t> (feature vector) for each point, find similar descriptors between the two images</a:t>
            </a:r>
            <a:endParaRPr/>
          </a:p>
        </p:txBody>
      </p:sp>
      <p:pic>
        <p:nvPicPr>
          <p:cNvPr descr="SIFT2" id="737" name="Google Shape;737;p17"/>
          <p:cNvPicPr preferRelativeResize="0"/>
          <p:nvPr/>
        </p:nvPicPr>
        <p:blipFill rotWithShape="1">
          <a:blip r:embed="rId3">
            <a:alphaModFix/>
          </a:blip>
          <a:srcRect b="0" l="0" r="0" t="0"/>
          <a:stretch/>
        </p:blipFill>
        <p:spPr>
          <a:xfrm>
            <a:off x="12369800" y="4267200"/>
            <a:ext cx="7350126" cy="5321300"/>
          </a:xfrm>
          <a:prstGeom prst="rect">
            <a:avLst/>
          </a:prstGeom>
          <a:noFill/>
          <a:ln>
            <a:noFill/>
          </a:ln>
        </p:spPr>
      </p:pic>
      <p:pic>
        <p:nvPicPr>
          <p:cNvPr descr="SIFT1" id="738" name="Google Shape;738;p17"/>
          <p:cNvPicPr preferRelativeResize="0"/>
          <p:nvPr/>
        </p:nvPicPr>
        <p:blipFill rotWithShape="1">
          <a:blip r:embed="rId4">
            <a:alphaModFix/>
          </a:blip>
          <a:srcRect b="0" l="0" r="0" t="0"/>
          <a:stretch/>
        </p:blipFill>
        <p:spPr>
          <a:xfrm>
            <a:off x="4749800" y="4267200"/>
            <a:ext cx="7350126" cy="5327650"/>
          </a:xfrm>
          <a:prstGeom prst="rect">
            <a:avLst/>
          </a:prstGeom>
          <a:noFill/>
          <a:ln>
            <a:noFill/>
          </a:ln>
        </p:spPr>
      </p:pic>
      <p:cxnSp>
        <p:nvCxnSpPr>
          <p:cNvPr id="739" name="Google Shape;739;p17"/>
          <p:cNvCxnSpPr/>
          <p:nvPr/>
        </p:nvCxnSpPr>
        <p:spPr>
          <a:xfrm flipH="1" rot="10800000">
            <a:off x="9626599" y="5867400"/>
            <a:ext cx="3810001" cy="304800"/>
          </a:xfrm>
          <a:prstGeom prst="straightConnector1">
            <a:avLst/>
          </a:prstGeom>
          <a:noFill/>
          <a:ln cap="flat" cmpd="sng" w="50800">
            <a:solidFill>
              <a:srgbClr val="FF0000"/>
            </a:solidFill>
            <a:prstDash val="solid"/>
            <a:round/>
            <a:headEnd len="med" w="med" type="triangle"/>
            <a:tailEnd len="med" w="med" type="triangle"/>
          </a:ln>
        </p:spPr>
      </p:cxnSp>
      <p:cxnSp>
        <p:nvCxnSpPr>
          <p:cNvPr id="740" name="Google Shape;740;p17"/>
          <p:cNvCxnSpPr/>
          <p:nvPr/>
        </p:nvCxnSpPr>
        <p:spPr>
          <a:xfrm>
            <a:off x="11512549" y="6407149"/>
            <a:ext cx="3632201" cy="28578"/>
          </a:xfrm>
          <a:prstGeom prst="straightConnector1">
            <a:avLst/>
          </a:prstGeom>
          <a:noFill/>
          <a:ln cap="flat" cmpd="sng" w="50800">
            <a:solidFill>
              <a:srgbClr val="FF0000"/>
            </a:solidFill>
            <a:prstDash val="solid"/>
            <a:round/>
            <a:headEnd len="med" w="med" type="triangle"/>
            <a:tailEnd len="med" w="med" type="triangle"/>
          </a:ln>
        </p:spPr>
      </p:cxnSp>
      <p:cxnSp>
        <p:nvCxnSpPr>
          <p:cNvPr id="741" name="Google Shape;741;p17"/>
          <p:cNvCxnSpPr/>
          <p:nvPr/>
        </p:nvCxnSpPr>
        <p:spPr>
          <a:xfrm flipH="1" rot="10800000">
            <a:off x="10496550" y="8610599"/>
            <a:ext cx="3397251" cy="285752"/>
          </a:xfrm>
          <a:prstGeom prst="straightConnector1">
            <a:avLst/>
          </a:prstGeom>
          <a:noFill/>
          <a:ln cap="flat" cmpd="sng" w="50800">
            <a:solidFill>
              <a:srgbClr val="FF0000"/>
            </a:solidFill>
            <a:prstDash val="solid"/>
            <a:round/>
            <a:headEnd len="med" w="med" type="triangle"/>
            <a:tailEnd len="med" w="med" type="triangle"/>
          </a:ln>
        </p:spPr>
      </p:cxnSp>
      <p:cxnSp>
        <p:nvCxnSpPr>
          <p:cNvPr id="742" name="Google Shape;742;p17"/>
          <p:cNvCxnSpPr/>
          <p:nvPr/>
        </p:nvCxnSpPr>
        <p:spPr>
          <a:xfrm flipH="1" rot="10800000">
            <a:off x="11410949" y="7696199"/>
            <a:ext cx="3473451" cy="82552"/>
          </a:xfrm>
          <a:prstGeom prst="straightConnector1">
            <a:avLst/>
          </a:prstGeom>
          <a:noFill/>
          <a:ln cap="flat" cmpd="sng" w="50800">
            <a:solidFill>
              <a:srgbClr val="FF0000"/>
            </a:solidFill>
            <a:prstDash val="solid"/>
            <a:round/>
            <a:headEnd len="med" w="med" type="triangle"/>
            <a:tailEnd len="med" w="med" type="triangle"/>
          </a:ln>
        </p:spPr>
      </p:cxnSp>
      <p:cxnSp>
        <p:nvCxnSpPr>
          <p:cNvPr id="743" name="Google Shape;743;p17"/>
          <p:cNvCxnSpPr/>
          <p:nvPr/>
        </p:nvCxnSpPr>
        <p:spPr>
          <a:xfrm flipH="1" rot="10800000">
            <a:off x="9937749" y="6857999"/>
            <a:ext cx="3651251" cy="260352"/>
          </a:xfrm>
          <a:prstGeom prst="straightConnector1">
            <a:avLst/>
          </a:prstGeom>
          <a:noFill/>
          <a:ln cap="flat" cmpd="sng" w="50800">
            <a:solidFill>
              <a:srgbClr val="FF0000"/>
            </a:solidFill>
            <a:prstDash val="solid"/>
            <a:round/>
            <a:headEnd len="med" w="med" type="triangle"/>
            <a:tailEnd len="med" w="med" type="triangle"/>
          </a:ln>
        </p:spPr>
      </p:cxnSp>
      <p:sp>
        <p:nvSpPr>
          <p:cNvPr id="744" name="Google Shape;744;p17"/>
          <p:cNvSpPr txBox="1"/>
          <p:nvPr/>
        </p:nvSpPr>
        <p:spPr>
          <a:xfrm>
            <a:off x="11589584" y="4464050"/>
            <a:ext cx="1325484" cy="2616518"/>
          </a:xfrm>
          <a:prstGeom prst="rect">
            <a:avLst/>
          </a:prstGeom>
          <a:noFill/>
          <a:ln>
            <a:noFill/>
          </a:ln>
          <a:effectLst>
            <a:outerShdw blurRad="279400" rotWithShape="0">
              <a:srgbClr val="000000">
                <a:alpha val="8784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0000"/>
              </a:buClr>
              <a:buSzPts val="19200"/>
              <a:buFont typeface="Calibri"/>
              <a:buNone/>
            </a:pPr>
            <a:r>
              <a:rPr b="0" i="0" lang="en-US" sz="19200" u="none" cap="none" strike="noStrike">
                <a:solidFill>
                  <a:srgbClr val="FF0000"/>
                </a:solidFill>
                <a:latin typeface="Calibri"/>
                <a:ea typeface="Calibri"/>
                <a:cs typeface="Calibri"/>
                <a:sym typeface="Calibri"/>
              </a:rPr>
              <a:t>?</a:t>
            </a:r>
            <a:endParaRPr/>
          </a:p>
        </p:txBody>
      </p:sp>
      <p:sp>
        <p:nvSpPr>
          <p:cNvPr id="745" name="Google Shape;745;p17"/>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746" name="Google Shape;746;p17"/>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7fae8905c8_0_162"/>
          <p:cNvSpPr txBox="1"/>
          <p:nvPr>
            <p:ph type="title"/>
          </p:nvPr>
        </p:nvSpPr>
        <p:spPr>
          <a:xfrm>
            <a:off x="1746386" y="0"/>
            <a:ext cx="21005700" cy="2286000"/>
          </a:xfrm>
          <a:prstGeom prst="rect">
            <a:avLst/>
          </a:prstGeom>
        </p:spPr>
        <p:txBody>
          <a:bodyPr anchorCtr="0" anchor="ctr" bIns="50800" lIns="50800" spcFirstLastPara="1" rIns="50800" wrap="square" tIns="50800">
            <a:normAutofit/>
          </a:bodyPr>
          <a:lstStyle/>
          <a:p>
            <a:pPr indent="0" lvl="0" marL="0" rtl="0" algn="ctr">
              <a:spcBef>
                <a:spcPts val="0"/>
              </a:spcBef>
              <a:spcAft>
                <a:spcPts val="0"/>
              </a:spcAft>
              <a:buNone/>
            </a:pPr>
            <a:r>
              <a:rPr lang="en-US"/>
              <a:t>Translation Invariance</a:t>
            </a:r>
            <a:endParaRPr/>
          </a:p>
        </p:txBody>
      </p:sp>
      <p:grpSp>
        <p:nvGrpSpPr>
          <p:cNvPr id="752" name="Google Shape;752;g37fae8905c8_0_162"/>
          <p:cNvGrpSpPr/>
          <p:nvPr/>
        </p:nvGrpSpPr>
        <p:grpSpPr>
          <a:xfrm>
            <a:off x="9262840" y="4395236"/>
            <a:ext cx="3141344" cy="3068320"/>
            <a:chOff x="13193315" y="4392536"/>
            <a:chExt cx="3141344" cy="3068320"/>
          </a:xfrm>
        </p:grpSpPr>
        <p:sp>
          <p:nvSpPr>
            <p:cNvPr id="753" name="Google Shape;753;g37fae8905c8_0_162"/>
            <p:cNvSpPr/>
            <p:nvPr/>
          </p:nvSpPr>
          <p:spPr>
            <a:xfrm>
              <a:off x="13193315" y="4392536"/>
              <a:ext cx="3141344" cy="3068320"/>
            </a:xfrm>
            <a:custGeom>
              <a:rect b="b" l="l" r="r" t="t"/>
              <a:pathLst>
                <a:path extrusionOk="0" h="3068320" w="3141344">
                  <a:moveTo>
                    <a:pt x="3141265" y="0"/>
                  </a:moveTo>
                  <a:lnTo>
                    <a:pt x="0" y="0"/>
                  </a:lnTo>
                  <a:lnTo>
                    <a:pt x="0" y="3067969"/>
                  </a:lnTo>
                  <a:lnTo>
                    <a:pt x="3141265" y="3067969"/>
                  </a:lnTo>
                  <a:lnTo>
                    <a:pt x="314126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54" name="Google Shape;754;g37fae8905c8_0_162"/>
            <p:cNvPicPr preferRelativeResize="0"/>
            <p:nvPr/>
          </p:nvPicPr>
          <p:blipFill rotWithShape="1">
            <a:blip r:embed="rId3">
              <a:alphaModFix/>
            </a:blip>
            <a:srcRect b="0" l="0" r="0" t="0"/>
            <a:stretch/>
          </p:blipFill>
          <p:spPr>
            <a:xfrm>
              <a:off x="13193315" y="4397771"/>
              <a:ext cx="3015614" cy="3062733"/>
            </a:xfrm>
            <a:prstGeom prst="rect">
              <a:avLst/>
            </a:prstGeom>
            <a:noFill/>
            <a:ln>
              <a:noFill/>
            </a:ln>
          </p:spPr>
        </p:pic>
        <p:sp>
          <p:nvSpPr>
            <p:cNvPr id="755" name="Google Shape;755;g37fae8905c8_0_162"/>
            <p:cNvSpPr/>
            <p:nvPr/>
          </p:nvSpPr>
          <p:spPr>
            <a:xfrm>
              <a:off x="13193315" y="4392536"/>
              <a:ext cx="3141344" cy="3068320"/>
            </a:xfrm>
            <a:custGeom>
              <a:rect b="b" l="l" r="r" t="t"/>
              <a:pathLst>
                <a:path extrusionOk="0" h="3068320" w="3141344">
                  <a:moveTo>
                    <a:pt x="0" y="0"/>
                  </a:moveTo>
                  <a:lnTo>
                    <a:pt x="3141265" y="0"/>
                  </a:lnTo>
                  <a:lnTo>
                    <a:pt x="3141265" y="3067969"/>
                  </a:lnTo>
                  <a:lnTo>
                    <a:pt x="0" y="3067969"/>
                  </a:lnTo>
                  <a:lnTo>
                    <a:pt x="0" y="0"/>
                  </a:lnTo>
                  <a:close/>
                </a:path>
              </a:pathLst>
            </a:custGeom>
            <a:noFill/>
            <a:ln cap="flat" cmpd="sng" w="104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756" name="Google Shape;756;g37fae8905c8_0_162"/>
          <p:cNvGrpSpPr/>
          <p:nvPr/>
        </p:nvGrpSpPr>
        <p:grpSpPr>
          <a:xfrm>
            <a:off x="4020819" y="4397771"/>
            <a:ext cx="3094354" cy="3063240"/>
            <a:chOff x="4020819" y="4397771"/>
            <a:chExt cx="3094354" cy="3063240"/>
          </a:xfrm>
        </p:grpSpPr>
        <p:pic>
          <p:nvPicPr>
            <p:cNvPr id="757" name="Google Shape;757;g37fae8905c8_0_162"/>
            <p:cNvPicPr preferRelativeResize="0"/>
            <p:nvPr/>
          </p:nvPicPr>
          <p:blipFill rotWithShape="1">
            <a:blip r:embed="rId4">
              <a:alphaModFix/>
            </a:blip>
            <a:srcRect b="0" l="0" r="0" t="0"/>
            <a:stretch/>
          </p:blipFill>
          <p:spPr>
            <a:xfrm>
              <a:off x="4020819" y="4397771"/>
              <a:ext cx="3094146" cy="3062733"/>
            </a:xfrm>
            <a:prstGeom prst="rect">
              <a:avLst/>
            </a:prstGeom>
            <a:noFill/>
            <a:ln>
              <a:noFill/>
            </a:ln>
          </p:spPr>
        </p:pic>
        <p:sp>
          <p:nvSpPr>
            <p:cNvPr id="758" name="Google Shape;758;g37fae8905c8_0_162"/>
            <p:cNvSpPr/>
            <p:nvPr/>
          </p:nvSpPr>
          <p:spPr>
            <a:xfrm>
              <a:off x="4020819" y="4397771"/>
              <a:ext cx="3094354" cy="3063240"/>
            </a:xfrm>
            <a:custGeom>
              <a:rect b="b" l="l" r="r" t="t"/>
              <a:pathLst>
                <a:path extrusionOk="0" h="3063240" w="3094354">
                  <a:moveTo>
                    <a:pt x="0" y="0"/>
                  </a:moveTo>
                  <a:lnTo>
                    <a:pt x="3094146" y="0"/>
                  </a:lnTo>
                  <a:lnTo>
                    <a:pt x="3094146" y="3062733"/>
                  </a:lnTo>
                  <a:lnTo>
                    <a:pt x="0" y="3062733"/>
                  </a:lnTo>
                  <a:lnTo>
                    <a:pt x="0" y="0"/>
                  </a:lnTo>
                  <a:close/>
                </a:path>
              </a:pathLst>
            </a:custGeom>
            <a:noFill/>
            <a:ln cap="flat" cmpd="sng" w="209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59" name="Google Shape;759;g37fae8905c8_0_162"/>
          <p:cNvSpPr txBox="1"/>
          <p:nvPr/>
        </p:nvSpPr>
        <p:spPr>
          <a:xfrm>
            <a:off x="3234725" y="8909075"/>
            <a:ext cx="108969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latin typeface="Helvetica Neue"/>
                <a:ea typeface="Helvetica Neue"/>
                <a:cs typeface="Helvetica Neue"/>
                <a:sym typeface="Helvetica Neue"/>
              </a:rPr>
              <a:t>There is an eye in the original image and the shifted image.</a:t>
            </a:r>
            <a:endParaRPr sz="4800">
              <a:latin typeface="Helvetica Neue"/>
              <a:ea typeface="Helvetica Neue"/>
              <a:cs typeface="Helvetica Neue"/>
              <a:sym typeface="Helvetica Neue"/>
            </a:endParaRPr>
          </a:p>
          <a:p>
            <a:pPr indent="0" lvl="0" marL="0" rtl="0" algn="l">
              <a:spcBef>
                <a:spcPts val="0"/>
              </a:spcBef>
              <a:spcAft>
                <a:spcPts val="0"/>
              </a:spcAft>
              <a:buNone/>
            </a:pPr>
            <a:r>
              <a:t/>
            </a:r>
            <a:endParaRPr sz="4800">
              <a:latin typeface="Helvetica Neue"/>
              <a:ea typeface="Helvetica Neue"/>
              <a:cs typeface="Helvetica Neue"/>
              <a:sym typeface="Helvetica Neue"/>
            </a:endParaRPr>
          </a:p>
          <a:p>
            <a:pPr indent="0" lvl="0" marL="0" rtl="0" algn="l">
              <a:spcBef>
                <a:spcPts val="0"/>
              </a:spcBef>
              <a:spcAft>
                <a:spcPts val="0"/>
              </a:spcAft>
              <a:buNone/>
            </a:pPr>
            <a:r>
              <a:rPr lang="en-US" sz="4800">
                <a:latin typeface="Helvetica Neue"/>
                <a:ea typeface="Helvetica Neue"/>
                <a:cs typeface="Helvetica Neue"/>
                <a:sym typeface="Helvetica Neue"/>
              </a:rPr>
              <a:t>Translation should have no e	ffect on determining this image is an eye.</a:t>
            </a:r>
            <a:endParaRPr sz="4800">
              <a:latin typeface="Helvetica Neue"/>
              <a:ea typeface="Helvetica Neue"/>
              <a:cs typeface="Helvetica Neue"/>
              <a:sym typeface="Helvetica Neue"/>
            </a:endParaRPr>
          </a:p>
        </p:txBody>
      </p:sp>
      <p:sp>
        <p:nvSpPr>
          <p:cNvPr id="760" name="Google Shape;760;g37fae8905c8_0_162"/>
          <p:cNvSpPr txBox="1"/>
          <p:nvPr/>
        </p:nvSpPr>
        <p:spPr>
          <a:xfrm>
            <a:off x="13281075" y="3775500"/>
            <a:ext cx="108969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latin typeface="Helvetica Neue"/>
                <a:ea typeface="Helvetica Neue"/>
                <a:cs typeface="Helvetica Neue"/>
                <a:sym typeface="Helvetica Neue"/>
              </a:rPr>
              <a:t>f (x + h) = f (x)</a:t>
            </a:r>
            <a:endParaRPr sz="4800">
              <a:latin typeface="Helvetica Neue"/>
              <a:ea typeface="Helvetica Neue"/>
              <a:cs typeface="Helvetica Neue"/>
              <a:sym typeface="Helvetica Neue"/>
            </a:endParaRPr>
          </a:p>
          <a:p>
            <a:pPr indent="0" lvl="0" marL="0" rtl="0" algn="l">
              <a:spcBef>
                <a:spcPts val="0"/>
              </a:spcBef>
              <a:spcAft>
                <a:spcPts val="0"/>
              </a:spcAft>
              <a:buNone/>
            </a:pPr>
            <a:r>
              <a:t/>
            </a:r>
            <a:endParaRPr sz="4800">
              <a:latin typeface="Helvetica Neue"/>
              <a:ea typeface="Helvetica Neue"/>
              <a:cs typeface="Helvetica Neue"/>
              <a:sym typeface="Helvetica Neue"/>
            </a:endParaRPr>
          </a:p>
          <a:p>
            <a:pPr indent="0" lvl="0" marL="0" rtl="0" algn="l">
              <a:spcBef>
                <a:spcPts val="0"/>
              </a:spcBef>
              <a:spcAft>
                <a:spcPts val="0"/>
              </a:spcAft>
              <a:buNone/>
            </a:pPr>
            <a:r>
              <a:rPr lang="en-US" sz="4800">
                <a:latin typeface="Helvetica Neue"/>
                <a:ea typeface="Helvetica Neue"/>
                <a:cs typeface="Helvetica Neue"/>
                <a:sym typeface="Helvetica Neue"/>
              </a:rPr>
              <a:t>x+h is the translation in the domain</a:t>
            </a:r>
            <a:endParaRPr sz="4800">
              <a:latin typeface="Helvetica Neue"/>
              <a:ea typeface="Helvetica Neue"/>
              <a:cs typeface="Helvetica Neue"/>
              <a:sym typeface="Helvetica Neue"/>
            </a:endParaRPr>
          </a:p>
          <a:p>
            <a:pPr indent="0" lvl="0" marL="0" rtl="0" algn="l">
              <a:spcBef>
                <a:spcPts val="0"/>
              </a:spcBef>
              <a:spcAft>
                <a:spcPts val="0"/>
              </a:spcAft>
              <a:buNone/>
            </a:pPr>
            <a:r>
              <a:t/>
            </a:r>
            <a:endParaRPr sz="4800">
              <a:latin typeface="Helvetica Neue"/>
              <a:ea typeface="Helvetica Neue"/>
              <a:cs typeface="Helvetica Neue"/>
              <a:sym typeface="Helvetica Neue"/>
            </a:endParaRPr>
          </a:p>
          <a:p>
            <a:pPr indent="0" lvl="0" marL="0" rtl="0" algn="l">
              <a:spcBef>
                <a:spcPts val="0"/>
              </a:spcBef>
              <a:spcAft>
                <a:spcPts val="0"/>
              </a:spcAft>
              <a:buNone/>
            </a:pPr>
            <a:r>
              <a:rPr lang="en-US" sz="4800">
                <a:latin typeface="Helvetica Neue"/>
                <a:ea typeface="Helvetica Neue"/>
                <a:cs typeface="Helvetica Neue"/>
                <a:sym typeface="Helvetica Neue"/>
              </a:rPr>
              <a:t>f is translationally invariant</a:t>
            </a:r>
            <a:endParaRPr sz="48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20"/>
          <p:cNvSpPr txBox="1"/>
          <p:nvPr/>
        </p:nvSpPr>
        <p:spPr>
          <a:xfrm>
            <a:off x="12620624" y="9968845"/>
            <a:ext cx="5791201" cy="48391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888888"/>
              </a:buClr>
              <a:buSzPts val="2400"/>
              <a:buFont typeface="Calibri"/>
              <a:buNone/>
            </a:pPr>
            <a:r>
              <a:rPr b="0" i="0" lang="en-US" sz="2400" u="none" cap="none" strike="noStrike">
                <a:solidFill>
                  <a:srgbClr val="888888"/>
                </a:solidFill>
                <a:latin typeface="Calibri"/>
                <a:ea typeface="Calibri"/>
                <a:cs typeface="Calibri"/>
                <a:sym typeface="Calibri"/>
              </a:rPr>
              <a:t>CSE 576: Computer Vision</a:t>
            </a:r>
            <a:endParaRPr/>
          </a:p>
        </p:txBody>
      </p:sp>
      <p:sp>
        <p:nvSpPr>
          <p:cNvPr id="766" name="Google Shape;766;p20"/>
          <p:cNvSpPr txBox="1"/>
          <p:nvPr>
            <p:ph idx="1" type="body"/>
          </p:nvPr>
        </p:nvSpPr>
        <p:spPr>
          <a:xfrm>
            <a:off x="697441" y="4974696"/>
            <a:ext cx="10046759" cy="9051927"/>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4000"/>
              <a:buNone/>
            </a:pPr>
            <a:r>
              <a:rPr lang="en-US" sz="4000">
                <a:latin typeface="Helvetica Neue Light"/>
                <a:ea typeface="Helvetica Neue Light"/>
                <a:cs typeface="Helvetica Neue Light"/>
                <a:sym typeface="Helvetica Neue Light"/>
              </a:rPr>
              <a:t>Take 40x40 window around feature</a:t>
            </a:r>
            <a:endParaRPr/>
          </a:p>
          <a:p>
            <a:pPr indent="-571500" lvl="1" marL="1028700" rtl="0" algn="l">
              <a:lnSpc>
                <a:spcPct val="100000"/>
              </a:lnSpc>
              <a:spcBef>
                <a:spcPts val="800"/>
              </a:spcBef>
              <a:spcAft>
                <a:spcPts val="0"/>
              </a:spcAft>
              <a:buClr>
                <a:srgbClr val="000000"/>
              </a:buClr>
              <a:buSzPts val="5400"/>
              <a:buChar char="•"/>
            </a:pPr>
            <a:r>
              <a:rPr lang="en-US" sz="3600">
                <a:latin typeface="Helvetica Neue Light"/>
                <a:ea typeface="Helvetica Neue Light"/>
                <a:cs typeface="Helvetica Neue Light"/>
                <a:sym typeface="Helvetica Neue Light"/>
              </a:rPr>
              <a:t>Find dominant orientation</a:t>
            </a:r>
            <a:endParaRPr/>
          </a:p>
          <a:p>
            <a:pPr indent="-571500" lvl="1" marL="1028700" rtl="0" algn="l">
              <a:lnSpc>
                <a:spcPct val="100000"/>
              </a:lnSpc>
              <a:spcBef>
                <a:spcPts val="800"/>
              </a:spcBef>
              <a:spcAft>
                <a:spcPts val="0"/>
              </a:spcAft>
              <a:buClr>
                <a:srgbClr val="000000"/>
              </a:buClr>
              <a:buSzPts val="5400"/>
              <a:buChar char="•"/>
            </a:pPr>
            <a:r>
              <a:rPr lang="en-US" sz="3600">
                <a:latin typeface="Helvetica Neue Light"/>
                <a:ea typeface="Helvetica Neue Light"/>
                <a:cs typeface="Helvetica Neue Light"/>
                <a:sym typeface="Helvetica Neue Light"/>
              </a:rPr>
              <a:t>Rotate to horizontal</a:t>
            </a:r>
            <a:endParaRPr sz="5600"/>
          </a:p>
          <a:p>
            <a:pPr indent="-571500" lvl="1" marL="1028700" rtl="0" algn="l">
              <a:lnSpc>
                <a:spcPct val="100000"/>
              </a:lnSpc>
              <a:spcBef>
                <a:spcPts val="800"/>
              </a:spcBef>
              <a:spcAft>
                <a:spcPts val="0"/>
              </a:spcAft>
              <a:buClr>
                <a:srgbClr val="000000"/>
              </a:buClr>
              <a:buSzPts val="5400"/>
              <a:buChar char="•"/>
            </a:pPr>
            <a:r>
              <a:rPr lang="en-US" sz="3600">
                <a:latin typeface="Helvetica Neue Light"/>
                <a:ea typeface="Helvetica Neue Light"/>
                <a:cs typeface="Helvetica Neue Light"/>
                <a:sym typeface="Helvetica Neue Light"/>
              </a:rPr>
              <a:t>Downsample to 8x8</a:t>
            </a:r>
            <a:endParaRPr sz="5600"/>
          </a:p>
          <a:p>
            <a:pPr indent="-571500" lvl="1" marL="1028700" rtl="0" algn="l">
              <a:lnSpc>
                <a:spcPct val="100000"/>
              </a:lnSpc>
              <a:spcBef>
                <a:spcPts val="800"/>
              </a:spcBef>
              <a:spcAft>
                <a:spcPts val="0"/>
              </a:spcAft>
              <a:buClr>
                <a:srgbClr val="000000"/>
              </a:buClr>
              <a:buSzPts val="5400"/>
              <a:buChar char="•"/>
            </a:pPr>
            <a:r>
              <a:rPr lang="en-US" sz="3600">
                <a:latin typeface="Helvetica Neue Light"/>
                <a:ea typeface="Helvetica Neue Light"/>
                <a:cs typeface="Helvetica Neue Light"/>
                <a:sym typeface="Helvetica Neue Light"/>
              </a:rPr>
              <a:t>Intensity normalize the window by subtracting the mean, dividing by the standard deviation in the window</a:t>
            </a:r>
            <a:endParaRPr/>
          </a:p>
        </p:txBody>
      </p:sp>
      <p:pic>
        <p:nvPicPr>
          <p:cNvPr descr="matierb1" id="767" name="Google Shape;767;p20"/>
          <p:cNvPicPr preferRelativeResize="0"/>
          <p:nvPr/>
        </p:nvPicPr>
        <p:blipFill rotWithShape="1">
          <a:blip r:embed="rId3">
            <a:alphaModFix/>
          </a:blip>
          <a:srcRect b="0" l="0" r="0" t="0"/>
          <a:stretch/>
        </p:blipFill>
        <p:spPr>
          <a:xfrm>
            <a:off x="11630024" y="3657600"/>
            <a:ext cx="9925051" cy="6991350"/>
          </a:xfrm>
          <a:prstGeom prst="rect">
            <a:avLst/>
          </a:prstGeom>
          <a:noFill/>
          <a:ln>
            <a:noFill/>
          </a:ln>
        </p:spPr>
      </p:pic>
      <p:sp>
        <p:nvSpPr>
          <p:cNvPr id="768" name="Google Shape;768;p2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7722"/>
              <a:buFont typeface="Helvetica Neue"/>
              <a:buNone/>
            </a:pPr>
            <a:r>
              <a:rPr lang="en-US" sz="7722">
                <a:latin typeface="Helvetica Neue"/>
                <a:ea typeface="Helvetica Neue"/>
                <a:cs typeface="Helvetica Neue"/>
                <a:sym typeface="Helvetica Neue"/>
              </a:rPr>
              <a:t>Simple idea: normalized image patch</a:t>
            </a:r>
            <a:endParaRPr/>
          </a:p>
        </p:txBody>
      </p:sp>
      <p:cxnSp>
        <p:nvCxnSpPr>
          <p:cNvPr id="769" name="Google Shape;769;p20"/>
          <p:cNvCxnSpPr/>
          <p:nvPr/>
        </p:nvCxnSpPr>
        <p:spPr>
          <a:xfrm>
            <a:off x="16202023" y="5146676"/>
            <a:ext cx="1193801" cy="247651"/>
          </a:xfrm>
          <a:prstGeom prst="straightConnector1">
            <a:avLst/>
          </a:prstGeom>
          <a:noFill/>
          <a:ln cap="flat" cmpd="sng" w="63500">
            <a:solidFill>
              <a:srgbClr val="0000FF"/>
            </a:solidFill>
            <a:prstDash val="solid"/>
            <a:round/>
            <a:headEnd len="med" w="med" type="triangle"/>
            <a:tailEnd len="med" w="med" type="triangle"/>
          </a:ln>
        </p:spPr>
      </p:cxnSp>
      <p:grpSp>
        <p:nvGrpSpPr>
          <p:cNvPr id="770" name="Google Shape;770;p20"/>
          <p:cNvGrpSpPr/>
          <p:nvPr/>
        </p:nvGrpSpPr>
        <p:grpSpPr>
          <a:xfrm>
            <a:off x="17455091" y="4893733"/>
            <a:ext cx="3990977" cy="5629278"/>
            <a:chOff x="0" y="0"/>
            <a:chExt cx="3990976" cy="5629277"/>
          </a:xfrm>
        </p:grpSpPr>
        <p:pic>
          <p:nvPicPr>
            <p:cNvPr descr="matierbf1" id="771" name="Google Shape;771;p20"/>
            <p:cNvPicPr preferRelativeResize="0"/>
            <p:nvPr/>
          </p:nvPicPr>
          <p:blipFill rotWithShape="1">
            <a:blip r:embed="rId4">
              <a:alphaModFix/>
            </a:blip>
            <a:srcRect b="0" l="0" r="0" t="0"/>
            <a:stretch/>
          </p:blipFill>
          <p:spPr>
            <a:xfrm>
              <a:off x="25399" y="1654176"/>
              <a:ext cx="3965577" cy="3975101"/>
            </a:xfrm>
            <a:prstGeom prst="rect">
              <a:avLst/>
            </a:prstGeom>
            <a:noFill/>
            <a:ln>
              <a:noFill/>
            </a:ln>
          </p:spPr>
        </p:pic>
        <p:cxnSp>
          <p:nvCxnSpPr>
            <p:cNvPr id="772" name="Google Shape;772;p20"/>
            <p:cNvCxnSpPr/>
            <p:nvPr/>
          </p:nvCxnSpPr>
          <p:spPr>
            <a:xfrm>
              <a:off x="0" y="1066799"/>
              <a:ext cx="3981450" cy="3178"/>
            </a:xfrm>
            <a:prstGeom prst="straightConnector1">
              <a:avLst/>
            </a:prstGeom>
            <a:noFill/>
            <a:ln cap="flat" cmpd="sng" w="101600">
              <a:solidFill>
                <a:srgbClr val="0000FF"/>
              </a:solidFill>
              <a:prstDash val="solid"/>
              <a:round/>
              <a:headEnd len="med" w="med" type="triangle"/>
              <a:tailEnd len="med" w="med" type="triangle"/>
            </a:ln>
          </p:spPr>
        </p:cxnSp>
        <p:sp>
          <p:nvSpPr>
            <p:cNvPr id="773" name="Google Shape;773;p20"/>
            <p:cNvSpPr txBox="1"/>
            <p:nvPr/>
          </p:nvSpPr>
          <p:spPr>
            <a:xfrm>
              <a:off x="609599" y="0"/>
              <a:ext cx="2154407" cy="7924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CCECFF"/>
                </a:buClr>
                <a:buSzPts val="4000"/>
                <a:buFont typeface="Verdana"/>
                <a:buNone/>
              </a:pPr>
              <a:r>
                <a:rPr b="0" i="0" lang="en-US" sz="4000" u="none" cap="none" strike="noStrike">
                  <a:solidFill>
                    <a:srgbClr val="CCECFF"/>
                  </a:solidFill>
                  <a:latin typeface="Verdana"/>
                  <a:ea typeface="Verdana"/>
                  <a:cs typeface="Verdana"/>
                  <a:sym typeface="Verdana"/>
                </a:rPr>
                <a:t>8 pixels</a:t>
              </a:r>
              <a:endParaRPr/>
            </a:p>
          </p:txBody>
        </p:sp>
      </p:grpSp>
      <p:sp>
        <p:nvSpPr>
          <p:cNvPr id="774" name="Google Shape;774;p20"/>
          <p:cNvSpPr txBox="1"/>
          <p:nvPr/>
        </p:nvSpPr>
        <p:spPr>
          <a:xfrm rot="720000">
            <a:off x="15898621" y="4553638"/>
            <a:ext cx="2021007" cy="6781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CCECFF"/>
              </a:buClr>
              <a:buSzPts val="3200"/>
              <a:buFont typeface="Verdana"/>
              <a:buNone/>
            </a:pPr>
            <a:r>
              <a:rPr b="0" i="0" lang="en-US" sz="3200" u="none" cap="none" strike="noStrike">
                <a:solidFill>
                  <a:srgbClr val="CCECFF"/>
                </a:solidFill>
                <a:latin typeface="Verdana"/>
                <a:ea typeface="Verdana"/>
                <a:cs typeface="Verdana"/>
                <a:sym typeface="Verdana"/>
              </a:rPr>
              <a:t>40 pixels</a:t>
            </a:r>
            <a:endParaRPr/>
          </a:p>
        </p:txBody>
      </p:sp>
      <p:sp>
        <p:nvSpPr>
          <p:cNvPr id="775" name="Google Shape;775;p20"/>
          <p:cNvSpPr txBox="1"/>
          <p:nvPr/>
        </p:nvSpPr>
        <p:spPr>
          <a:xfrm>
            <a:off x="19690802" y="13123192"/>
            <a:ext cx="467629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 M. Brown</a:t>
            </a:r>
            <a:endParaRPr/>
          </a:p>
        </p:txBody>
      </p:sp>
      <p:sp>
        <p:nvSpPr>
          <p:cNvPr id="776" name="Google Shape;776;p20"/>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777" name="Google Shape;777;p20"/>
          <p:cNvSpPr txBox="1"/>
          <p:nvPr/>
        </p:nvSpPr>
        <p:spPr>
          <a:xfrm>
            <a:off x="643360" y="2933184"/>
            <a:ext cx="8687309" cy="2197605"/>
          </a:xfrm>
          <a:prstGeom prst="rect">
            <a:avLst/>
          </a:prstGeom>
          <a:noFill/>
          <a:ln>
            <a:noFill/>
          </a:ln>
        </p:spPr>
        <p:txBody>
          <a:bodyPr anchorCtr="0" anchor="ctr" bIns="50800" lIns="50800" spcFirstLastPara="1" rIns="50800" wrap="square" tIns="50800">
            <a:spAutoFit/>
          </a:bodyPr>
          <a:lstStyle/>
          <a:p>
            <a:pPr indent="-685800" lvl="0" marL="68580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Helvetica Neue Light"/>
                <a:ea typeface="Helvetica Neue Light"/>
                <a:cs typeface="Helvetica Neue Light"/>
                <a:sym typeface="Helvetica Neue Light"/>
              </a:rPr>
              <a:t>We want invariance to rotation, lighting,</a:t>
            </a:r>
            <a:endParaRPr/>
          </a:p>
          <a:p>
            <a:pPr indent="-685800" lvl="0" marL="685800" marR="0" rtl="0" algn="l">
              <a:lnSpc>
                <a:spcPct val="100000"/>
              </a:lnSpc>
              <a:spcBef>
                <a:spcPts val="900"/>
              </a:spcBef>
              <a:spcAft>
                <a:spcPts val="0"/>
              </a:spcAft>
              <a:buClr>
                <a:srgbClr val="000000"/>
              </a:buClr>
              <a:buSzPts val="4000"/>
              <a:buFont typeface="Arial"/>
              <a:buNone/>
            </a:pPr>
            <a:r>
              <a:rPr b="0" i="0" lang="en-US" sz="4000" u="none" cap="none" strike="noStrike">
                <a:solidFill>
                  <a:srgbClr val="000000"/>
                </a:solidFill>
                <a:latin typeface="Helvetica Neue Light"/>
                <a:ea typeface="Helvetica Neue Light"/>
                <a:cs typeface="Helvetica Neue Light"/>
                <a:sym typeface="Helvetica Neue Light"/>
              </a:rPr>
              <a:t>and tiny spatial shifts.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descr="descrip" id="782" name="Google Shape;782;p22"/>
          <p:cNvPicPr preferRelativeResize="0"/>
          <p:nvPr/>
        </p:nvPicPr>
        <p:blipFill rotWithShape="1">
          <a:blip r:embed="rId3">
            <a:alphaModFix/>
          </a:blip>
          <a:srcRect b="0" l="0" r="38141" t="0"/>
          <a:stretch/>
        </p:blipFill>
        <p:spPr>
          <a:xfrm>
            <a:off x="5791200" y="6324600"/>
            <a:ext cx="8140835" cy="6264277"/>
          </a:xfrm>
          <a:prstGeom prst="rect">
            <a:avLst/>
          </a:prstGeom>
          <a:noFill/>
          <a:ln>
            <a:noFill/>
          </a:ln>
        </p:spPr>
      </p:pic>
      <p:sp>
        <p:nvSpPr>
          <p:cNvPr id="783" name="Google Shape;783;p22"/>
          <p:cNvSpPr txBox="1"/>
          <p:nvPr/>
        </p:nvSpPr>
        <p:spPr>
          <a:xfrm>
            <a:off x="4191000" y="2782258"/>
            <a:ext cx="16002000" cy="2606400"/>
          </a:xfrm>
          <a:prstGeom prst="rect">
            <a:avLst/>
          </a:prstGeom>
          <a:noFill/>
          <a:ln>
            <a:noFill/>
          </a:ln>
        </p:spPr>
        <p:txBody>
          <a:bodyPr anchorCtr="0" anchor="t" bIns="91425" lIns="91425" spcFirstLastPara="1" rIns="91425" wrap="square" tIns="91425">
            <a:spAutoFit/>
          </a:bodyPr>
          <a:lstStyle/>
          <a:p>
            <a:pPr indent="-647700" lvl="1" marL="1028700" marR="0" rtl="0" algn="l">
              <a:lnSpc>
                <a:spcPct val="100000"/>
              </a:lnSpc>
              <a:spcBef>
                <a:spcPts val="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Compute histograms of oriented gradients</a:t>
            </a:r>
            <a:endParaRPr sz="4800"/>
          </a:p>
          <a:p>
            <a:pPr indent="-647700" lvl="1" marL="1028700" marR="0" rtl="0" algn="l">
              <a:lnSpc>
                <a:spcPct val="100000"/>
              </a:lnSpc>
              <a:spcBef>
                <a:spcPts val="80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Take 16x16 square window around detected feature</a:t>
            </a:r>
            <a:endParaRPr sz="4800"/>
          </a:p>
          <a:p>
            <a:pPr indent="-647700" lvl="1" marL="1028700" marR="0" rtl="0" algn="l">
              <a:lnSpc>
                <a:spcPct val="100000"/>
              </a:lnSpc>
              <a:spcBef>
                <a:spcPts val="80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Compute edge orientation for each pixel</a:t>
            </a:r>
            <a:endParaRPr sz="4800"/>
          </a:p>
        </p:txBody>
      </p:sp>
      <p:sp>
        <p:nvSpPr>
          <p:cNvPr id="784" name="Google Shape;784;p22"/>
          <p:cNvSpPr txBox="1"/>
          <p:nvPr>
            <p:ph type="title"/>
          </p:nvPr>
        </p:nvSpPr>
        <p:spPr>
          <a:xfrm>
            <a:off x="3962400" y="168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66FF"/>
              </a:buClr>
              <a:buSzPts val="7128"/>
              <a:buFont typeface="Helvetica Neue"/>
              <a:buNone/>
            </a:pPr>
            <a:r>
              <a:rPr lang="en-US" sz="7128">
                <a:solidFill>
                  <a:srgbClr val="0066FF"/>
                </a:solidFill>
                <a:latin typeface="Helvetica Neue"/>
                <a:ea typeface="Helvetica Neue"/>
                <a:cs typeface="Helvetica Neue"/>
                <a:sym typeface="Helvetica Neue"/>
              </a:rPr>
              <a:t>S</a:t>
            </a:r>
            <a:r>
              <a:rPr lang="en-US">
                <a:solidFill>
                  <a:srgbClr val="000000"/>
                </a:solidFill>
              </a:rPr>
              <a:t>cale </a:t>
            </a:r>
            <a:r>
              <a:rPr lang="en-US" sz="7128">
                <a:solidFill>
                  <a:srgbClr val="0066FF"/>
                </a:solidFill>
                <a:latin typeface="Helvetica Neue"/>
                <a:ea typeface="Helvetica Neue"/>
                <a:cs typeface="Helvetica Neue"/>
                <a:sym typeface="Helvetica Neue"/>
              </a:rPr>
              <a:t>I</a:t>
            </a:r>
            <a:r>
              <a:rPr lang="en-US">
                <a:solidFill>
                  <a:srgbClr val="000000"/>
                </a:solidFill>
              </a:rPr>
              <a:t>nvariant </a:t>
            </a:r>
            <a:r>
              <a:rPr lang="en-US" sz="7128">
                <a:solidFill>
                  <a:srgbClr val="0066FF"/>
                </a:solidFill>
                <a:latin typeface="Helvetica Neue"/>
                <a:ea typeface="Helvetica Neue"/>
                <a:cs typeface="Helvetica Neue"/>
                <a:sym typeface="Helvetica Neue"/>
              </a:rPr>
              <a:t>F</a:t>
            </a:r>
            <a:r>
              <a:rPr lang="en-US">
                <a:solidFill>
                  <a:srgbClr val="000000"/>
                </a:solidFill>
              </a:rPr>
              <a:t>eature </a:t>
            </a:r>
            <a:r>
              <a:rPr lang="en-US" sz="7128">
                <a:solidFill>
                  <a:srgbClr val="0066FF"/>
                </a:solidFill>
                <a:latin typeface="Helvetica Neue"/>
                <a:ea typeface="Helvetica Neue"/>
                <a:cs typeface="Helvetica Neue"/>
                <a:sym typeface="Helvetica Neue"/>
              </a:rPr>
              <a:t>T</a:t>
            </a:r>
            <a:r>
              <a:rPr lang="en-US">
                <a:solidFill>
                  <a:srgbClr val="000000"/>
                </a:solidFill>
              </a:rPr>
              <a:t>ransform (SIFT)</a:t>
            </a:r>
            <a:endParaRPr/>
          </a:p>
        </p:txBody>
      </p:sp>
      <p:sp>
        <p:nvSpPr>
          <p:cNvPr id="785" name="Google Shape;785;p22"/>
          <p:cNvSpPr txBox="1"/>
          <p:nvPr/>
        </p:nvSpPr>
        <p:spPr>
          <a:xfrm>
            <a:off x="20059177" y="13100445"/>
            <a:ext cx="4133920" cy="53619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Source: N. Snavely, D. Lowe</a:t>
            </a:r>
            <a:endParaRPr/>
          </a:p>
        </p:txBody>
      </p:sp>
      <p:sp>
        <p:nvSpPr>
          <p:cNvPr id="786" name="Google Shape;786;p22"/>
          <p:cNvSpPr/>
          <p:nvPr/>
        </p:nvSpPr>
        <p:spPr>
          <a:xfrm>
            <a:off x="14173200" y="6613523"/>
            <a:ext cx="5181600" cy="6264277"/>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nvGrpSpPr>
          <p:cNvPr id="787" name="Google Shape;787;p22"/>
          <p:cNvGrpSpPr/>
          <p:nvPr/>
        </p:nvGrpSpPr>
        <p:grpSpPr>
          <a:xfrm>
            <a:off x="14478000" y="6918324"/>
            <a:ext cx="4724400" cy="2407938"/>
            <a:chOff x="0" y="0"/>
            <a:chExt cx="4724400" cy="2407937"/>
          </a:xfrm>
        </p:grpSpPr>
        <p:cxnSp>
          <p:nvCxnSpPr>
            <p:cNvPr id="788" name="Google Shape;788;p22"/>
            <p:cNvCxnSpPr/>
            <p:nvPr/>
          </p:nvCxnSpPr>
          <p:spPr>
            <a:xfrm>
              <a:off x="152400" y="1826043"/>
              <a:ext cx="4267201" cy="3176"/>
            </a:xfrm>
            <a:prstGeom prst="straightConnector1">
              <a:avLst/>
            </a:prstGeom>
            <a:noFill/>
            <a:ln cap="flat" cmpd="sng" w="12700">
              <a:solidFill>
                <a:srgbClr val="000000"/>
              </a:solidFill>
              <a:prstDash val="solid"/>
              <a:round/>
              <a:headEnd len="sm" w="sm" type="none"/>
              <a:tailEnd len="med" w="med" type="triangle"/>
            </a:ln>
          </p:spPr>
        </p:cxnSp>
        <p:sp>
          <p:nvSpPr>
            <p:cNvPr id="789" name="Google Shape;789;p22"/>
            <p:cNvSpPr/>
            <p:nvPr/>
          </p:nvSpPr>
          <p:spPr>
            <a:xfrm>
              <a:off x="152400" y="0"/>
              <a:ext cx="457200" cy="1826043"/>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0" name="Google Shape;790;p22"/>
            <p:cNvSpPr/>
            <p:nvPr/>
          </p:nvSpPr>
          <p:spPr>
            <a:xfrm>
              <a:off x="609600" y="914609"/>
              <a:ext cx="457200" cy="911433"/>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1" name="Google Shape;791;p22"/>
            <p:cNvSpPr/>
            <p:nvPr/>
          </p:nvSpPr>
          <p:spPr>
            <a:xfrm>
              <a:off x="1066800" y="1219479"/>
              <a:ext cx="457200" cy="606563"/>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2" name="Google Shape;792;p22"/>
            <p:cNvSpPr/>
            <p:nvPr/>
          </p:nvSpPr>
          <p:spPr>
            <a:xfrm>
              <a:off x="1524000" y="1667850"/>
              <a:ext cx="457200" cy="158191"/>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3" name="Google Shape;793;p22"/>
            <p:cNvSpPr/>
            <p:nvPr/>
          </p:nvSpPr>
          <p:spPr>
            <a:xfrm>
              <a:off x="1981200" y="1219479"/>
              <a:ext cx="457200" cy="606563"/>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4" name="Google Shape;794;p22"/>
            <p:cNvSpPr/>
            <p:nvPr/>
          </p:nvSpPr>
          <p:spPr>
            <a:xfrm>
              <a:off x="2438400" y="1667850"/>
              <a:ext cx="457200" cy="158193"/>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5" name="Google Shape;795;p22"/>
            <p:cNvSpPr/>
            <p:nvPr/>
          </p:nvSpPr>
          <p:spPr>
            <a:xfrm>
              <a:off x="2895600" y="1219479"/>
              <a:ext cx="457200" cy="606563"/>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6" name="Google Shape;796;p22"/>
            <p:cNvSpPr/>
            <p:nvPr/>
          </p:nvSpPr>
          <p:spPr>
            <a:xfrm>
              <a:off x="3352800" y="1219479"/>
              <a:ext cx="457200" cy="609739"/>
            </a:xfrm>
            <a:prstGeom prst="rect">
              <a:avLst/>
            </a:prstGeom>
            <a:solidFill>
              <a:srgbClr val="FFC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7" name="Google Shape;797;p22"/>
            <p:cNvSpPr txBox="1"/>
            <p:nvPr/>
          </p:nvSpPr>
          <p:spPr>
            <a:xfrm>
              <a:off x="0" y="1676400"/>
              <a:ext cx="914400"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0</a:t>
              </a:r>
              <a:endParaRPr/>
            </a:p>
          </p:txBody>
        </p:sp>
        <p:sp>
          <p:nvSpPr>
            <p:cNvPr id="798" name="Google Shape;798;p22"/>
            <p:cNvSpPr txBox="1"/>
            <p:nvPr/>
          </p:nvSpPr>
          <p:spPr>
            <a:xfrm>
              <a:off x="3048000" y="1666876"/>
              <a:ext cx="1676400" cy="74106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2</a:t>
              </a:r>
              <a:r>
                <a:rPr b="0" i="0" lang="en-US" sz="3600" u="none" cap="none" strike="noStrike">
                  <a:solidFill>
                    <a:srgbClr val="000000"/>
                  </a:solidFill>
                  <a:latin typeface="Noto Sans Symbols"/>
                  <a:ea typeface="Noto Sans Symbols"/>
                  <a:cs typeface="Noto Sans Symbols"/>
                  <a:sym typeface="Noto Sans Symbols"/>
                </a:rPr>
                <a:t>π</a:t>
              </a:r>
              <a:endParaRPr/>
            </a:p>
          </p:txBody>
        </p:sp>
      </p:grpSp>
      <p:sp>
        <p:nvSpPr>
          <p:cNvPr id="799" name="Google Shape;799;p22"/>
          <p:cNvSpPr txBox="1"/>
          <p:nvPr/>
        </p:nvSpPr>
        <p:spPr>
          <a:xfrm>
            <a:off x="14890750" y="9378950"/>
            <a:ext cx="344866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angle histogram</a:t>
            </a:r>
            <a:endParaRPr/>
          </a:p>
        </p:txBody>
      </p:sp>
      <p:grpSp>
        <p:nvGrpSpPr>
          <p:cNvPr id="800" name="Google Shape;800;p22"/>
          <p:cNvGrpSpPr/>
          <p:nvPr/>
        </p:nvGrpSpPr>
        <p:grpSpPr>
          <a:xfrm>
            <a:off x="15697199" y="10728324"/>
            <a:ext cx="2438403" cy="1524002"/>
            <a:chOff x="-1" y="0"/>
            <a:chExt cx="2438402" cy="1524001"/>
          </a:xfrm>
        </p:grpSpPr>
        <p:cxnSp>
          <p:nvCxnSpPr>
            <p:cNvPr id="801" name="Google Shape;801;p22"/>
            <p:cNvCxnSpPr/>
            <p:nvPr/>
          </p:nvCxnSpPr>
          <p:spPr>
            <a:xfrm>
              <a:off x="762000" y="761999"/>
              <a:ext cx="1676401" cy="3178"/>
            </a:xfrm>
            <a:prstGeom prst="straightConnector1">
              <a:avLst/>
            </a:prstGeom>
            <a:noFill/>
            <a:ln cap="flat" cmpd="sng" w="50800">
              <a:solidFill>
                <a:srgbClr val="002060"/>
              </a:solidFill>
              <a:prstDash val="solid"/>
              <a:round/>
              <a:headEnd len="sm" w="sm" type="none"/>
              <a:tailEnd len="med" w="med" type="triangle"/>
            </a:ln>
          </p:spPr>
        </p:cxnSp>
        <p:cxnSp>
          <p:nvCxnSpPr>
            <p:cNvPr id="802" name="Google Shape;802;p22"/>
            <p:cNvCxnSpPr/>
            <p:nvPr/>
          </p:nvCxnSpPr>
          <p:spPr>
            <a:xfrm flipH="1" rot="10800000">
              <a:off x="762000" y="0"/>
              <a:ext cx="762000" cy="762000"/>
            </a:xfrm>
            <a:prstGeom prst="straightConnector1">
              <a:avLst/>
            </a:prstGeom>
            <a:noFill/>
            <a:ln cap="flat" cmpd="sng" w="50800">
              <a:solidFill>
                <a:srgbClr val="002060"/>
              </a:solidFill>
              <a:prstDash val="solid"/>
              <a:round/>
              <a:headEnd len="sm" w="sm" type="none"/>
              <a:tailEnd len="med" w="med" type="triangle"/>
            </a:ln>
          </p:spPr>
        </p:cxnSp>
        <p:cxnSp>
          <p:nvCxnSpPr>
            <p:cNvPr id="803" name="Google Shape;803;p22"/>
            <p:cNvCxnSpPr/>
            <p:nvPr/>
          </p:nvCxnSpPr>
          <p:spPr>
            <a:xfrm flipH="1" rot="10800000">
              <a:off x="760411" y="1588"/>
              <a:ext cx="3178" cy="765177"/>
            </a:xfrm>
            <a:prstGeom prst="straightConnector1">
              <a:avLst/>
            </a:prstGeom>
            <a:noFill/>
            <a:ln cap="flat" cmpd="sng" w="50800">
              <a:solidFill>
                <a:srgbClr val="002060"/>
              </a:solidFill>
              <a:prstDash val="solid"/>
              <a:round/>
              <a:headEnd len="sm" w="sm" type="none"/>
              <a:tailEnd len="med" w="med" type="triangle"/>
            </a:ln>
          </p:spPr>
        </p:cxnSp>
        <p:cxnSp>
          <p:nvCxnSpPr>
            <p:cNvPr id="804" name="Google Shape;804;p22"/>
            <p:cNvCxnSpPr/>
            <p:nvPr/>
          </p:nvCxnSpPr>
          <p:spPr>
            <a:xfrm rot="10800000">
              <a:off x="450847" y="457199"/>
              <a:ext cx="309565" cy="309565"/>
            </a:xfrm>
            <a:prstGeom prst="straightConnector1">
              <a:avLst/>
            </a:prstGeom>
            <a:noFill/>
            <a:ln cap="flat" cmpd="sng" w="50800">
              <a:solidFill>
                <a:srgbClr val="002060"/>
              </a:solidFill>
              <a:prstDash val="solid"/>
              <a:round/>
              <a:headEnd len="sm" w="sm" type="none"/>
              <a:tailEnd len="med" w="med" type="triangle"/>
            </a:ln>
          </p:spPr>
        </p:cxnSp>
        <p:cxnSp>
          <p:nvCxnSpPr>
            <p:cNvPr id="805" name="Google Shape;805;p22"/>
            <p:cNvCxnSpPr/>
            <p:nvPr/>
          </p:nvCxnSpPr>
          <p:spPr>
            <a:xfrm rot="10800000">
              <a:off x="-1" y="766763"/>
              <a:ext cx="760414" cy="3177"/>
            </a:xfrm>
            <a:prstGeom prst="straightConnector1">
              <a:avLst/>
            </a:prstGeom>
            <a:noFill/>
            <a:ln cap="flat" cmpd="sng" w="50800">
              <a:solidFill>
                <a:srgbClr val="002060"/>
              </a:solidFill>
              <a:prstDash val="solid"/>
              <a:round/>
              <a:headEnd len="sm" w="sm" type="none"/>
              <a:tailEnd len="med" w="med" type="triangle"/>
            </a:ln>
          </p:spPr>
        </p:cxnSp>
        <p:cxnSp>
          <p:nvCxnSpPr>
            <p:cNvPr id="806" name="Google Shape;806;p22"/>
            <p:cNvCxnSpPr/>
            <p:nvPr/>
          </p:nvCxnSpPr>
          <p:spPr>
            <a:xfrm flipH="1">
              <a:off x="457199" y="757235"/>
              <a:ext cx="309565" cy="309565"/>
            </a:xfrm>
            <a:prstGeom prst="straightConnector1">
              <a:avLst/>
            </a:prstGeom>
            <a:noFill/>
            <a:ln cap="flat" cmpd="sng" w="50800">
              <a:solidFill>
                <a:srgbClr val="002060"/>
              </a:solidFill>
              <a:prstDash val="solid"/>
              <a:round/>
              <a:headEnd len="sm" w="sm" type="none"/>
              <a:tailEnd len="med" w="med" type="triangle"/>
            </a:ln>
          </p:spPr>
        </p:cxnSp>
        <p:cxnSp>
          <p:nvCxnSpPr>
            <p:cNvPr id="807" name="Google Shape;807;p22"/>
            <p:cNvCxnSpPr/>
            <p:nvPr/>
          </p:nvCxnSpPr>
          <p:spPr>
            <a:xfrm>
              <a:off x="761999" y="758824"/>
              <a:ext cx="3178" cy="765177"/>
            </a:xfrm>
            <a:prstGeom prst="straightConnector1">
              <a:avLst/>
            </a:prstGeom>
            <a:noFill/>
            <a:ln cap="flat" cmpd="sng" w="50800">
              <a:solidFill>
                <a:srgbClr val="002060"/>
              </a:solidFill>
              <a:prstDash val="solid"/>
              <a:round/>
              <a:headEnd len="sm" w="sm" type="none"/>
              <a:tailEnd len="med" w="med" type="triangle"/>
            </a:ln>
          </p:spPr>
        </p:cxnSp>
        <p:cxnSp>
          <p:nvCxnSpPr>
            <p:cNvPr id="808" name="Google Shape;808;p22"/>
            <p:cNvCxnSpPr/>
            <p:nvPr/>
          </p:nvCxnSpPr>
          <p:spPr>
            <a:xfrm>
              <a:off x="762000" y="762001"/>
              <a:ext cx="609602" cy="625474"/>
            </a:xfrm>
            <a:prstGeom prst="straightConnector1">
              <a:avLst/>
            </a:prstGeom>
            <a:noFill/>
            <a:ln cap="flat" cmpd="sng" w="50800">
              <a:solidFill>
                <a:srgbClr val="002060"/>
              </a:solidFill>
              <a:prstDash val="solid"/>
              <a:round/>
              <a:headEnd len="sm" w="sm" type="none"/>
              <a:tailEnd len="med" w="med" type="triangle"/>
            </a:ln>
          </p:spPr>
        </p:cxnSp>
        <p:sp>
          <p:nvSpPr>
            <p:cNvPr id="809" name="Google Shape;809;p22"/>
            <p:cNvSpPr/>
            <p:nvPr/>
          </p:nvSpPr>
          <p:spPr>
            <a:xfrm>
              <a:off x="666751" y="666751"/>
              <a:ext cx="152401" cy="152401"/>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810" name="Google Shape;810;p22"/>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descr="descrip" id="815" name="Google Shape;815;p23"/>
          <p:cNvPicPr preferRelativeResize="0"/>
          <p:nvPr/>
        </p:nvPicPr>
        <p:blipFill rotWithShape="1">
          <a:blip r:embed="rId3">
            <a:alphaModFix/>
          </a:blip>
          <a:srcRect b="0" l="0" r="0" t="0"/>
          <a:stretch/>
        </p:blipFill>
        <p:spPr>
          <a:xfrm>
            <a:off x="5791200" y="6324600"/>
            <a:ext cx="13160377" cy="6264277"/>
          </a:xfrm>
          <a:prstGeom prst="rect">
            <a:avLst/>
          </a:prstGeom>
          <a:noFill/>
          <a:ln>
            <a:noFill/>
          </a:ln>
        </p:spPr>
      </p:pic>
      <p:sp>
        <p:nvSpPr>
          <p:cNvPr id="816" name="Google Shape;816;p23"/>
          <p:cNvSpPr txBox="1"/>
          <p:nvPr/>
        </p:nvSpPr>
        <p:spPr>
          <a:xfrm>
            <a:off x="4419600" y="2288066"/>
            <a:ext cx="16611600" cy="5130900"/>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3600"/>
              <a:buFont typeface="Helvetica Neue Light"/>
              <a:buNone/>
            </a:pPr>
            <a:r>
              <a:rPr b="0" i="0" lang="en-US" sz="4800" u="none" cap="none" strike="noStrike">
                <a:solidFill>
                  <a:srgbClr val="000000"/>
                </a:solidFill>
                <a:latin typeface="Helvetica Neue Light"/>
                <a:ea typeface="Helvetica Neue Light"/>
                <a:cs typeface="Helvetica Neue Light"/>
                <a:sym typeface="Helvetica Neue Light"/>
              </a:rPr>
              <a:t>Create the descriptor:</a:t>
            </a:r>
            <a:endParaRPr sz="4800"/>
          </a:p>
          <a:p>
            <a:pPr indent="-647700" lvl="1" marL="1028700" marR="0" rtl="0" algn="l">
              <a:lnSpc>
                <a:spcPct val="100000"/>
              </a:lnSpc>
              <a:spcBef>
                <a:spcPts val="80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Rotation invariance: rotate by “dominant” orientation</a:t>
            </a:r>
            <a:endParaRPr sz="4800"/>
          </a:p>
          <a:p>
            <a:pPr indent="-647700" lvl="1" marL="1028700" marR="0" rtl="0" algn="l">
              <a:lnSpc>
                <a:spcPct val="100000"/>
              </a:lnSpc>
              <a:spcBef>
                <a:spcPts val="80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Spatial invariance: spatial pool to 2x2</a:t>
            </a:r>
            <a:endParaRPr sz="4800"/>
          </a:p>
          <a:p>
            <a:pPr indent="-647700" lvl="1" marL="1028700" marR="0" rtl="0" algn="l">
              <a:lnSpc>
                <a:spcPct val="100000"/>
              </a:lnSpc>
              <a:spcBef>
                <a:spcPts val="80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Compute an orientation histogram for each cell</a:t>
            </a:r>
            <a:endParaRPr sz="4800"/>
          </a:p>
          <a:p>
            <a:pPr indent="-647700" lvl="1" marL="1028700" marR="0" rtl="0" algn="l">
              <a:lnSpc>
                <a:spcPct val="100000"/>
              </a:lnSpc>
              <a:spcBef>
                <a:spcPts val="800"/>
              </a:spcBef>
              <a:spcAft>
                <a:spcPts val="0"/>
              </a:spcAft>
              <a:buClr>
                <a:srgbClr val="000000"/>
              </a:buClr>
              <a:buSzPts val="4800"/>
              <a:buFont typeface="Helvetica Neue Light"/>
              <a:buChar char="•"/>
            </a:pPr>
            <a:r>
              <a:rPr b="0" i="0" lang="en-US" sz="4800" u="none" cap="none" strike="noStrike">
                <a:solidFill>
                  <a:srgbClr val="000000"/>
                </a:solidFill>
                <a:latin typeface="Helvetica Neue Light"/>
                <a:ea typeface="Helvetica Neue Light"/>
                <a:cs typeface="Helvetica Neue Light"/>
                <a:sym typeface="Helvetica Neue Light"/>
              </a:rPr>
              <a:t>(4 x 4) cells x 8 orientations = 128 dimensional descriptor</a:t>
            </a:r>
            <a:endParaRPr sz="4800"/>
          </a:p>
          <a:p>
            <a:pPr indent="-114300" lvl="1" marL="571500" marR="0" rtl="0" algn="l">
              <a:lnSpc>
                <a:spcPct val="100000"/>
              </a:lnSpc>
              <a:spcBef>
                <a:spcPts val="800"/>
              </a:spcBef>
              <a:spcAft>
                <a:spcPts val="0"/>
              </a:spcAft>
              <a:buClr>
                <a:srgbClr val="000000"/>
              </a:buClr>
              <a:buSzPts val="3600"/>
              <a:buFont typeface="Helvetica Neue Light"/>
              <a:buNone/>
            </a:pPr>
            <a:r>
              <a:t/>
            </a:r>
            <a:endParaRPr b="0" i="0" sz="4800" u="none" cap="none" strike="noStrike">
              <a:solidFill>
                <a:srgbClr val="000000"/>
              </a:solidFill>
              <a:latin typeface="Helvetica Neue Light"/>
              <a:ea typeface="Helvetica Neue Light"/>
              <a:cs typeface="Helvetica Neue Light"/>
              <a:sym typeface="Helvetica Neue Light"/>
            </a:endParaRPr>
          </a:p>
        </p:txBody>
      </p:sp>
      <p:sp>
        <p:nvSpPr>
          <p:cNvPr id="817" name="Google Shape;817;p23"/>
          <p:cNvSpPr txBox="1"/>
          <p:nvPr>
            <p:ph type="title"/>
          </p:nvPr>
        </p:nvSpPr>
        <p:spPr>
          <a:xfrm>
            <a:off x="3962400" y="168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536"/>
              <a:buFont typeface="Helvetica Neue"/>
              <a:buNone/>
            </a:pPr>
            <a:r>
              <a:rPr lang="en-US" sz="8536">
                <a:latin typeface="Helvetica Neue"/>
                <a:ea typeface="Helvetica Neue"/>
                <a:cs typeface="Helvetica Neue"/>
                <a:sym typeface="Helvetica Neue"/>
              </a:rPr>
              <a:t>Scale Invariant Feature Transform</a:t>
            </a:r>
            <a:endParaRPr/>
          </a:p>
        </p:txBody>
      </p:sp>
      <p:sp>
        <p:nvSpPr>
          <p:cNvPr id="818" name="Google Shape;818;p23"/>
          <p:cNvSpPr txBox="1"/>
          <p:nvPr/>
        </p:nvSpPr>
        <p:spPr>
          <a:xfrm>
            <a:off x="19819504" y="13123192"/>
            <a:ext cx="4469689"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 D. Lowe</a:t>
            </a:r>
            <a:endParaRPr/>
          </a:p>
        </p:txBody>
      </p:sp>
      <p:sp>
        <p:nvSpPr>
          <p:cNvPr id="819" name="Google Shape;819;p23"/>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24"/>
          <p:cNvSpPr txBox="1"/>
          <p:nvPr>
            <p:ph type="title"/>
          </p:nvPr>
        </p:nvSpPr>
        <p:spPr>
          <a:xfrm>
            <a:off x="3962400" y="-1524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SIFT invariances</a:t>
            </a:r>
            <a:endParaRPr/>
          </a:p>
        </p:txBody>
      </p:sp>
      <p:grpSp>
        <p:nvGrpSpPr>
          <p:cNvPr id="825" name="Google Shape;825;p24"/>
          <p:cNvGrpSpPr/>
          <p:nvPr/>
        </p:nvGrpSpPr>
        <p:grpSpPr>
          <a:xfrm>
            <a:off x="864051" y="3665009"/>
            <a:ext cx="22655899" cy="8420602"/>
            <a:chOff x="0" y="0"/>
            <a:chExt cx="22655898" cy="8420600"/>
          </a:xfrm>
        </p:grpSpPr>
        <p:pic>
          <p:nvPicPr>
            <p:cNvPr descr="http://www.cs.washington.edu/homes/snavely/outgoing/test/1a.jpg" id="826" name="Google Shape;826;p24"/>
            <p:cNvPicPr preferRelativeResize="0"/>
            <p:nvPr/>
          </p:nvPicPr>
          <p:blipFill rotWithShape="1">
            <a:blip r:embed="rId3">
              <a:alphaModFix/>
            </a:blip>
            <a:srcRect b="0" l="0" r="0" t="0"/>
            <a:stretch/>
          </p:blipFill>
          <p:spPr>
            <a:xfrm>
              <a:off x="0" y="0"/>
              <a:ext cx="11232757" cy="8420600"/>
            </a:xfrm>
            <a:prstGeom prst="rect">
              <a:avLst/>
            </a:prstGeom>
            <a:noFill/>
            <a:ln>
              <a:noFill/>
            </a:ln>
          </p:spPr>
        </p:pic>
        <p:pic>
          <p:nvPicPr>
            <p:cNvPr descr="http://www.cs.washington.edu/homes/snavely/outgoing/test/2a.jpg" id="827" name="Google Shape;827;p24"/>
            <p:cNvPicPr preferRelativeResize="0"/>
            <p:nvPr/>
          </p:nvPicPr>
          <p:blipFill rotWithShape="1">
            <a:blip r:embed="rId4">
              <a:alphaModFix/>
            </a:blip>
            <a:srcRect b="0" l="0" r="0" t="0"/>
            <a:stretch/>
          </p:blipFill>
          <p:spPr>
            <a:xfrm>
              <a:off x="11450907" y="15865"/>
              <a:ext cx="11204991" cy="8404735"/>
            </a:xfrm>
            <a:prstGeom prst="rect">
              <a:avLst/>
            </a:prstGeom>
            <a:noFill/>
            <a:ln>
              <a:noFill/>
            </a:ln>
          </p:spPr>
        </p:pic>
      </p:grpSp>
      <p:sp>
        <p:nvSpPr>
          <p:cNvPr id="828" name="Google Shape;828;p24"/>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829" name="Google Shape;829;p24"/>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25"/>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835" name="Google Shape;835;p25"/>
          <p:cNvSpPr txBox="1"/>
          <p:nvPr>
            <p:ph idx="1" type="body"/>
          </p:nvPr>
        </p:nvSpPr>
        <p:spPr>
          <a:xfrm>
            <a:off x="1422400" y="3200400"/>
            <a:ext cx="21577437" cy="9051926"/>
          </a:xfrm>
          <a:prstGeom prst="rect">
            <a:avLst/>
          </a:prstGeom>
          <a:noFill/>
          <a:ln>
            <a:noFill/>
          </a:ln>
        </p:spPr>
        <p:txBody>
          <a:bodyPr anchorCtr="0" anchor="t" bIns="91425" lIns="91425" spcFirstLastPara="1" rIns="91425" wrap="square" tIns="91425">
            <a:normAutofit/>
          </a:bodyPr>
          <a:lstStyle/>
          <a:p>
            <a:pPr indent="-1143000" lvl="0" marL="1143000" rtl="0" algn="l">
              <a:lnSpc>
                <a:spcPct val="100000"/>
              </a:lnSpc>
              <a:spcBef>
                <a:spcPts val="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Finding correspondences</a:t>
            </a:r>
            <a:endParaRPr/>
          </a:p>
          <a:p>
            <a:pPr indent="-1143000" lvl="1" marL="16002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Computing local features</a:t>
            </a:r>
            <a:endParaRPr/>
          </a:p>
          <a:p>
            <a:pPr indent="-1143000" lvl="1" marL="1600200" rtl="0" algn="l">
              <a:lnSpc>
                <a:spcPct val="100000"/>
              </a:lnSpc>
              <a:spcBef>
                <a:spcPts val="1500"/>
              </a:spcBef>
              <a:spcAft>
                <a:spcPts val="0"/>
              </a:spcAft>
              <a:buClr>
                <a:srgbClr val="000000"/>
              </a:buClr>
              <a:buSzPts val="8200"/>
              <a:buFont typeface="Helvetica Neue"/>
              <a:buChar char="•"/>
            </a:pPr>
            <a:r>
              <a:rPr b="1" lang="en-US" sz="8200"/>
              <a:t>Matching</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Fitting a homography</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RANSAC</a:t>
            </a:r>
            <a:endParaRPr/>
          </a:p>
        </p:txBody>
      </p:sp>
      <p:sp>
        <p:nvSpPr>
          <p:cNvPr id="836" name="Google Shape;836;p25"/>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26"/>
          <p:cNvSpPr txBox="1"/>
          <p:nvPr>
            <p:ph type="title"/>
          </p:nvPr>
        </p:nvSpPr>
        <p:spPr>
          <a:xfrm>
            <a:off x="3200400" y="135466"/>
            <a:ext cx="17983200" cy="1524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008"/>
              <a:buFont typeface="Helvetica Neue"/>
              <a:buNone/>
            </a:pPr>
            <a:r>
              <a:rPr lang="en-US" sz="8008">
                <a:latin typeface="Helvetica Neue"/>
                <a:ea typeface="Helvetica Neue"/>
                <a:cs typeface="Helvetica Neue"/>
                <a:sym typeface="Helvetica Neue"/>
              </a:rPr>
              <a:t>How can we tell if two features match?</a:t>
            </a:r>
            <a:endParaRPr/>
          </a:p>
        </p:txBody>
      </p:sp>
      <p:sp>
        <p:nvSpPr>
          <p:cNvPr id="842" name="Google Shape;842;p26"/>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279400" lvl="0" marL="685800" rtl="0" algn="l">
              <a:lnSpc>
                <a:spcPct val="100000"/>
              </a:lnSpc>
              <a:spcBef>
                <a:spcPts val="0"/>
              </a:spcBef>
              <a:spcAft>
                <a:spcPts val="0"/>
              </a:spcAft>
              <a:buClr>
                <a:srgbClr val="000000"/>
              </a:buClr>
              <a:buSzPts val="6400"/>
              <a:buNone/>
            </a:pPr>
            <a:r>
              <a:t/>
            </a:r>
            <a:endParaRPr sz="6400">
              <a:latin typeface="Calibri"/>
              <a:ea typeface="Calibri"/>
              <a:cs typeface="Calibri"/>
              <a:sym typeface="Calibri"/>
            </a:endParaRPr>
          </a:p>
        </p:txBody>
      </p:sp>
      <p:pic>
        <p:nvPicPr>
          <p:cNvPr descr="C:\Users\James\Dropbox\cs143 fall 2013\cs 143 fall 2013 projects\Local features\www\matches.jpg" id="843" name="Google Shape;843;p26"/>
          <p:cNvPicPr preferRelativeResize="0"/>
          <p:nvPr/>
        </p:nvPicPr>
        <p:blipFill rotWithShape="1">
          <a:blip r:embed="rId3">
            <a:alphaModFix/>
          </a:blip>
          <a:srcRect b="0" l="0" r="0" t="0"/>
          <a:stretch/>
        </p:blipFill>
        <p:spPr>
          <a:xfrm>
            <a:off x="3371850" y="1981200"/>
            <a:ext cx="17811750" cy="11525250"/>
          </a:xfrm>
          <a:prstGeom prst="rect">
            <a:avLst/>
          </a:prstGeom>
          <a:noFill/>
          <a:ln>
            <a:noFill/>
          </a:ln>
        </p:spPr>
      </p:pic>
      <p:sp>
        <p:nvSpPr>
          <p:cNvPr id="844" name="Google Shape;844;p26"/>
          <p:cNvSpPr txBox="1"/>
          <p:nvPr/>
        </p:nvSpPr>
        <p:spPr>
          <a:xfrm>
            <a:off x="21270468" y="13073457"/>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845" name="Google Shape;845;p26"/>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2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matching</a:t>
            </a:r>
            <a:endParaRPr/>
          </a:p>
        </p:txBody>
      </p:sp>
      <p:sp>
        <p:nvSpPr>
          <p:cNvPr id="851" name="Google Shape;851;p28"/>
          <p:cNvSpPr txBox="1"/>
          <p:nvPr>
            <p:ph idx="1" type="body"/>
          </p:nvPr>
        </p:nvSpPr>
        <p:spPr>
          <a:xfrm>
            <a:off x="1421881" y="5029200"/>
            <a:ext cx="21540238"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None/>
            </a:pPr>
            <a:r>
              <a:rPr lang="en-US">
                <a:latin typeface="Helvetica Neue Light"/>
                <a:ea typeface="Helvetica Neue Light"/>
                <a:cs typeface="Helvetica Neue Light"/>
                <a:sym typeface="Helvetica Neue Light"/>
              </a:rPr>
              <a:t>Given a feature in I</a:t>
            </a:r>
            <a:r>
              <a:rPr baseline="-25000" lang="en-US"/>
              <a:t>1</a:t>
            </a:r>
            <a:r>
              <a:rPr lang="en-US">
                <a:latin typeface="Helvetica Neue Light"/>
                <a:ea typeface="Helvetica Neue Light"/>
                <a:cs typeface="Helvetica Neue Light"/>
                <a:sym typeface="Helvetica Neue Light"/>
              </a:rPr>
              <a:t>, how do we find the best match in I</a:t>
            </a:r>
            <a:r>
              <a:rPr baseline="-25000" lang="en-US"/>
              <a:t>2</a:t>
            </a:r>
            <a:r>
              <a:rPr lang="en-US">
                <a:latin typeface="Helvetica Neue Light"/>
                <a:ea typeface="Helvetica Neue Light"/>
                <a:cs typeface="Helvetica Neue Light"/>
                <a:sym typeface="Helvetica Neue Light"/>
              </a:rPr>
              <a:t>?</a:t>
            </a:r>
            <a:endParaRPr/>
          </a:p>
          <a:p>
            <a:pPr indent="-914400" lvl="1" marL="1371600" rtl="0" algn="l">
              <a:lnSpc>
                <a:spcPct val="100000"/>
              </a:lnSpc>
              <a:spcBef>
                <a:spcPts val="1300"/>
              </a:spcBef>
              <a:spcAft>
                <a:spcPts val="0"/>
              </a:spcAft>
              <a:buClr>
                <a:srgbClr val="000000"/>
              </a:buClr>
              <a:buSzPts val="5600"/>
              <a:buFont typeface="Helvetica Neue Light"/>
              <a:buAutoNum type="arabicPeriod"/>
            </a:pPr>
            <a:r>
              <a:rPr lang="en-US" sz="5600">
                <a:latin typeface="Helvetica Neue Light"/>
                <a:ea typeface="Helvetica Neue Light"/>
                <a:cs typeface="Helvetica Neue Light"/>
                <a:sym typeface="Helvetica Neue Light"/>
              </a:rPr>
              <a:t>Define distance function that compares two descriptors</a:t>
            </a:r>
            <a:endParaRPr/>
          </a:p>
          <a:p>
            <a:pPr indent="-914400" lvl="1" marL="1371600" rtl="0" algn="l">
              <a:lnSpc>
                <a:spcPct val="100000"/>
              </a:lnSpc>
              <a:spcBef>
                <a:spcPts val="1300"/>
              </a:spcBef>
              <a:spcAft>
                <a:spcPts val="0"/>
              </a:spcAft>
              <a:buClr>
                <a:srgbClr val="000000"/>
              </a:buClr>
              <a:buSzPts val="5600"/>
              <a:buFont typeface="Helvetica Neue Light"/>
              <a:buAutoNum type="arabicPeriod"/>
            </a:pPr>
            <a:r>
              <a:rPr lang="en-US" sz="5600">
                <a:latin typeface="Helvetica Neue Light"/>
                <a:ea typeface="Helvetica Neue Light"/>
                <a:cs typeface="Helvetica Neue Light"/>
                <a:sym typeface="Helvetica Neue Light"/>
              </a:rPr>
              <a:t>Test all the features in I</a:t>
            </a:r>
            <a:r>
              <a:rPr baseline="-25000" lang="en-US"/>
              <a:t>2</a:t>
            </a:r>
            <a:r>
              <a:rPr lang="en-US" sz="5600">
                <a:latin typeface="Helvetica Neue Light"/>
                <a:ea typeface="Helvetica Neue Light"/>
                <a:cs typeface="Helvetica Neue Light"/>
                <a:sym typeface="Helvetica Neue Light"/>
              </a:rPr>
              <a:t>, find the closest one.</a:t>
            </a:r>
            <a:endParaRPr/>
          </a:p>
        </p:txBody>
      </p:sp>
      <p:sp>
        <p:nvSpPr>
          <p:cNvPr id="852" name="Google Shape;852;p28"/>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853" name="Google Shape;853;p28"/>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29"/>
          <p:cNvSpPr txBox="1"/>
          <p:nvPr>
            <p:ph type="title"/>
          </p:nvPr>
        </p:nvSpPr>
        <p:spPr>
          <a:xfrm>
            <a:off x="3962400" y="-76200"/>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Finding matches</a:t>
            </a:r>
            <a:endParaRPr/>
          </a:p>
        </p:txBody>
      </p:sp>
      <p:sp>
        <p:nvSpPr>
          <p:cNvPr id="859" name="Google Shape;859;p29"/>
          <p:cNvSpPr txBox="1"/>
          <p:nvPr>
            <p:ph idx="1" type="body"/>
          </p:nvPr>
        </p:nvSpPr>
        <p:spPr>
          <a:xfrm>
            <a:off x="2652150" y="2536711"/>
            <a:ext cx="20600467" cy="10569689"/>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5600"/>
              <a:buNone/>
            </a:pPr>
            <a:r>
              <a:rPr lang="en-US" sz="5600">
                <a:latin typeface="Helvetica Neue Light"/>
                <a:ea typeface="Helvetica Neue Light"/>
                <a:cs typeface="Helvetica Neue Light"/>
                <a:sym typeface="Helvetica Neue Light"/>
              </a:rPr>
              <a:t>How do we know if two features match?</a:t>
            </a:r>
            <a:endParaRPr/>
          </a:p>
          <a:p>
            <a:pPr indent="-914400" lvl="1" marL="1371600" rtl="0" algn="l">
              <a:lnSpc>
                <a:spcPct val="100000"/>
              </a:lnSpc>
              <a:spcBef>
                <a:spcPts val="1100"/>
              </a:spcBef>
              <a:spcAft>
                <a:spcPts val="0"/>
              </a:spcAft>
              <a:buClr>
                <a:srgbClr val="000000"/>
              </a:buClr>
              <a:buSzPts val="4800"/>
              <a:buChar char="–"/>
            </a:pPr>
            <a:r>
              <a:rPr lang="en-US" sz="4800">
                <a:latin typeface="Helvetica Neue Light"/>
                <a:ea typeface="Helvetica Neue Light"/>
                <a:cs typeface="Helvetica Neue Light"/>
                <a:sym typeface="Helvetica Neue Light"/>
              </a:rPr>
              <a:t>Simple approach: are they the nearest neighbor in L</a:t>
            </a:r>
            <a:r>
              <a:rPr baseline="-25000" lang="en-US"/>
              <a:t>2</a:t>
            </a:r>
            <a:r>
              <a:rPr lang="en-US" sz="4800">
                <a:latin typeface="Helvetica Neue Light"/>
                <a:ea typeface="Helvetica Neue Light"/>
                <a:cs typeface="Helvetica Neue Light"/>
                <a:sym typeface="Helvetica Neue Light"/>
              </a:rPr>
              <a:t> distance, ||f</a:t>
            </a:r>
            <a:r>
              <a:rPr baseline="-25000" lang="en-US"/>
              <a:t>1</a:t>
            </a:r>
            <a:r>
              <a:rPr lang="en-US" sz="4800">
                <a:latin typeface="Helvetica Neue Light"/>
                <a:ea typeface="Helvetica Neue Light"/>
                <a:cs typeface="Helvetica Neue Light"/>
                <a:sym typeface="Helvetica Neue Light"/>
              </a:rPr>
              <a:t> - f</a:t>
            </a:r>
            <a:r>
              <a:rPr baseline="-25000" lang="en-US"/>
              <a:t>2</a:t>
            </a:r>
            <a:r>
              <a:rPr lang="en-US" sz="4800">
                <a:latin typeface="Helvetica Neue Light"/>
                <a:ea typeface="Helvetica Neue Light"/>
                <a:cs typeface="Helvetica Neue Light"/>
                <a:sym typeface="Helvetica Neue Light"/>
              </a:rPr>
              <a:t>||?</a:t>
            </a:r>
            <a:endParaRPr/>
          </a:p>
        </p:txBody>
      </p:sp>
      <p:pic>
        <p:nvPicPr>
          <p:cNvPr descr="http://www.canyonstatevinyl.com/images/Picket%20Fence.jpg" id="860" name="Google Shape;860;p29"/>
          <p:cNvPicPr preferRelativeResize="0"/>
          <p:nvPr/>
        </p:nvPicPr>
        <p:blipFill rotWithShape="1">
          <a:blip r:embed="rId3">
            <a:alphaModFix/>
          </a:blip>
          <a:srcRect b="0" l="0" r="0" t="0"/>
          <a:stretch/>
        </p:blipFill>
        <p:spPr>
          <a:xfrm>
            <a:off x="3257550" y="6324600"/>
            <a:ext cx="8629650" cy="6477000"/>
          </a:xfrm>
          <a:prstGeom prst="rect">
            <a:avLst/>
          </a:prstGeom>
          <a:noFill/>
          <a:ln>
            <a:noFill/>
          </a:ln>
        </p:spPr>
      </p:pic>
      <p:sp>
        <p:nvSpPr>
          <p:cNvPr id="861" name="Google Shape;861;p29"/>
          <p:cNvSpPr/>
          <p:nvPr/>
        </p:nvSpPr>
        <p:spPr>
          <a:xfrm>
            <a:off x="4195233" y="8164455"/>
            <a:ext cx="609601" cy="609601"/>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pic>
        <p:nvPicPr>
          <p:cNvPr descr="http://www.canyonstatevinyl.com/images/Picket%20Fence.jpg" id="862" name="Google Shape;862;p29"/>
          <p:cNvPicPr preferRelativeResize="0"/>
          <p:nvPr/>
        </p:nvPicPr>
        <p:blipFill rotWithShape="1">
          <a:blip r:embed="rId3">
            <a:alphaModFix/>
          </a:blip>
          <a:srcRect b="0" l="0" r="0" t="0"/>
          <a:stretch/>
        </p:blipFill>
        <p:spPr>
          <a:xfrm>
            <a:off x="12649200" y="6324600"/>
            <a:ext cx="8629650" cy="6477000"/>
          </a:xfrm>
          <a:prstGeom prst="rect">
            <a:avLst/>
          </a:prstGeom>
          <a:noFill/>
          <a:ln>
            <a:noFill/>
          </a:ln>
        </p:spPr>
      </p:pic>
      <p:sp>
        <p:nvSpPr>
          <p:cNvPr id="863" name="Google Shape;863;p29"/>
          <p:cNvSpPr txBox="1"/>
          <p:nvPr/>
        </p:nvSpPr>
        <p:spPr>
          <a:xfrm>
            <a:off x="7526873" y="12801600"/>
            <a:ext cx="525070"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1" lang="en-US" sz="4000" u="none" cap="none" strike="noStrike">
                <a:solidFill>
                  <a:srgbClr val="000000"/>
                </a:solidFill>
                <a:latin typeface="Arial"/>
                <a:ea typeface="Arial"/>
                <a:cs typeface="Arial"/>
                <a:sym typeface="Arial"/>
              </a:rPr>
              <a:t>I</a:t>
            </a:r>
            <a:r>
              <a:rPr b="0" baseline="-25000" i="0" lang="en-US" sz="4000" u="none" cap="none" strike="noStrike">
                <a:solidFill>
                  <a:srgbClr val="000000"/>
                </a:solidFill>
                <a:latin typeface="Arial"/>
                <a:ea typeface="Arial"/>
                <a:cs typeface="Arial"/>
                <a:sym typeface="Arial"/>
              </a:rPr>
              <a:t>1</a:t>
            </a:r>
            <a:endParaRPr/>
          </a:p>
        </p:txBody>
      </p:sp>
      <p:sp>
        <p:nvSpPr>
          <p:cNvPr id="864" name="Google Shape;864;p29"/>
          <p:cNvSpPr txBox="1"/>
          <p:nvPr/>
        </p:nvSpPr>
        <p:spPr>
          <a:xfrm>
            <a:off x="16521647" y="12801600"/>
            <a:ext cx="525070"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1" lang="en-US" sz="4000" u="none" cap="none" strike="noStrike">
                <a:solidFill>
                  <a:srgbClr val="000000"/>
                </a:solidFill>
                <a:latin typeface="Arial"/>
                <a:ea typeface="Arial"/>
                <a:cs typeface="Arial"/>
                <a:sym typeface="Arial"/>
              </a:rPr>
              <a:t>I</a:t>
            </a:r>
            <a:r>
              <a:rPr b="0" baseline="-25000" i="0" lang="en-US" sz="4000" u="none" cap="none" strike="noStrike">
                <a:solidFill>
                  <a:srgbClr val="000000"/>
                </a:solidFill>
                <a:latin typeface="Arial"/>
                <a:ea typeface="Arial"/>
                <a:cs typeface="Arial"/>
                <a:sym typeface="Arial"/>
              </a:rPr>
              <a:t>2</a:t>
            </a:r>
            <a:endParaRPr/>
          </a:p>
        </p:txBody>
      </p:sp>
      <p:sp>
        <p:nvSpPr>
          <p:cNvPr id="865" name="Google Shape;865;p29"/>
          <p:cNvSpPr txBox="1"/>
          <p:nvPr/>
        </p:nvSpPr>
        <p:spPr>
          <a:xfrm>
            <a:off x="4169833" y="7034155"/>
            <a:ext cx="722763"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1</a:t>
            </a:r>
            <a:endParaRPr/>
          </a:p>
        </p:txBody>
      </p:sp>
      <p:sp>
        <p:nvSpPr>
          <p:cNvPr id="866" name="Google Shape;866;p29"/>
          <p:cNvSpPr/>
          <p:nvPr/>
        </p:nvSpPr>
        <p:spPr>
          <a:xfrm>
            <a:off x="13575242" y="8130452"/>
            <a:ext cx="609601" cy="609601"/>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67" name="Google Shape;867;p29"/>
          <p:cNvSpPr txBox="1"/>
          <p:nvPr/>
        </p:nvSpPr>
        <p:spPr>
          <a:xfrm>
            <a:off x="13448242" y="6962052"/>
            <a:ext cx="722763"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2</a:t>
            </a:r>
            <a:endParaRPr/>
          </a:p>
        </p:txBody>
      </p:sp>
      <p:sp>
        <p:nvSpPr>
          <p:cNvPr id="868" name="Google Shape;868;p29"/>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869" name="Google Shape;869;p29"/>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30"/>
          <p:cNvSpPr txBox="1"/>
          <p:nvPr>
            <p:ph type="title"/>
          </p:nvPr>
        </p:nvSpPr>
        <p:spPr>
          <a:xfrm>
            <a:off x="3962400" y="-76200"/>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Finding matches</a:t>
            </a:r>
            <a:endParaRPr/>
          </a:p>
        </p:txBody>
      </p:sp>
      <p:sp>
        <p:nvSpPr>
          <p:cNvPr id="875" name="Google Shape;875;p30"/>
          <p:cNvSpPr txBox="1"/>
          <p:nvPr>
            <p:ph idx="1" type="body"/>
          </p:nvPr>
        </p:nvSpPr>
        <p:spPr>
          <a:xfrm>
            <a:off x="2652150" y="2536711"/>
            <a:ext cx="20600467" cy="10569689"/>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5600"/>
              <a:buNone/>
            </a:pPr>
            <a:r>
              <a:rPr lang="en-US" sz="5600">
                <a:latin typeface="Helvetica Neue Light"/>
                <a:ea typeface="Helvetica Neue Light"/>
                <a:cs typeface="Helvetica Neue Light"/>
                <a:sym typeface="Helvetica Neue Light"/>
              </a:rPr>
              <a:t>How do we know if two features match?</a:t>
            </a:r>
            <a:endParaRPr/>
          </a:p>
          <a:p>
            <a:pPr indent="-914400" lvl="1" marL="1371600" rtl="0" algn="l">
              <a:lnSpc>
                <a:spcPct val="100000"/>
              </a:lnSpc>
              <a:spcBef>
                <a:spcPts val="1100"/>
              </a:spcBef>
              <a:spcAft>
                <a:spcPts val="0"/>
              </a:spcAft>
              <a:buClr>
                <a:srgbClr val="000000"/>
              </a:buClr>
              <a:buSzPts val="4800"/>
              <a:buChar char="–"/>
            </a:pPr>
            <a:r>
              <a:rPr lang="en-US" sz="4800">
                <a:latin typeface="Helvetica Neue Light"/>
                <a:ea typeface="Helvetica Neue Light"/>
                <a:cs typeface="Helvetica Neue Light"/>
                <a:sym typeface="Helvetica Neue Light"/>
              </a:rPr>
              <a:t>Simple approach: are they the nearest neighbor in L</a:t>
            </a:r>
            <a:r>
              <a:rPr baseline="-25000" lang="en-US"/>
              <a:t>2</a:t>
            </a:r>
            <a:r>
              <a:rPr lang="en-US" sz="4800">
                <a:latin typeface="Helvetica Neue Light"/>
                <a:ea typeface="Helvetica Neue Light"/>
                <a:cs typeface="Helvetica Neue Light"/>
                <a:sym typeface="Helvetica Neue Light"/>
              </a:rPr>
              <a:t> distance, ||f</a:t>
            </a:r>
            <a:r>
              <a:rPr baseline="-25000" lang="en-US"/>
              <a:t>1</a:t>
            </a:r>
            <a:r>
              <a:rPr lang="en-US" sz="4800">
                <a:latin typeface="Helvetica Neue Light"/>
                <a:ea typeface="Helvetica Neue Light"/>
                <a:cs typeface="Helvetica Neue Light"/>
                <a:sym typeface="Helvetica Neue Light"/>
              </a:rPr>
              <a:t> - f</a:t>
            </a:r>
            <a:r>
              <a:rPr baseline="-25000" lang="en-US"/>
              <a:t>2</a:t>
            </a:r>
            <a:r>
              <a:rPr lang="en-US" sz="4800">
                <a:latin typeface="Helvetica Neue Light"/>
                <a:ea typeface="Helvetica Neue Light"/>
                <a:cs typeface="Helvetica Neue Light"/>
                <a:sym typeface="Helvetica Neue Light"/>
              </a:rPr>
              <a:t>||?</a:t>
            </a:r>
            <a:endParaRPr/>
          </a:p>
          <a:p>
            <a:pPr indent="-914400" lvl="1" marL="1371600" rtl="0" algn="l">
              <a:lnSpc>
                <a:spcPct val="100000"/>
              </a:lnSpc>
              <a:spcBef>
                <a:spcPts val="1100"/>
              </a:spcBef>
              <a:spcAft>
                <a:spcPts val="0"/>
              </a:spcAft>
              <a:buClr>
                <a:srgbClr val="000000"/>
              </a:buClr>
              <a:buSzPts val="4800"/>
              <a:buChar char="–"/>
            </a:pPr>
            <a:r>
              <a:rPr lang="en-US" sz="4800">
                <a:latin typeface="Helvetica Neue Light"/>
                <a:ea typeface="Helvetica Neue Light"/>
                <a:cs typeface="Helvetica Neue Light"/>
                <a:sym typeface="Helvetica Neue Light"/>
              </a:rPr>
              <a:t>Can give good scores to ambiguous (incorrect) matches </a:t>
            </a:r>
            <a:endParaRPr/>
          </a:p>
        </p:txBody>
      </p:sp>
      <p:pic>
        <p:nvPicPr>
          <p:cNvPr descr="http://www.canyonstatevinyl.com/images/Picket%20Fence.jpg" id="876" name="Google Shape;876;p30"/>
          <p:cNvPicPr preferRelativeResize="0"/>
          <p:nvPr/>
        </p:nvPicPr>
        <p:blipFill rotWithShape="1">
          <a:blip r:embed="rId3">
            <a:alphaModFix/>
          </a:blip>
          <a:srcRect b="0" l="0" r="0" t="0"/>
          <a:stretch/>
        </p:blipFill>
        <p:spPr>
          <a:xfrm>
            <a:off x="3257550" y="6324600"/>
            <a:ext cx="8629650" cy="6477000"/>
          </a:xfrm>
          <a:prstGeom prst="rect">
            <a:avLst/>
          </a:prstGeom>
          <a:noFill/>
          <a:ln>
            <a:noFill/>
          </a:ln>
        </p:spPr>
      </p:pic>
      <p:sp>
        <p:nvSpPr>
          <p:cNvPr id="877" name="Google Shape;877;p30"/>
          <p:cNvSpPr/>
          <p:nvPr/>
        </p:nvSpPr>
        <p:spPr>
          <a:xfrm>
            <a:off x="5486400" y="8534400"/>
            <a:ext cx="609600" cy="609600"/>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pic>
        <p:nvPicPr>
          <p:cNvPr descr="http://www.canyonstatevinyl.com/images/Picket%20Fence.jpg" id="878" name="Google Shape;878;p30"/>
          <p:cNvPicPr preferRelativeResize="0"/>
          <p:nvPr/>
        </p:nvPicPr>
        <p:blipFill rotWithShape="1">
          <a:blip r:embed="rId3">
            <a:alphaModFix/>
          </a:blip>
          <a:srcRect b="0" l="0" r="0" t="0"/>
          <a:stretch/>
        </p:blipFill>
        <p:spPr>
          <a:xfrm>
            <a:off x="12649200" y="6324600"/>
            <a:ext cx="8629650" cy="6477000"/>
          </a:xfrm>
          <a:prstGeom prst="rect">
            <a:avLst/>
          </a:prstGeom>
          <a:noFill/>
          <a:ln>
            <a:noFill/>
          </a:ln>
        </p:spPr>
      </p:pic>
      <p:sp>
        <p:nvSpPr>
          <p:cNvPr id="879" name="Google Shape;879;p30"/>
          <p:cNvSpPr txBox="1"/>
          <p:nvPr/>
        </p:nvSpPr>
        <p:spPr>
          <a:xfrm>
            <a:off x="7526873" y="12801600"/>
            <a:ext cx="525070"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1" lang="en-US" sz="4000" u="none" cap="none" strike="noStrike">
                <a:solidFill>
                  <a:srgbClr val="000000"/>
                </a:solidFill>
                <a:latin typeface="Arial"/>
                <a:ea typeface="Arial"/>
                <a:cs typeface="Arial"/>
                <a:sym typeface="Arial"/>
              </a:rPr>
              <a:t>I</a:t>
            </a:r>
            <a:r>
              <a:rPr b="0" baseline="-25000" i="0" lang="en-US" sz="4000" u="none" cap="none" strike="noStrike">
                <a:solidFill>
                  <a:srgbClr val="000000"/>
                </a:solidFill>
                <a:latin typeface="Arial"/>
                <a:ea typeface="Arial"/>
                <a:cs typeface="Arial"/>
                <a:sym typeface="Arial"/>
              </a:rPr>
              <a:t>1</a:t>
            </a:r>
            <a:endParaRPr/>
          </a:p>
        </p:txBody>
      </p:sp>
      <p:sp>
        <p:nvSpPr>
          <p:cNvPr id="880" name="Google Shape;880;p30"/>
          <p:cNvSpPr txBox="1"/>
          <p:nvPr/>
        </p:nvSpPr>
        <p:spPr>
          <a:xfrm>
            <a:off x="16521647" y="12801600"/>
            <a:ext cx="525070"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1" lang="en-US" sz="4000" u="none" cap="none" strike="noStrike">
                <a:solidFill>
                  <a:srgbClr val="000000"/>
                </a:solidFill>
                <a:latin typeface="Arial"/>
                <a:ea typeface="Arial"/>
                <a:cs typeface="Arial"/>
                <a:sym typeface="Arial"/>
              </a:rPr>
              <a:t>I</a:t>
            </a:r>
            <a:r>
              <a:rPr b="0" baseline="-25000" i="0" lang="en-US" sz="4000" u="none" cap="none" strike="noStrike">
                <a:solidFill>
                  <a:srgbClr val="000000"/>
                </a:solidFill>
                <a:latin typeface="Arial"/>
                <a:ea typeface="Arial"/>
                <a:cs typeface="Arial"/>
                <a:sym typeface="Arial"/>
              </a:rPr>
              <a:t>2</a:t>
            </a:r>
            <a:endParaRPr/>
          </a:p>
        </p:txBody>
      </p:sp>
      <p:sp>
        <p:nvSpPr>
          <p:cNvPr id="881" name="Google Shape;881;p30"/>
          <p:cNvSpPr txBox="1"/>
          <p:nvPr/>
        </p:nvSpPr>
        <p:spPr>
          <a:xfrm>
            <a:off x="5486400" y="7086600"/>
            <a:ext cx="722763"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1</a:t>
            </a:r>
            <a:endParaRPr/>
          </a:p>
        </p:txBody>
      </p:sp>
      <p:sp>
        <p:nvSpPr>
          <p:cNvPr id="882" name="Google Shape;882;p30"/>
          <p:cNvSpPr/>
          <p:nvPr/>
        </p:nvSpPr>
        <p:spPr>
          <a:xfrm>
            <a:off x="19078576" y="8534400"/>
            <a:ext cx="609601" cy="609600"/>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83" name="Google Shape;883;p30"/>
          <p:cNvSpPr txBox="1"/>
          <p:nvPr/>
        </p:nvSpPr>
        <p:spPr>
          <a:xfrm>
            <a:off x="19078576" y="7086600"/>
            <a:ext cx="722763"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2</a:t>
            </a:r>
            <a:endParaRPr/>
          </a:p>
        </p:txBody>
      </p:sp>
      <p:sp>
        <p:nvSpPr>
          <p:cNvPr id="884" name="Google Shape;884;p30"/>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885" name="Google Shape;885;p30"/>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pic>
        <p:nvPicPr>
          <p:cNvPr descr="http://www.canyonstatevinyl.com/images/Picket%20Fence.jpg" id="890" name="Google Shape;890;p31"/>
          <p:cNvPicPr preferRelativeResize="0"/>
          <p:nvPr/>
        </p:nvPicPr>
        <p:blipFill rotWithShape="1">
          <a:blip r:embed="rId3">
            <a:alphaModFix/>
          </a:blip>
          <a:srcRect b="0" l="0" r="0" t="0"/>
          <a:stretch/>
        </p:blipFill>
        <p:spPr>
          <a:xfrm>
            <a:off x="3257550" y="6705600"/>
            <a:ext cx="8629650" cy="6477000"/>
          </a:xfrm>
          <a:prstGeom prst="rect">
            <a:avLst/>
          </a:prstGeom>
          <a:noFill/>
          <a:ln>
            <a:noFill/>
          </a:ln>
        </p:spPr>
      </p:pic>
      <p:sp>
        <p:nvSpPr>
          <p:cNvPr id="891" name="Google Shape;891;p31"/>
          <p:cNvSpPr/>
          <p:nvPr/>
        </p:nvSpPr>
        <p:spPr>
          <a:xfrm>
            <a:off x="5486400" y="8915400"/>
            <a:ext cx="609600" cy="609600"/>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pic>
        <p:nvPicPr>
          <p:cNvPr descr="http://www.canyonstatevinyl.com/images/Picket%20Fence.jpg" id="892" name="Google Shape;892;p31"/>
          <p:cNvPicPr preferRelativeResize="0"/>
          <p:nvPr/>
        </p:nvPicPr>
        <p:blipFill rotWithShape="1">
          <a:blip r:embed="rId3">
            <a:alphaModFix/>
          </a:blip>
          <a:srcRect b="0" l="0" r="0" t="0"/>
          <a:stretch/>
        </p:blipFill>
        <p:spPr>
          <a:xfrm>
            <a:off x="12649200" y="6705600"/>
            <a:ext cx="8629650" cy="6477000"/>
          </a:xfrm>
          <a:prstGeom prst="rect">
            <a:avLst/>
          </a:prstGeom>
          <a:noFill/>
          <a:ln>
            <a:noFill/>
          </a:ln>
        </p:spPr>
      </p:pic>
      <p:sp>
        <p:nvSpPr>
          <p:cNvPr id="893" name="Google Shape;893;p31"/>
          <p:cNvSpPr txBox="1"/>
          <p:nvPr/>
        </p:nvSpPr>
        <p:spPr>
          <a:xfrm>
            <a:off x="5486400" y="7467600"/>
            <a:ext cx="722763"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1</a:t>
            </a:r>
            <a:endParaRPr/>
          </a:p>
        </p:txBody>
      </p:sp>
      <p:sp>
        <p:nvSpPr>
          <p:cNvPr id="894" name="Google Shape;894;p31"/>
          <p:cNvSpPr/>
          <p:nvPr/>
        </p:nvSpPr>
        <p:spPr>
          <a:xfrm>
            <a:off x="19078576" y="8915400"/>
            <a:ext cx="609601" cy="609600"/>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5" name="Google Shape;895;p31"/>
          <p:cNvSpPr txBox="1"/>
          <p:nvPr/>
        </p:nvSpPr>
        <p:spPr>
          <a:xfrm>
            <a:off x="19078576" y="7467600"/>
            <a:ext cx="722763"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2</a:t>
            </a:r>
            <a:endParaRPr/>
          </a:p>
        </p:txBody>
      </p:sp>
      <p:sp>
        <p:nvSpPr>
          <p:cNvPr id="896" name="Google Shape;896;p31"/>
          <p:cNvSpPr/>
          <p:nvPr/>
        </p:nvSpPr>
        <p:spPr>
          <a:xfrm>
            <a:off x="17481550" y="8915400"/>
            <a:ext cx="609600" cy="609600"/>
          </a:xfrm>
          <a:prstGeom prst="rect">
            <a:avLst/>
          </a:prstGeom>
          <a:solidFill>
            <a:srgbClr val="00CC99">
              <a:alpha val="17647"/>
            </a:srgbClr>
          </a:solidFill>
          <a:ln cap="flat" cmpd="sng" w="50800">
            <a:solidFill>
              <a:srgbClr val="FFFF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7" name="Google Shape;897;p31"/>
          <p:cNvSpPr txBox="1"/>
          <p:nvPr/>
        </p:nvSpPr>
        <p:spPr>
          <a:xfrm>
            <a:off x="17481550" y="7467600"/>
            <a:ext cx="1597027" cy="11733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6400"/>
              <a:buFont typeface="Arial"/>
              <a:buNone/>
            </a:pPr>
            <a:r>
              <a:rPr b="0" i="0" lang="en-US" sz="6400" u="none" cap="none" strike="noStrike">
                <a:solidFill>
                  <a:srgbClr val="FFFF00"/>
                </a:solidFill>
                <a:latin typeface="Arial"/>
                <a:ea typeface="Arial"/>
                <a:cs typeface="Arial"/>
                <a:sym typeface="Arial"/>
              </a:rPr>
              <a:t>f</a:t>
            </a:r>
            <a:r>
              <a:rPr b="0" baseline="-25000" i="0" lang="en-US" sz="6400" u="none" cap="none" strike="noStrike">
                <a:solidFill>
                  <a:srgbClr val="FFFF00"/>
                </a:solidFill>
                <a:latin typeface="Arial"/>
                <a:ea typeface="Arial"/>
                <a:cs typeface="Arial"/>
                <a:sym typeface="Arial"/>
              </a:rPr>
              <a:t>2</a:t>
            </a:r>
            <a:r>
              <a:rPr b="0" baseline="30000" i="0" lang="en-US" sz="6400" u="none" cap="none" strike="noStrike">
                <a:solidFill>
                  <a:srgbClr val="FFFF00"/>
                </a:solidFill>
                <a:latin typeface="Arial"/>
                <a:ea typeface="Arial"/>
                <a:cs typeface="Arial"/>
                <a:sym typeface="Arial"/>
              </a:rPr>
              <a:t>'</a:t>
            </a:r>
            <a:endParaRPr/>
          </a:p>
        </p:txBody>
      </p:sp>
      <p:sp>
        <p:nvSpPr>
          <p:cNvPr id="898" name="Google Shape;898;p31"/>
          <p:cNvSpPr txBox="1"/>
          <p:nvPr/>
        </p:nvSpPr>
        <p:spPr>
          <a:xfrm>
            <a:off x="3962400" y="324256"/>
            <a:ext cx="16459200" cy="1485088"/>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i="0" lang="en-US" sz="8800" u="none" cap="none" strike="noStrike">
                <a:solidFill>
                  <a:srgbClr val="000000"/>
                </a:solidFill>
                <a:latin typeface="Helvetica Neue"/>
                <a:ea typeface="Helvetica Neue"/>
                <a:cs typeface="Helvetica Neue"/>
                <a:sym typeface="Helvetica Neue"/>
              </a:rPr>
              <a:t>Finding matches</a:t>
            </a:r>
            <a:endParaRPr/>
          </a:p>
        </p:txBody>
      </p:sp>
      <p:sp>
        <p:nvSpPr>
          <p:cNvPr id="899" name="Google Shape;899;p31"/>
          <p:cNvSpPr txBox="1"/>
          <p:nvPr/>
        </p:nvSpPr>
        <p:spPr>
          <a:xfrm>
            <a:off x="2802466" y="1837266"/>
            <a:ext cx="18882917" cy="4582157"/>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5600"/>
              <a:buFont typeface="Helvetica Neue Light"/>
              <a:buNone/>
            </a:pPr>
            <a:r>
              <a:rPr b="0" i="0" lang="en-US" sz="5600" u="none" cap="none" strike="noStrike">
                <a:solidFill>
                  <a:srgbClr val="000000"/>
                </a:solidFill>
                <a:latin typeface="Helvetica Neue Light"/>
                <a:ea typeface="Helvetica Neue Light"/>
                <a:cs typeface="Helvetica Neue Light"/>
                <a:sym typeface="Helvetica Neue Light"/>
              </a:rPr>
              <a:t>Throw away matches that fail tests:</a:t>
            </a:r>
            <a:endParaRPr/>
          </a:p>
          <a:p>
            <a:pPr indent="-685800" lvl="1" marL="1143000" marR="0" rtl="0" algn="l">
              <a:lnSpc>
                <a:spcPct val="100000"/>
              </a:lnSpc>
              <a:spcBef>
                <a:spcPts val="900"/>
              </a:spcBef>
              <a:spcAft>
                <a:spcPts val="0"/>
              </a:spcAft>
              <a:buClr>
                <a:srgbClr val="000000"/>
              </a:buClr>
              <a:buSzPts val="4000"/>
              <a:buFont typeface="Arial"/>
              <a:buChar char="•"/>
            </a:pPr>
            <a:r>
              <a:rPr b="1" i="0" lang="en-US" sz="4000" u="none" cap="none" strike="noStrike">
                <a:solidFill>
                  <a:srgbClr val="000000"/>
                </a:solidFill>
                <a:latin typeface="Helvetica Neue"/>
                <a:ea typeface="Helvetica Neue"/>
                <a:cs typeface="Helvetica Neue"/>
                <a:sym typeface="Helvetica Neue"/>
              </a:rPr>
              <a:t>Ratio test</a:t>
            </a:r>
            <a:r>
              <a:rPr b="0" i="0" lang="en-US" sz="4000" u="none" cap="none" strike="noStrike">
                <a:solidFill>
                  <a:srgbClr val="000000"/>
                </a:solidFill>
                <a:latin typeface="Helvetica Neue Light"/>
                <a:ea typeface="Helvetica Neue Light"/>
                <a:cs typeface="Helvetica Neue Light"/>
                <a:sym typeface="Helvetica Neue Light"/>
              </a:rPr>
              <a:t>: this </a:t>
            </a:r>
            <a:r>
              <a:rPr b="0" i="1" lang="en-US" sz="4000" u="none" cap="none" strike="noStrike">
                <a:solidFill>
                  <a:srgbClr val="000000"/>
                </a:solidFill>
                <a:latin typeface="Helvetica Neue"/>
                <a:ea typeface="Helvetica Neue"/>
                <a:cs typeface="Helvetica Neue"/>
                <a:sym typeface="Helvetica Neue"/>
              </a:rPr>
              <a:t>by far</a:t>
            </a:r>
            <a:r>
              <a:rPr b="0" i="0" lang="en-US" sz="4000" u="none" cap="none" strike="noStrike">
                <a:solidFill>
                  <a:srgbClr val="000000"/>
                </a:solidFill>
                <a:latin typeface="Helvetica Neue Light"/>
                <a:ea typeface="Helvetica Neue Light"/>
                <a:cs typeface="Helvetica Neue Light"/>
                <a:sym typeface="Helvetica Neue Light"/>
              </a:rPr>
              <a:t> the best match? Compare best and 2nd-best matches.</a:t>
            </a:r>
            <a:endParaRPr/>
          </a:p>
          <a:p>
            <a:pPr indent="-685800" lvl="2" marL="1600200" marR="0" rtl="0" algn="l">
              <a:lnSpc>
                <a:spcPct val="100000"/>
              </a:lnSpc>
              <a:spcBef>
                <a:spcPts val="900"/>
              </a:spcBef>
              <a:spcAft>
                <a:spcPts val="0"/>
              </a:spcAft>
              <a:buClr>
                <a:srgbClr val="000000"/>
              </a:buClr>
              <a:buSzPts val="4000"/>
              <a:buFont typeface="Arial"/>
              <a:buChar char="•"/>
            </a:pPr>
            <a:r>
              <a:rPr b="0" i="0" lang="en-US" sz="4000" u="none" cap="none" strike="noStrike">
                <a:solidFill>
                  <a:srgbClr val="000000"/>
                </a:solidFill>
                <a:latin typeface="Helvetica Neue Light"/>
                <a:ea typeface="Helvetica Neue Light"/>
                <a:cs typeface="Helvetica Neue Light"/>
                <a:sym typeface="Helvetica Neue Light"/>
              </a:rPr>
              <a:t>Ratio distance = ||f</a:t>
            </a:r>
            <a:r>
              <a:rPr b="0" baseline="-25000" i="0" lang="en-US" sz="4000" u="none" cap="none" strike="noStrike">
                <a:solidFill>
                  <a:srgbClr val="000000"/>
                </a:solidFill>
                <a:latin typeface="Helvetica Neue Light"/>
                <a:ea typeface="Helvetica Neue Light"/>
                <a:cs typeface="Helvetica Neue Light"/>
                <a:sym typeface="Helvetica Neue Light"/>
              </a:rPr>
              <a:t>1</a:t>
            </a:r>
            <a:r>
              <a:rPr b="0" i="0" lang="en-US" sz="4000" u="none" cap="none" strike="noStrike">
                <a:solidFill>
                  <a:srgbClr val="000000"/>
                </a:solidFill>
                <a:latin typeface="Helvetica Neue Light"/>
                <a:ea typeface="Helvetica Neue Light"/>
                <a:cs typeface="Helvetica Neue Light"/>
                <a:sym typeface="Helvetica Neue Light"/>
              </a:rPr>
              <a:t> - f</a:t>
            </a:r>
            <a:r>
              <a:rPr b="0" baseline="-25000" i="0" lang="en-US" sz="4000" u="none" cap="none" strike="noStrike">
                <a:solidFill>
                  <a:srgbClr val="000000"/>
                </a:solidFill>
                <a:latin typeface="Helvetica Neue Light"/>
                <a:ea typeface="Helvetica Neue Light"/>
                <a:cs typeface="Helvetica Neue Light"/>
                <a:sym typeface="Helvetica Neue Light"/>
              </a:rPr>
              <a:t>2</a:t>
            </a:r>
            <a:r>
              <a:rPr b="0" i="0" lang="en-US" sz="4000" u="none" cap="none" strike="noStrike">
                <a:solidFill>
                  <a:srgbClr val="000000"/>
                </a:solidFill>
                <a:latin typeface="Helvetica Neue Light"/>
                <a:ea typeface="Helvetica Neue Light"/>
                <a:cs typeface="Helvetica Neue Light"/>
                <a:sym typeface="Helvetica Neue Light"/>
              </a:rPr>
              <a:t> || / || f</a:t>
            </a:r>
            <a:r>
              <a:rPr b="0" baseline="-25000" i="0" lang="en-US" sz="4000" u="none" cap="none" strike="noStrike">
                <a:solidFill>
                  <a:srgbClr val="000000"/>
                </a:solidFill>
                <a:latin typeface="Helvetica Neue Light"/>
                <a:ea typeface="Helvetica Neue Light"/>
                <a:cs typeface="Helvetica Neue Light"/>
                <a:sym typeface="Helvetica Neue Light"/>
              </a:rPr>
              <a:t>1</a:t>
            </a:r>
            <a:r>
              <a:rPr b="0" i="0" lang="en-US" sz="4000" u="none" cap="none" strike="noStrike">
                <a:solidFill>
                  <a:srgbClr val="000000"/>
                </a:solidFill>
                <a:latin typeface="Helvetica Neue Light"/>
                <a:ea typeface="Helvetica Neue Light"/>
                <a:cs typeface="Helvetica Neue Light"/>
                <a:sym typeface="Helvetica Neue Light"/>
              </a:rPr>
              <a:t> - f</a:t>
            </a:r>
            <a:r>
              <a:rPr b="0" baseline="-25000" i="0" lang="en-US" sz="4000" u="none" cap="none" strike="noStrike">
                <a:solidFill>
                  <a:srgbClr val="000000"/>
                </a:solidFill>
                <a:latin typeface="Helvetica Neue Light"/>
                <a:ea typeface="Helvetica Neue Light"/>
                <a:cs typeface="Helvetica Neue Light"/>
                <a:sym typeface="Helvetica Neue Light"/>
              </a:rPr>
              <a:t>2</a:t>
            </a:r>
            <a:r>
              <a:rPr b="0" i="0" lang="en-US" sz="4000" u="none" cap="none" strike="noStrike">
                <a:solidFill>
                  <a:srgbClr val="000000"/>
                </a:solidFill>
                <a:latin typeface="Helvetica Neue Light"/>
                <a:ea typeface="Helvetica Neue Light"/>
                <a:cs typeface="Helvetica Neue Light"/>
                <a:sym typeface="Helvetica Neue Light"/>
              </a:rPr>
              <a:t>’ ||</a:t>
            </a:r>
            <a:endParaRPr/>
          </a:p>
          <a:p>
            <a:pPr indent="-685800" lvl="2" marL="1600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000000"/>
                </a:solidFill>
                <a:latin typeface="Helvetica Neue Light"/>
                <a:ea typeface="Helvetica Neue Light"/>
                <a:cs typeface="Helvetica Neue Light"/>
                <a:sym typeface="Helvetica Neue Light"/>
              </a:rPr>
              <a:t>f</a:t>
            </a:r>
            <a:r>
              <a:rPr b="0" baseline="-25000" i="0" lang="en-US" sz="4000" u="none" cap="none" strike="noStrike">
                <a:solidFill>
                  <a:srgbClr val="000000"/>
                </a:solidFill>
                <a:latin typeface="Helvetica Neue Light"/>
                <a:ea typeface="Helvetica Neue Light"/>
                <a:cs typeface="Helvetica Neue Light"/>
                <a:sym typeface="Helvetica Neue Light"/>
              </a:rPr>
              <a:t>2</a:t>
            </a:r>
            <a:r>
              <a:rPr b="0" i="0" lang="en-US" sz="4000" u="none" cap="none" strike="noStrike">
                <a:solidFill>
                  <a:srgbClr val="000000"/>
                </a:solidFill>
                <a:latin typeface="Helvetica Neue Light"/>
                <a:ea typeface="Helvetica Neue Light"/>
                <a:cs typeface="Helvetica Neue Light"/>
                <a:sym typeface="Helvetica Neue Light"/>
              </a:rPr>
              <a:t> is best SSD match to f</a:t>
            </a:r>
            <a:r>
              <a:rPr b="0" baseline="-25000" i="0" lang="en-US" sz="4000" u="none" cap="none" strike="noStrike">
                <a:solidFill>
                  <a:srgbClr val="000000"/>
                </a:solidFill>
                <a:latin typeface="Helvetica Neue Light"/>
                <a:ea typeface="Helvetica Neue Light"/>
                <a:cs typeface="Helvetica Neue Light"/>
                <a:sym typeface="Helvetica Neue Light"/>
              </a:rPr>
              <a:t>1</a:t>
            </a:r>
            <a:r>
              <a:rPr b="0" i="0" lang="en-US" sz="4000" u="none" cap="none" strike="noStrike">
                <a:solidFill>
                  <a:srgbClr val="000000"/>
                </a:solidFill>
                <a:latin typeface="Helvetica Neue Light"/>
                <a:ea typeface="Helvetica Neue Light"/>
                <a:cs typeface="Helvetica Neue Light"/>
                <a:sym typeface="Helvetica Neue Light"/>
              </a:rPr>
              <a:t> in I</a:t>
            </a:r>
            <a:r>
              <a:rPr b="0" baseline="-25000" i="0" lang="en-US" sz="4000" u="none" cap="none" strike="noStrike">
                <a:solidFill>
                  <a:srgbClr val="000000"/>
                </a:solidFill>
                <a:latin typeface="Helvetica Neue Light"/>
                <a:ea typeface="Helvetica Neue Light"/>
                <a:cs typeface="Helvetica Neue Light"/>
                <a:sym typeface="Helvetica Neue Light"/>
              </a:rPr>
              <a:t>2</a:t>
            </a:r>
            <a:endParaRPr/>
          </a:p>
          <a:p>
            <a:pPr indent="-685800" lvl="2" marL="1600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000000"/>
                </a:solidFill>
                <a:latin typeface="Helvetica Neue Light"/>
                <a:ea typeface="Helvetica Neue Light"/>
                <a:cs typeface="Helvetica Neue Light"/>
                <a:sym typeface="Helvetica Neue Light"/>
              </a:rPr>
              <a:t>f</a:t>
            </a:r>
            <a:r>
              <a:rPr b="0" baseline="-25000" i="0" lang="en-US" sz="4000" u="none" cap="none" strike="noStrike">
                <a:solidFill>
                  <a:srgbClr val="000000"/>
                </a:solidFill>
                <a:latin typeface="Helvetica Neue Light"/>
                <a:ea typeface="Helvetica Neue Light"/>
                <a:cs typeface="Helvetica Neue Light"/>
                <a:sym typeface="Helvetica Neue Light"/>
              </a:rPr>
              <a:t>2</a:t>
            </a:r>
            <a:r>
              <a:rPr b="0" i="0" lang="en-US" sz="4000" u="none" cap="none" strike="noStrike">
                <a:solidFill>
                  <a:srgbClr val="000000"/>
                </a:solidFill>
                <a:latin typeface="Helvetica Neue Light"/>
                <a:ea typeface="Helvetica Neue Light"/>
                <a:cs typeface="Helvetica Neue Light"/>
                <a:sym typeface="Helvetica Neue Light"/>
              </a:rPr>
              <a:t>’  is  2</a:t>
            </a:r>
            <a:r>
              <a:rPr b="0" baseline="30000" i="0" lang="en-US" sz="4000" u="none" cap="none" strike="noStrike">
                <a:solidFill>
                  <a:srgbClr val="000000"/>
                </a:solidFill>
                <a:latin typeface="Helvetica Neue Light"/>
                <a:ea typeface="Helvetica Neue Light"/>
                <a:cs typeface="Helvetica Neue Light"/>
                <a:sym typeface="Helvetica Neue Light"/>
              </a:rPr>
              <a:t>nd</a:t>
            </a:r>
            <a:r>
              <a:rPr b="0" i="0" lang="en-US" sz="4000" u="none" cap="none" strike="noStrike">
                <a:solidFill>
                  <a:srgbClr val="000000"/>
                </a:solidFill>
                <a:latin typeface="Helvetica Neue Light"/>
                <a:ea typeface="Helvetica Neue Light"/>
                <a:cs typeface="Helvetica Neue Light"/>
                <a:sym typeface="Helvetica Neue Light"/>
              </a:rPr>
              <a:t> best SSD match to f</a:t>
            </a:r>
            <a:r>
              <a:rPr b="0" baseline="-25000" i="0" lang="en-US" sz="4000" u="none" cap="none" strike="noStrike">
                <a:solidFill>
                  <a:srgbClr val="000000"/>
                </a:solidFill>
                <a:latin typeface="Helvetica Neue Light"/>
                <a:ea typeface="Helvetica Neue Light"/>
                <a:cs typeface="Helvetica Neue Light"/>
                <a:sym typeface="Helvetica Neue Light"/>
              </a:rPr>
              <a:t>1</a:t>
            </a:r>
            <a:r>
              <a:rPr b="0" i="0" lang="en-US" sz="4000" u="none" cap="none" strike="noStrike">
                <a:solidFill>
                  <a:srgbClr val="000000"/>
                </a:solidFill>
                <a:latin typeface="Helvetica Neue Light"/>
                <a:ea typeface="Helvetica Neue Light"/>
                <a:cs typeface="Helvetica Neue Light"/>
                <a:sym typeface="Helvetica Neue Light"/>
              </a:rPr>
              <a:t> in I</a:t>
            </a:r>
            <a:r>
              <a:rPr b="0" baseline="-25000" i="0" lang="en-US" sz="4000" u="none" cap="none" strike="noStrike">
                <a:solidFill>
                  <a:srgbClr val="000000"/>
                </a:solidFill>
                <a:latin typeface="Helvetica Neue Light"/>
                <a:ea typeface="Helvetica Neue Light"/>
                <a:cs typeface="Helvetica Neue Light"/>
                <a:sym typeface="Helvetica Neue Light"/>
              </a:rPr>
              <a:t>2</a:t>
            </a:r>
            <a:endParaRPr b="1" baseline="-25000" i="0" sz="3000" u="none" cap="none" strike="noStrike">
              <a:solidFill>
                <a:srgbClr val="000000"/>
              </a:solidFill>
              <a:latin typeface="Helvetica Neue"/>
              <a:ea typeface="Helvetica Neue"/>
              <a:cs typeface="Helvetica Neue"/>
              <a:sym typeface="Helvetica Neue"/>
            </a:endParaRPr>
          </a:p>
          <a:p>
            <a:pPr indent="-685800" lvl="1" marL="1143000" marR="0" rtl="0" algn="l">
              <a:lnSpc>
                <a:spcPct val="100000"/>
              </a:lnSpc>
              <a:spcBef>
                <a:spcPts val="0"/>
              </a:spcBef>
              <a:spcAft>
                <a:spcPts val="0"/>
              </a:spcAft>
              <a:buClr>
                <a:srgbClr val="000000"/>
              </a:buClr>
              <a:buSzPts val="4000"/>
              <a:buFont typeface="Arial"/>
              <a:buChar char="•"/>
            </a:pPr>
            <a:r>
              <a:rPr b="1" i="0" lang="en-US" sz="4000" u="none" cap="none" strike="noStrike">
                <a:solidFill>
                  <a:srgbClr val="000000"/>
                </a:solidFill>
                <a:latin typeface="Helvetica Neue"/>
                <a:ea typeface="Helvetica Neue"/>
                <a:cs typeface="Helvetica Neue"/>
                <a:sym typeface="Helvetica Neue"/>
              </a:rPr>
              <a:t>Forward-backward consistency</a:t>
            </a:r>
            <a:r>
              <a:rPr b="0" i="0" lang="en-US" sz="4000" u="none" cap="none" strike="noStrike">
                <a:solidFill>
                  <a:srgbClr val="000000"/>
                </a:solidFill>
                <a:latin typeface="Helvetica Neue Light"/>
                <a:ea typeface="Helvetica Neue Light"/>
                <a:cs typeface="Helvetica Neue Light"/>
                <a:sym typeface="Helvetica Neue Light"/>
              </a:rPr>
              <a:t>: f</a:t>
            </a:r>
            <a:r>
              <a:rPr b="0" baseline="-25000" i="0" lang="en-US" sz="4000" u="none" cap="none" strike="noStrike">
                <a:solidFill>
                  <a:srgbClr val="000000"/>
                </a:solidFill>
                <a:latin typeface="Helvetica Neue Light"/>
                <a:ea typeface="Helvetica Neue Light"/>
                <a:cs typeface="Helvetica Neue Light"/>
                <a:sym typeface="Helvetica Neue Light"/>
              </a:rPr>
              <a:t>1  </a:t>
            </a:r>
            <a:r>
              <a:rPr b="0" i="0" lang="en-US" sz="4000" u="none" cap="none" strike="noStrike">
                <a:solidFill>
                  <a:srgbClr val="000000"/>
                </a:solidFill>
                <a:latin typeface="Helvetica Neue Light"/>
                <a:ea typeface="Helvetica Neue Light"/>
                <a:cs typeface="Helvetica Neue Light"/>
                <a:sym typeface="Helvetica Neue Light"/>
              </a:rPr>
              <a:t>should also be nearest neighbor of f</a:t>
            </a:r>
            <a:r>
              <a:rPr b="0" baseline="-25000" i="0" lang="en-US" sz="4000" u="none" cap="none" strike="noStrike">
                <a:solidFill>
                  <a:srgbClr val="000000"/>
                </a:solidFill>
                <a:latin typeface="Helvetica Neue Light"/>
                <a:ea typeface="Helvetica Neue Light"/>
                <a:cs typeface="Helvetica Neue Light"/>
                <a:sym typeface="Helvetica Neue Light"/>
              </a:rPr>
              <a:t>2</a:t>
            </a:r>
            <a:endParaRPr/>
          </a:p>
        </p:txBody>
      </p:sp>
      <p:sp>
        <p:nvSpPr>
          <p:cNvPr id="900" name="Google Shape;900;p31"/>
          <p:cNvSpPr txBox="1"/>
          <p:nvPr/>
        </p:nvSpPr>
        <p:spPr>
          <a:xfrm>
            <a:off x="7526873" y="13182600"/>
            <a:ext cx="525070"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1" lang="en-US" sz="4000" u="none" cap="none" strike="noStrike">
                <a:solidFill>
                  <a:srgbClr val="000000"/>
                </a:solidFill>
                <a:latin typeface="Arial"/>
                <a:ea typeface="Arial"/>
                <a:cs typeface="Arial"/>
                <a:sym typeface="Arial"/>
              </a:rPr>
              <a:t>I</a:t>
            </a:r>
            <a:r>
              <a:rPr b="0" baseline="-25000" i="0" lang="en-US" sz="4000" u="none" cap="none" strike="noStrike">
                <a:solidFill>
                  <a:srgbClr val="000000"/>
                </a:solidFill>
                <a:latin typeface="Arial"/>
                <a:ea typeface="Arial"/>
                <a:cs typeface="Arial"/>
                <a:sym typeface="Arial"/>
              </a:rPr>
              <a:t>1</a:t>
            </a:r>
            <a:endParaRPr/>
          </a:p>
        </p:txBody>
      </p:sp>
      <p:sp>
        <p:nvSpPr>
          <p:cNvPr id="901" name="Google Shape;901;p31"/>
          <p:cNvSpPr txBox="1"/>
          <p:nvPr/>
        </p:nvSpPr>
        <p:spPr>
          <a:xfrm>
            <a:off x="16521647" y="13182600"/>
            <a:ext cx="525070"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1" lang="en-US" sz="4000" u="none" cap="none" strike="noStrike">
                <a:solidFill>
                  <a:srgbClr val="000000"/>
                </a:solidFill>
                <a:latin typeface="Arial"/>
                <a:ea typeface="Arial"/>
                <a:cs typeface="Arial"/>
                <a:sym typeface="Arial"/>
              </a:rPr>
              <a:t>I</a:t>
            </a:r>
            <a:r>
              <a:rPr b="0" baseline="-25000" i="0" lang="en-US" sz="4000" u="none" cap="none" strike="noStrike">
                <a:solidFill>
                  <a:srgbClr val="000000"/>
                </a:solidFill>
                <a:latin typeface="Arial"/>
                <a:ea typeface="Arial"/>
                <a:cs typeface="Arial"/>
                <a:sym typeface="Arial"/>
              </a:rPr>
              <a:t>2</a:t>
            </a:r>
            <a:endParaRPr/>
          </a:p>
        </p:txBody>
      </p:sp>
      <p:sp>
        <p:nvSpPr>
          <p:cNvPr id="902" name="Google Shape;902;p31"/>
          <p:cNvSpPr txBox="1"/>
          <p:nvPr/>
        </p:nvSpPr>
        <p:spPr>
          <a:xfrm>
            <a:off x="21303016" y="131104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903" name="Google Shape;903;p31"/>
          <p:cNvSpPr txBox="1"/>
          <p:nvPr>
            <p:ph idx="12" type="sldNum"/>
          </p:nvPr>
        </p:nvSpPr>
        <p:spPr>
          <a:xfrm>
            <a:off x="19917052" y="13216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3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matching example</a:t>
            </a:r>
            <a:endParaRPr/>
          </a:p>
        </p:txBody>
      </p:sp>
      <p:pic>
        <p:nvPicPr>
          <p:cNvPr descr="C:\snavely\matlab\A2P3\search.png" id="909" name="Google Shape;909;p32"/>
          <p:cNvPicPr preferRelativeResize="0"/>
          <p:nvPr/>
        </p:nvPicPr>
        <p:blipFill rotWithShape="1">
          <a:blip r:embed="rId3">
            <a:alphaModFix/>
          </a:blip>
          <a:srcRect b="0" l="0" r="0" t="0"/>
          <a:stretch/>
        </p:blipFill>
        <p:spPr>
          <a:xfrm>
            <a:off x="11887200" y="3657600"/>
            <a:ext cx="8534400" cy="7415984"/>
          </a:xfrm>
          <a:prstGeom prst="rect">
            <a:avLst/>
          </a:prstGeom>
          <a:noFill/>
          <a:ln>
            <a:noFill/>
          </a:ln>
          <a:effectLst>
            <a:outerShdw blurRad="101600" rotWithShape="0" dir="2700000" dist="76200">
              <a:srgbClr val="000000">
                <a:alpha val="40000"/>
              </a:srgbClr>
            </a:outerShdw>
          </a:effectLst>
        </p:spPr>
      </p:pic>
      <p:pic>
        <p:nvPicPr>
          <p:cNvPr descr="image4.png" id="910" name="Google Shape;910;p32"/>
          <p:cNvPicPr preferRelativeResize="0"/>
          <p:nvPr/>
        </p:nvPicPr>
        <p:blipFill rotWithShape="1">
          <a:blip r:embed="rId4">
            <a:alphaModFix/>
          </a:blip>
          <a:srcRect b="0" l="0" r="0" t="0"/>
          <a:stretch/>
        </p:blipFill>
        <p:spPr>
          <a:xfrm>
            <a:off x="5029200" y="3657600"/>
            <a:ext cx="5181600" cy="7876032"/>
          </a:xfrm>
          <a:prstGeom prst="rect">
            <a:avLst/>
          </a:prstGeom>
          <a:noFill/>
          <a:ln>
            <a:noFill/>
          </a:ln>
          <a:effectLst>
            <a:outerShdw blurRad="101600" rotWithShape="0" dir="2700000" dist="76200">
              <a:srgbClr val="000000">
                <a:alpha val="40000"/>
              </a:srgbClr>
            </a:outerShdw>
          </a:effectLst>
        </p:spPr>
      </p:pic>
      <p:pic>
        <p:nvPicPr>
          <p:cNvPr descr="image14.png" id="911" name="Google Shape;911;p32"/>
          <p:cNvPicPr preferRelativeResize="0"/>
          <p:nvPr/>
        </p:nvPicPr>
        <p:blipFill rotWithShape="1">
          <a:blip r:embed="rId5">
            <a:alphaModFix/>
          </a:blip>
          <a:srcRect b="0" l="0" r="0" t="0"/>
          <a:stretch/>
        </p:blipFill>
        <p:spPr>
          <a:xfrm>
            <a:off x="3352800" y="3657600"/>
            <a:ext cx="17068800" cy="7846140"/>
          </a:xfrm>
          <a:prstGeom prst="rect">
            <a:avLst/>
          </a:prstGeom>
          <a:noFill/>
          <a:ln>
            <a:noFill/>
          </a:ln>
        </p:spPr>
      </p:pic>
      <p:sp>
        <p:nvSpPr>
          <p:cNvPr id="912" name="Google Shape;912;p32"/>
          <p:cNvSpPr txBox="1"/>
          <p:nvPr/>
        </p:nvSpPr>
        <p:spPr>
          <a:xfrm>
            <a:off x="5200908" y="11734800"/>
            <a:ext cx="13982184" cy="69306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Calibri"/>
              <a:buNone/>
            </a:pPr>
            <a:r>
              <a:rPr b="1" i="0" lang="en-US" sz="4000" u="none" cap="none" strike="noStrike">
                <a:solidFill>
                  <a:srgbClr val="000000"/>
                </a:solidFill>
                <a:latin typeface="Calibri"/>
                <a:ea typeface="Calibri"/>
                <a:cs typeface="Calibri"/>
                <a:sym typeface="Calibri"/>
              </a:rPr>
              <a:t>51 feature matches after ratio test</a:t>
            </a:r>
            <a:endParaRPr/>
          </a:p>
        </p:txBody>
      </p:sp>
      <p:sp>
        <p:nvSpPr>
          <p:cNvPr id="913" name="Google Shape;913;p32"/>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914" name="Google Shape;914;p32"/>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500"/>
                                        <p:tgtEl>
                                          <p:spTgt spid="9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3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matching example</a:t>
            </a:r>
            <a:endParaRPr/>
          </a:p>
        </p:txBody>
      </p:sp>
      <p:pic>
        <p:nvPicPr>
          <p:cNvPr descr="C:\snavely\matlab\A2P3\search.png" id="920" name="Google Shape;920;p33"/>
          <p:cNvPicPr preferRelativeResize="0"/>
          <p:nvPr/>
        </p:nvPicPr>
        <p:blipFill rotWithShape="1">
          <a:blip r:embed="rId3">
            <a:alphaModFix/>
          </a:blip>
          <a:srcRect b="0" l="0" r="0" t="0"/>
          <a:stretch/>
        </p:blipFill>
        <p:spPr>
          <a:xfrm>
            <a:off x="11887200" y="3657600"/>
            <a:ext cx="8534400" cy="7415984"/>
          </a:xfrm>
          <a:prstGeom prst="rect">
            <a:avLst/>
          </a:prstGeom>
          <a:noFill/>
          <a:ln>
            <a:noFill/>
          </a:ln>
          <a:effectLst>
            <a:outerShdw blurRad="101600" rotWithShape="0" dir="2700000" dist="76200">
              <a:srgbClr val="000000">
                <a:alpha val="40000"/>
              </a:srgbClr>
            </a:outerShdw>
          </a:effectLst>
        </p:spPr>
      </p:pic>
      <p:pic>
        <p:nvPicPr>
          <p:cNvPr descr="C:\snavely\matlab\A2P3\template2.png" id="921" name="Google Shape;921;p33"/>
          <p:cNvPicPr preferRelativeResize="0"/>
          <p:nvPr/>
        </p:nvPicPr>
        <p:blipFill rotWithShape="1">
          <a:blip r:embed="rId4">
            <a:alphaModFix/>
          </a:blip>
          <a:srcRect b="0" l="0" r="0" t="0"/>
          <a:stretch/>
        </p:blipFill>
        <p:spPr>
          <a:xfrm>
            <a:off x="5220154" y="3657601"/>
            <a:ext cx="4813731" cy="6858001"/>
          </a:xfrm>
          <a:prstGeom prst="rect">
            <a:avLst/>
          </a:prstGeom>
          <a:noFill/>
          <a:ln>
            <a:noFill/>
          </a:ln>
        </p:spPr>
      </p:pic>
      <p:pic>
        <p:nvPicPr>
          <p:cNvPr descr="image16.png" id="922" name="Google Shape;922;p33"/>
          <p:cNvPicPr preferRelativeResize="0"/>
          <p:nvPr/>
        </p:nvPicPr>
        <p:blipFill rotWithShape="1">
          <a:blip r:embed="rId5">
            <a:alphaModFix/>
          </a:blip>
          <a:srcRect b="0" l="0" r="0" t="0"/>
          <a:stretch/>
        </p:blipFill>
        <p:spPr>
          <a:xfrm>
            <a:off x="3352800" y="3657600"/>
            <a:ext cx="17068800" cy="7415983"/>
          </a:xfrm>
          <a:prstGeom prst="rect">
            <a:avLst/>
          </a:prstGeom>
          <a:noFill/>
          <a:ln>
            <a:noFill/>
          </a:ln>
        </p:spPr>
      </p:pic>
      <p:sp>
        <p:nvSpPr>
          <p:cNvPr id="923" name="Google Shape;923;p33"/>
          <p:cNvSpPr txBox="1"/>
          <p:nvPr/>
        </p:nvSpPr>
        <p:spPr>
          <a:xfrm>
            <a:off x="5200908" y="11734800"/>
            <a:ext cx="13982184" cy="69306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Calibri"/>
              <a:buNone/>
            </a:pPr>
            <a:r>
              <a:rPr b="1" i="0" lang="en-US" sz="4000" u="none" cap="none" strike="noStrike">
                <a:solidFill>
                  <a:srgbClr val="000000"/>
                </a:solidFill>
                <a:latin typeface="Calibri"/>
                <a:ea typeface="Calibri"/>
                <a:cs typeface="Calibri"/>
                <a:sym typeface="Calibri"/>
              </a:rPr>
              <a:t>58 feature matches after ratio test</a:t>
            </a:r>
            <a:endParaRPr/>
          </a:p>
        </p:txBody>
      </p:sp>
      <p:sp>
        <p:nvSpPr>
          <p:cNvPr id="924" name="Google Shape;924;p3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925" name="Google Shape;925;p33"/>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gtEl>
                                        <p:attrNameLst>
                                          <p:attrName>style.visibility</p:attrName>
                                        </p:attrNameLst>
                                      </p:cBhvr>
                                      <p:to>
                                        <p:strVal val="visible"/>
                                      </p:to>
                                    </p:set>
                                    <p:animEffect filter="fade" transition="in">
                                      <p:cBhvr>
                                        <p:cTn dur="500"/>
                                        <p:tgtEl>
                                          <p:spTgt spid="9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23"/>
                                        </p:tgtEl>
                                        <p:attrNameLst>
                                          <p:attrName>style.visibility</p:attrName>
                                        </p:attrNameLst>
                                      </p:cBhvr>
                                      <p:to>
                                        <p:strVal val="visible"/>
                                      </p:to>
                                    </p:set>
                                    <p:animEffect filter="fade" transition="in">
                                      <p:cBhvr>
                                        <p:cTn dur="500"/>
                                        <p:tgtEl>
                                          <p:spTgt spid="9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34"/>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931" name="Google Shape;931;p34"/>
          <p:cNvSpPr txBox="1"/>
          <p:nvPr>
            <p:ph idx="1" type="body"/>
          </p:nvPr>
        </p:nvSpPr>
        <p:spPr>
          <a:xfrm>
            <a:off x="1422400" y="3200400"/>
            <a:ext cx="21577437" cy="9051926"/>
          </a:xfrm>
          <a:prstGeom prst="rect">
            <a:avLst/>
          </a:prstGeom>
          <a:noFill/>
          <a:ln>
            <a:noFill/>
          </a:ln>
        </p:spPr>
        <p:txBody>
          <a:bodyPr anchorCtr="0" anchor="t" bIns="91425" lIns="91425" spcFirstLastPara="1" rIns="91425" wrap="square" tIns="91425">
            <a:normAutofit/>
          </a:bodyPr>
          <a:lstStyle/>
          <a:p>
            <a:pPr indent="-1143000" lvl="0" marL="1143000" rtl="0" algn="l">
              <a:lnSpc>
                <a:spcPct val="100000"/>
              </a:lnSpc>
              <a:spcBef>
                <a:spcPts val="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Finding correspondences</a:t>
            </a:r>
            <a:endParaRPr/>
          </a:p>
          <a:p>
            <a:pPr indent="-1143000" lvl="1" marL="16002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Computing local features</a:t>
            </a:r>
            <a:endParaRPr/>
          </a:p>
          <a:p>
            <a:pPr indent="-1143000" lvl="1" marL="16002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Matching</a:t>
            </a:r>
            <a:endParaRPr/>
          </a:p>
          <a:p>
            <a:pPr indent="-1143000" lvl="0" marL="1143000" rtl="0" algn="l">
              <a:lnSpc>
                <a:spcPct val="100000"/>
              </a:lnSpc>
              <a:spcBef>
                <a:spcPts val="1500"/>
              </a:spcBef>
              <a:spcAft>
                <a:spcPts val="0"/>
              </a:spcAft>
              <a:buClr>
                <a:srgbClr val="000000"/>
              </a:buClr>
              <a:buSzPts val="8200"/>
              <a:buFont typeface="Helvetica Neue"/>
              <a:buChar char="•"/>
            </a:pPr>
            <a:r>
              <a:rPr b="1" lang="en-US" sz="8200"/>
              <a:t>Fitting a homography</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RANSAC</a:t>
            </a:r>
            <a:endParaRPr/>
          </a:p>
        </p:txBody>
      </p:sp>
      <p:sp>
        <p:nvSpPr>
          <p:cNvPr id="932" name="Google Shape;932;p34"/>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7fae8905c8_0_1154"/>
          <p:cNvSpPr txBox="1"/>
          <p:nvPr>
            <p:ph type="title"/>
          </p:nvPr>
        </p:nvSpPr>
        <p:spPr>
          <a:xfrm>
            <a:off x="3505200" y="549276"/>
            <a:ext cx="173736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775"/>
              <a:buFont typeface="Arial"/>
              <a:buNone/>
            </a:pPr>
            <a:r>
              <a:rPr lang="en-US" sz="6775">
                <a:latin typeface="Arial"/>
                <a:ea typeface="Arial"/>
                <a:cs typeface="Arial"/>
                <a:sym typeface="Arial"/>
              </a:rPr>
              <a:t>Projective Transformations aka Homographies aka Planar Perspective Maps</a:t>
            </a:r>
            <a:endParaRPr/>
          </a:p>
        </p:txBody>
      </p:sp>
      <p:sp>
        <p:nvSpPr>
          <p:cNvPr id="938" name="Google Shape;938;g37fae8905c8_0_1154"/>
          <p:cNvSpPr txBox="1"/>
          <p:nvPr/>
        </p:nvSpPr>
        <p:spPr>
          <a:xfrm>
            <a:off x="4201938" y="6705597"/>
            <a:ext cx="75111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Called a </a:t>
            </a:r>
            <a:r>
              <a:rPr b="1" i="0" lang="en-US" sz="4800" u="none" cap="none" strike="noStrike">
                <a:solidFill>
                  <a:srgbClr val="000000"/>
                </a:solidFill>
                <a:latin typeface="Calibri"/>
                <a:ea typeface="Calibri"/>
                <a:cs typeface="Calibri"/>
                <a:sym typeface="Calibri"/>
              </a:rPr>
              <a:t>homography</a:t>
            </a:r>
            <a:r>
              <a:rPr b="0" i="0" lang="en-US" sz="4800" u="none" cap="none" strike="noStrike">
                <a:solidFill>
                  <a:srgbClr val="000000"/>
                </a:solidFill>
                <a:latin typeface="Calibri"/>
                <a:ea typeface="Calibri"/>
                <a:cs typeface="Calibri"/>
                <a:sym typeface="Calibri"/>
              </a:rPr>
              <a:t> </a:t>
            </a:r>
            <a:endParaRPr/>
          </a:p>
          <a:p>
            <a:pPr indent="0" lvl="0" marL="0" marR="0" rtl="0" algn="l">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(or planar perspective map)</a:t>
            </a:r>
            <a:endParaRPr/>
          </a:p>
        </p:txBody>
      </p:sp>
      <p:grpSp>
        <p:nvGrpSpPr>
          <p:cNvPr id="939" name="Google Shape;939;g37fae8905c8_0_1154"/>
          <p:cNvGrpSpPr/>
          <p:nvPr/>
        </p:nvGrpSpPr>
        <p:grpSpPr>
          <a:xfrm>
            <a:off x="12625613" y="3548291"/>
            <a:ext cx="7979333" cy="3984623"/>
            <a:chOff x="0" y="0"/>
            <a:chExt cx="7979333" cy="3984623"/>
          </a:xfrm>
        </p:grpSpPr>
        <p:pic>
          <p:nvPicPr>
            <p:cNvPr descr="C:\snavely\work\teaching\09Fa-CS6610\lectures\lec02\images\bee_persp.png" id="940" name="Google Shape;940;g37fae8905c8_0_1154"/>
            <p:cNvPicPr preferRelativeResize="0"/>
            <p:nvPr/>
          </p:nvPicPr>
          <p:blipFill rotWithShape="1">
            <a:blip r:embed="rId3">
              <a:alphaModFix/>
            </a:blip>
            <a:srcRect b="0" l="0" r="0" t="0"/>
            <a:stretch/>
          </p:blipFill>
          <p:spPr>
            <a:xfrm>
              <a:off x="3994710" y="0"/>
              <a:ext cx="3984623" cy="3984623"/>
            </a:xfrm>
            <a:prstGeom prst="rect">
              <a:avLst/>
            </a:prstGeom>
            <a:noFill/>
            <a:ln>
              <a:noFill/>
            </a:ln>
            <a:effectLst>
              <a:outerShdw blurRad="203200" rotWithShape="0" dir="2700000" dist="152400">
                <a:srgbClr val="000000">
                  <a:alpha val="40000"/>
                </a:srgbClr>
              </a:outerShdw>
            </a:effectLst>
          </p:spPr>
        </p:pic>
        <p:pic>
          <p:nvPicPr>
            <p:cNvPr descr="C:\snavely\work\teaching\09Fa-CS6610\lectures\lec02\images\bee.jpg" id="941" name="Google Shape;941;g37fae8905c8_0_1154"/>
            <p:cNvPicPr preferRelativeResize="0"/>
            <p:nvPr/>
          </p:nvPicPr>
          <p:blipFill rotWithShape="1">
            <a:blip r:embed="rId4">
              <a:alphaModFix/>
            </a:blip>
            <a:srcRect b="0" l="0" r="0" t="0"/>
            <a:stretch/>
          </p:blipFill>
          <p:spPr>
            <a:xfrm>
              <a:off x="0" y="1232527"/>
              <a:ext cx="2641589" cy="2641589"/>
            </a:xfrm>
            <a:prstGeom prst="rect">
              <a:avLst/>
            </a:prstGeom>
            <a:noFill/>
            <a:ln>
              <a:noFill/>
            </a:ln>
            <a:effectLst>
              <a:outerShdw blurRad="203200" rotWithShape="0" dir="2700000" dist="152400">
                <a:srgbClr val="000000">
                  <a:alpha val="40000"/>
                </a:srgbClr>
              </a:outerShdw>
            </a:effectLst>
          </p:spPr>
        </p:pic>
        <p:sp>
          <p:nvSpPr>
            <p:cNvPr id="942" name="Google Shape;942;g37fae8905c8_0_1154"/>
            <p:cNvSpPr/>
            <p:nvPr/>
          </p:nvSpPr>
          <p:spPr>
            <a:xfrm>
              <a:off x="3214292" y="2047103"/>
              <a:ext cx="902400" cy="869400"/>
            </a:xfrm>
            <a:prstGeom prst="rightArrow">
              <a:avLst>
                <a:gd fmla="val 50000" name="adj1"/>
                <a:gd fmla="val 50000" name="adj2"/>
              </a:avLst>
            </a:prstGeom>
            <a:solidFill>
              <a:srgbClr val="8EB4E3"/>
            </a:solidFill>
            <a:ln>
              <a:noFill/>
            </a:ln>
            <a:effectLst>
              <a:outerShdw blurRad="203200" rotWithShape="0" dir="2700000" dist="1524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43" name="Google Shape;943;g37fae8905c8_0_1154"/>
          <p:cNvGrpSpPr/>
          <p:nvPr/>
        </p:nvGrpSpPr>
        <p:grpSpPr>
          <a:xfrm>
            <a:off x="7113811" y="9274627"/>
            <a:ext cx="10308776" cy="3526972"/>
            <a:chOff x="-1" y="0"/>
            <a:chExt cx="10308776" cy="3526972"/>
          </a:xfrm>
        </p:grpSpPr>
        <p:pic>
          <p:nvPicPr>
            <p:cNvPr descr="image41.png" id="944" name="Google Shape;944;g37fae8905c8_0_1154"/>
            <p:cNvPicPr preferRelativeResize="0"/>
            <p:nvPr/>
          </p:nvPicPr>
          <p:blipFill rotWithShape="1">
            <a:blip r:embed="rId5">
              <a:alphaModFix/>
            </a:blip>
            <a:srcRect b="0" l="0" r="0" t="0"/>
            <a:stretch/>
          </p:blipFill>
          <p:spPr>
            <a:xfrm>
              <a:off x="-1" y="0"/>
              <a:ext cx="4408717" cy="3526972"/>
            </a:xfrm>
            <a:prstGeom prst="rect">
              <a:avLst/>
            </a:prstGeom>
            <a:noFill/>
            <a:ln>
              <a:noFill/>
            </a:ln>
            <a:effectLst>
              <a:outerShdw blurRad="203200" rotWithShape="0" dir="2700000" dist="152400">
                <a:srgbClr val="000000">
                  <a:alpha val="40000"/>
                </a:srgbClr>
              </a:outerShdw>
            </a:effectLst>
          </p:spPr>
        </p:pic>
        <p:pic>
          <p:nvPicPr>
            <p:cNvPr descr="image42.png" id="945" name="Google Shape;945;g37fae8905c8_0_1154"/>
            <p:cNvPicPr preferRelativeResize="0"/>
            <p:nvPr/>
          </p:nvPicPr>
          <p:blipFill rotWithShape="1">
            <a:blip r:embed="rId6">
              <a:alphaModFix/>
            </a:blip>
            <a:srcRect b="0" l="0" r="0" t="0"/>
            <a:stretch/>
          </p:blipFill>
          <p:spPr>
            <a:xfrm>
              <a:off x="5900058" y="0"/>
              <a:ext cx="4408717" cy="3526972"/>
            </a:xfrm>
            <a:prstGeom prst="rect">
              <a:avLst/>
            </a:prstGeom>
            <a:noFill/>
            <a:ln>
              <a:noFill/>
            </a:ln>
            <a:effectLst>
              <a:outerShdw blurRad="203200" rotWithShape="0" dir="2700000" dist="152400">
                <a:srgbClr val="000000">
                  <a:alpha val="40000"/>
                </a:srgbClr>
              </a:outerShdw>
            </a:effectLst>
          </p:spPr>
        </p:pic>
        <p:sp>
          <p:nvSpPr>
            <p:cNvPr id="946" name="Google Shape;946;g37fae8905c8_0_1154"/>
            <p:cNvSpPr/>
            <p:nvPr/>
          </p:nvSpPr>
          <p:spPr>
            <a:xfrm>
              <a:off x="4741921" y="1393507"/>
              <a:ext cx="902400" cy="869400"/>
            </a:xfrm>
            <a:prstGeom prst="rightArrow">
              <a:avLst>
                <a:gd fmla="val 50000" name="adj1"/>
                <a:gd fmla="val 50000" name="adj2"/>
              </a:avLst>
            </a:prstGeom>
            <a:solidFill>
              <a:srgbClr val="8EB4E3"/>
            </a:solidFill>
            <a:ln>
              <a:noFill/>
            </a:ln>
            <a:effectLst>
              <a:outerShdw blurRad="203200" rotWithShape="0" dir="2700000" dist="1524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pic>
        <p:nvPicPr>
          <p:cNvPr descr="image43.png" id="947" name="Google Shape;947;g37fae8905c8_0_1154"/>
          <p:cNvPicPr preferRelativeResize="0"/>
          <p:nvPr/>
        </p:nvPicPr>
        <p:blipFill rotWithShape="1">
          <a:blip r:embed="rId7">
            <a:alphaModFix/>
          </a:blip>
          <a:srcRect b="0" l="0" r="0" t="0"/>
          <a:stretch/>
        </p:blipFill>
        <p:spPr>
          <a:xfrm>
            <a:off x="4267200" y="3657600"/>
            <a:ext cx="6357799" cy="3076575"/>
          </a:xfrm>
          <a:prstGeom prst="rect">
            <a:avLst/>
          </a:prstGeom>
          <a:noFill/>
          <a:ln>
            <a:noFill/>
          </a:ln>
        </p:spPr>
      </p:pic>
      <p:sp>
        <p:nvSpPr>
          <p:cNvPr id="948" name="Google Shape;948;g37fae8905c8_0_1154"/>
          <p:cNvSpPr txBox="1"/>
          <p:nvPr/>
        </p:nvSpPr>
        <p:spPr>
          <a:xfrm>
            <a:off x="21303016" y="13123192"/>
            <a:ext cx="3026700" cy="5337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35"/>
          <p:cNvSpPr/>
          <p:nvPr/>
        </p:nvSpPr>
        <p:spPr>
          <a:xfrm>
            <a:off x="12959256" y="2406869"/>
            <a:ext cx="6978869" cy="4351285"/>
          </a:xfrm>
          <a:prstGeom prst="rect">
            <a:avLst/>
          </a:prstGeom>
          <a:solidFill>
            <a:srgbClr val="BBE0E3"/>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54" name="Google Shape;954;p35"/>
          <p:cNvSpPr/>
          <p:nvPr/>
        </p:nvSpPr>
        <p:spPr>
          <a:xfrm>
            <a:off x="4078013" y="2459420"/>
            <a:ext cx="6978869" cy="4351285"/>
          </a:xfrm>
          <a:prstGeom prst="rect">
            <a:avLst/>
          </a:prstGeom>
          <a:solidFill>
            <a:srgbClr val="BBE0E3"/>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55" name="Google Shape;955;p35"/>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From matches to a homography</a:t>
            </a:r>
            <a:endParaRPr/>
          </a:p>
        </p:txBody>
      </p:sp>
      <p:graphicFrame>
        <p:nvGraphicFramePr>
          <p:cNvPr id="956" name="Google Shape;956;p35"/>
          <p:cNvGraphicFramePr/>
          <p:nvPr/>
        </p:nvGraphicFramePr>
        <p:xfrm>
          <a:off x="9543394" y="8726212"/>
          <a:ext cx="3000000" cy="3000000"/>
        </p:xfrm>
        <a:graphic>
          <a:graphicData uri="http://schemas.openxmlformats.org/drawingml/2006/table">
            <a:tbl>
              <a:tblPr>
                <a:noFill/>
                <a:tableStyleId>{48BB3DDE-6362-4F32-B366-FE436784FBE1}</a:tableStyleId>
              </a:tblPr>
              <a:tblGrid>
                <a:gridCol w="872100"/>
              </a:tblGrid>
              <a:tr h="785500">
                <a:tc>
                  <a:txBody>
                    <a:bodyPr/>
                    <a:lstStyle/>
                    <a:p>
                      <a:pPr indent="0" lvl="0" marL="0" marR="0" rtl="0" algn="l">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x</a:t>
                      </a:r>
                      <a:r>
                        <a:rPr baseline="-25000" lang="en-US" sz="3600" u="none" cap="none" strike="noStrike"/>
                        <a:t>1</a:t>
                      </a:r>
                      <a:r>
                        <a:rPr lang="en-US" sz="3600" u="none" cap="none" strike="noStrike">
                          <a:latin typeface="Arial"/>
                          <a:ea typeface="Arial"/>
                          <a:cs typeface="Arial"/>
                          <a:sym typeface="Arial"/>
                        </a:rPr>
                        <a:t>’</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r>
              <a:tr h="785500">
                <a:tc>
                  <a:txBody>
                    <a:bodyPr/>
                    <a:lstStyle/>
                    <a:p>
                      <a:pPr indent="0" lvl="0" marL="0" marR="0" rtl="0" algn="l">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y</a:t>
                      </a:r>
                      <a:r>
                        <a:rPr baseline="-25000" lang="en-US" sz="3600" u="none" cap="none" strike="noStrike"/>
                        <a:t>1</a:t>
                      </a:r>
                      <a:r>
                        <a:rPr lang="en-US" sz="3600" u="none" cap="none" strike="noStrike">
                          <a:latin typeface="Arial"/>
                          <a:ea typeface="Arial"/>
                          <a:cs typeface="Arial"/>
                          <a:sym typeface="Arial"/>
                        </a:rPr>
                        <a:t>’</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67400">
                <a:tc>
                  <a:txBody>
                    <a:bodyPr/>
                    <a:lstStyle/>
                    <a:p>
                      <a:pPr indent="0" lvl="0" marL="0" marR="0" rtl="0" algn="l">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w</a:t>
                      </a:r>
                      <a:r>
                        <a:rPr baseline="-25000" lang="en-US" sz="3600" u="none" cap="none" strike="noStrike"/>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sp>
        <p:nvSpPr>
          <p:cNvPr id="957" name="Google Shape;957;p35"/>
          <p:cNvSpPr txBox="1"/>
          <p:nvPr/>
        </p:nvSpPr>
        <p:spPr>
          <a:xfrm>
            <a:off x="10438986" y="9443128"/>
            <a:ext cx="462578"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a:t>
            </a:r>
            <a:endParaRPr/>
          </a:p>
        </p:txBody>
      </p:sp>
      <p:graphicFrame>
        <p:nvGraphicFramePr>
          <p:cNvPr id="958" name="Google Shape;958;p35"/>
          <p:cNvGraphicFramePr/>
          <p:nvPr/>
        </p:nvGraphicFramePr>
        <p:xfrm>
          <a:off x="13919537" y="8672872"/>
          <a:ext cx="3000000" cy="3000000"/>
        </p:xfrm>
        <a:graphic>
          <a:graphicData uri="http://schemas.openxmlformats.org/drawingml/2006/table">
            <a:tbl>
              <a:tblPr>
                <a:noFill/>
                <a:tableStyleId>{48BB3DDE-6362-4F32-B366-FE436784FBE1}</a:tableStyleId>
              </a:tblPr>
              <a:tblGrid>
                <a:gridCol w="866325"/>
              </a:tblGrid>
              <a:tr h="785500">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x</a:t>
                      </a:r>
                      <a:r>
                        <a:rPr baseline="-25000" lang="en-US" sz="3600" u="none" cap="none" strike="noStrike"/>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r>
              <a:tr h="785500">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y</a:t>
                      </a:r>
                      <a:r>
                        <a:rPr baseline="-25000" lang="en-US" sz="3600" u="none" cap="none" strike="noStrike"/>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67400">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graphicFrame>
        <p:nvGraphicFramePr>
          <p:cNvPr id="959" name="Google Shape;959;p35"/>
          <p:cNvGraphicFramePr/>
          <p:nvPr/>
        </p:nvGraphicFramePr>
        <p:xfrm>
          <a:off x="11129385" y="8701002"/>
          <a:ext cx="3000000" cy="3000000"/>
        </p:xfrm>
        <a:graphic>
          <a:graphicData uri="http://schemas.openxmlformats.org/drawingml/2006/table">
            <a:tbl>
              <a:tblPr>
                <a:noFill/>
                <a:tableStyleId>{48BB3DDE-6362-4F32-B366-FE436784FBE1}</a:tableStyleId>
              </a:tblPr>
              <a:tblGrid>
                <a:gridCol w="717400"/>
                <a:gridCol w="720800"/>
                <a:gridCol w="720800"/>
              </a:tblGrid>
              <a:tr h="752225">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a</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b</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c</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r>
              <a:tr h="752225">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d</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FFFFFF"/>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e</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f</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000000"/>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34875">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g</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h</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i</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sp>
        <p:nvSpPr>
          <p:cNvPr id="960" name="Google Shape;960;p35"/>
          <p:cNvSpPr txBox="1"/>
          <p:nvPr/>
        </p:nvSpPr>
        <p:spPr>
          <a:xfrm>
            <a:off x="13384269" y="9311340"/>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a:t>
            </a:r>
            <a:endParaRPr/>
          </a:p>
        </p:txBody>
      </p:sp>
      <p:sp>
        <p:nvSpPr>
          <p:cNvPr id="961" name="Google Shape;961;p35"/>
          <p:cNvSpPr/>
          <p:nvPr/>
        </p:nvSpPr>
        <p:spPr>
          <a:xfrm>
            <a:off x="6180076" y="3888830"/>
            <a:ext cx="273273" cy="252249"/>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2" name="Google Shape;962;p35"/>
          <p:cNvSpPr/>
          <p:nvPr/>
        </p:nvSpPr>
        <p:spPr>
          <a:xfrm>
            <a:off x="8187548" y="3899339"/>
            <a:ext cx="273273" cy="252249"/>
          </a:xfrm>
          <a:prstGeom prst="ellipse">
            <a:avLst/>
          </a:prstGeom>
          <a:solidFill>
            <a:srgbClr val="33CC33"/>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3" name="Google Shape;963;p35"/>
          <p:cNvSpPr/>
          <p:nvPr/>
        </p:nvSpPr>
        <p:spPr>
          <a:xfrm>
            <a:off x="8198057" y="5486396"/>
            <a:ext cx="273273" cy="25224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4" name="Google Shape;964;p35"/>
          <p:cNvSpPr/>
          <p:nvPr/>
        </p:nvSpPr>
        <p:spPr>
          <a:xfrm>
            <a:off x="6190584" y="5475892"/>
            <a:ext cx="273273" cy="252249"/>
          </a:xfrm>
          <a:prstGeom prst="ellipse">
            <a:avLst/>
          </a:prstGeom>
          <a:solidFill>
            <a:srgbClr val="00B0F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5" name="Google Shape;965;p35"/>
          <p:cNvSpPr/>
          <p:nvPr/>
        </p:nvSpPr>
        <p:spPr>
          <a:xfrm>
            <a:off x="14598843" y="4151588"/>
            <a:ext cx="273273" cy="252249"/>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6" name="Google Shape;966;p35"/>
          <p:cNvSpPr/>
          <p:nvPr/>
        </p:nvSpPr>
        <p:spPr>
          <a:xfrm>
            <a:off x="17215916" y="3111069"/>
            <a:ext cx="273273" cy="252249"/>
          </a:xfrm>
          <a:prstGeom prst="ellipse">
            <a:avLst/>
          </a:prstGeom>
          <a:solidFill>
            <a:srgbClr val="33CC33"/>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7" name="Google Shape;967;p35"/>
          <p:cNvSpPr/>
          <p:nvPr/>
        </p:nvSpPr>
        <p:spPr>
          <a:xfrm>
            <a:off x="17205405" y="5980377"/>
            <a:ext cx="273273" cy="25224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8" name="Google Shape;968;p35"/>
          <p:cNvSpPr/>
          <p:nvPr/>
        </p:nvSpPr>
        <p:spPr>
          <a:xfrm>
            <a:off x="14609351" y="5255176"/>
            <a:ext cx="273273" cy="252249"/>
          </a:xfrm>
          <a:prstGeom prst="ellipse">
            <a:avLst/>
          </a:prstGeom>
          <a:solidFill>
            <a:srgbClr val="00B0F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969" name="Google Shape;969;p35"/>
          <p:cNvSpPr txBox="1"/>
          <p:nvPr/>
        </p:nvSpPr>
        <p:spPr>
          <a:xfrm>
            <a:off x="4834757" y="3174124"/>
            <a:ext cx="1423339" cy="7447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a:t>
            </a:r>
            <a:endParaRPr/>
          </a:p>
        </p:txBody>
      </p:sp>
      <p:sp>
        <p:nvSpPr>
          <p:cNvPr id="970" name="Google Shape;970;p35"/>
          <p:cNvSpPr txBox="1"/>
          <p:nvPr/>
        </p:nvSpPr>
        <p:spPr>
          <a:xfrm>
            <a:off x="14767031" y="3752191"/>
            <a:ext cx="1626489" cy="7447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a:t>
            </a:r>
            <a:endParaRPr/>
          </a:p>
        </p:txBody>
      </p:sp>
      <p:sp>
        <p:nvSpPr>
          <p:cNvPr id="971" name="Google Shape;971;p35"/>
          <p:cNvSpPr txBox="1"/>
          <p:nvPr/>
        </p:nvSpPr>
        <p:spPr>
          <a:xfrm>
            <a:off x="19275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Isola, Freeman</a:t>
            </a:r>
            <a:endParaRPr/>
          </a:p>
        </p:txBody>
      </p:sp>
      <p:sp>
        <p:nvSpPr>
          <p:cNvPr id="972" name="Google Shape;972;p35"/>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cxnSp>
        <p:nvCxnSpPr>
          <p:cNvPr id="973" name="Google Shape;973;p35"/>
          <p:cNvCxnSpPr/>
          <p:nvPr/>
        </p:nvCxnSpPr>
        <p:spPr>
          <a:xfrm flipH="1" rot="10800000">
            <a:off x="8431344" y="3247959"/>
            <a:ext cx="8775305" cy="750887"/>
          </a:xfrm>
          <a:prstGeom prst="straightConnector1">
            <a:avLst/>
          </a:prstGeom>
          <a:noFill/>
          <a:ln cap="flat" cmpd="sng" w="25400">
            <a:solidFill>
              <a:srgbClr val="000000"/>
            </a:solidFill>
            <a:prstDash val="solid"/>
            <a:miter lim="400000"/>
            <a:headEnd len="sm" w="sm" type="none"/>
            <a:tailEnd len="med" w="med" type="triangle"/>
          </a:ln>
        </p:spPr>
      </p:cxnSp>
      <p:cxnSp>
        <p:nvCxnSpPr>
          <p:cNvPr id="974" name="Google Shape;974;p35"/>
          <p:cNvCxnSpPr/>
          <p:nvPr/>
        </p:nvCxnSpPr>
        <p:spPr>
          <a:xfrm>
            <a:off x="8484923" y="5625637"/>
            <a:ext cx="8681377" cy="482203"/>
          </a:xfrm>
          <a:prstGeom prst="straightConnector1">
            <a:avLst/>
          </a:prstGeom>
          <a:noFill/>
          <a:ln cap="flat" cmpd="sng" w="25400">
            <a:solidFill>
              <a:srgbClr val="000000"/>
            </a:solidFill>
            <a:prstDash val="solid"/>
            <a:miter lim="400000"/>
            <a:headEnd len="sm" w="sm" type="none"/>
            <a:tailEnd len="med" w="med" type="triangle"/>
          </a:ln>
        </p:spPr>
      </p:cxnSp>
      <p:cxnSp>
        <p:nvCxnSpPr>
          <p:cNvPr id="975" name="Google Shape;975;p35"/>
          <p:cNvCxnSpPr/>
          <p:nvPr/>
        </p:nvCxnSpPr>
        <p:spPr>
          <a:xfrm flipH="1" rot="10800000">
            <a:off x="6437180" y="5393996"/>
            <a:ext cx="8184159" cy="186202"/>
          </a:xfrm>
          <a:prstGeom prst="straightConnector1">
            <a:avLst/>
          </a:prstGeom>
          <a:noFill/>
          <a:ln cap="flat" cmpd="sng" w="25400">
            <a:solidFill>
              <a:srgbClr val="000000"/>
            </a:solidFill>
            <a:prstDash val="solid"/>
            <a:miter lim="400000"/>
            <a:headEnd len="sm" w="sm" type="none"/>
            <a:tailEnd len="med" w="med" type="triangle"/>
          </a:ln>
        </p:spPr>
      </p:cxnSp>
      <p:cxnSp>
        <p:nvCxnSpPr>
          <p:cNvPr id="976" name="Google Shape;976;p35"/>
          <p:cNvCxnSpPr/>
          <p:nvPr/>
        </p:nvCxnSpPr>
        <p:spPr>
          <a:xfrm>
            <a:off x="6453121" y="4057848"/>
            <a:ext cx="8148771" cy="205648"/>
          </a:xfrm>
          <a:prstGeom prst="straightConnector1">
            <a:avLst/>
          </a:prstGeom>
          <a:noFill/>
          <a:ln cap="flat" cmpd="sng" w="25400">
            <a:solidFill>
              <a:srgbClr val="000000"/>
            </a:solidFill>
            <a:prstDash val="solid"/>
            <a:miter lim="400000"/>
            <a:headEnd len="sm" w="sm"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36"/>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982" name="Google Shape;982;p36"/>
          <p:cNvSpPr txBox="1"/>
          <p:nvPr>
            <p:ph type="title"/>
          </p:nvPr>
        </p:nvSpPr>
        <p:spPr>
          <a:xfrm>
            <a:off x="3048000" y="25400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9000"/>
              <a:buFont typeface="Helvetica Neue"/>
              <a:buNone/>
            </a:pPr>
            <a:r>
              <a:rPr lang="en-US" sz="9000">
                <a:latin typeface="Helvetica Neue"/>
                <a:ea typeface="Helvetica Neue"/>
                <a:cs typeface="Helvetica Neue"/>
                <a:sym typeface="Helvetica Neue"/>
              </a:rPr>
              <a:t>From matches to a homography</a:t>
            </a:r>
            <a:endParaRPr/>
          </a:p>
        </p:txBody>
      </p:sp>
      <p:cxnSp>
        <p:nvCxnSpPr>
          <p:cNvPr id="983" name="Google Shape;983;p36"/>
          <p:cNvCxnSpPr/>
          <p:nvPr/>
        </p:nvCxnSpPr>
        <p:spPr>
          <a:xfrm>
            <a:off x="12290211" y="3848024"/>
            <a:ext cx="566275" cy="1292169"/>
          </a:xfrm>
          <a:prstGeom prst="straightConnector1">
            <a:avLst/>
          </a:prstGeom>
          <a:noFill/>
          <a:ln cap="flat" cmpd="sng" w="63500">
            <a:solidFill>
              <a:srgbClr val="000000"/>
            </a:solidFill>
            <a:prstDash val="solid"/>
            <a:miter lim="400000"/>
            <a:headEnd len="sm" w="sm" type="none"/>
            <a:tailEnd len="med" w="med" type="triangle"/>
          </a:ln>
        </p:spPr>
      </p:cxnSp>
      <p:sp>
        <p:nvSpPr>
          <p:cNvPr id="984" name="Google Shape;984;p36"/>
          <p:cNvSpPr txBox="1"/>
          <p:nvPr/>
        </p:nvSpPr>
        <p:spPr>
          <a:xfrm>
            <a:off x="9931823" y="2877661"/>
            <a:ext cx="5006976" cy="845181"/>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Point in 1st image</a:t>
            </a:r>
            <a:endParaRPr/>
          </a:p>
        </p:txBody>
      </p:sp>
      <p:pic>
        <p:nvPicPr>
          <p:cNvPr descr="Image" id="985" name="Google Shape;985;p36"/>
          <p:cNvPicPr preferRelativeResize="0"/>
          <p:nvPr/>
        </p:nvPicPr>
        <p:blipFill rotWithShape="1">
          <a:blip r:embed="rId3">
            <a:alphaModFix/>
          </a:blip>
          <a:srcRect b="0" l="0" r="0" t="0"/>
          <a:stretch/>
        </p:blipFill>
        <p:spPr>
          <a:xfrm>
            <a:off x="5716590" y="5335389"/>
            <a:ext cx="10664821" cy="1994859"/>
          </a:xfrm>
          <a:prstGeom prst="rect">
            <a:avLst/>
          </a:prstGeom>
          <a:noFill/>
          <a:ln>
            <a:noFill/>
          </a:ln>
        </p:spPr>
      </p:pic>
      <p:pic>
        <p:nvPicPr>
          <p:cNvPr descr="Image" id="986" name="Google Shape;986;p36"/>
          <p:cNvPicPr preferRelativeResize="0"/>
          <p:nvPr/>
        </p:nvPicPr>
        <p:blipFill rotWithShape="1">
          <a:blip r:embed="rId4">
            <a:alphaModFix/>
          </a:blip>
          <a:srcRect b="0" l="0" r="0" t="0"/>
          <a:stretch/>
        </p:blipFill>
        <p:spPr>
          <a:xfrm>
            <a:off x="5299774" y="8040201"/>
            <a:ext cx="6657033" cy="824766"/>
          </a:xfrm>
          <a:prstGeom prst="rect">
            <a:avLst/>
          </a:prstGeom>
          <a:noFill/>
          <a:ln>
            <a:noFill/>
          </a:ln>
        </p:spPr>
      </p:pic>
      <p:cxnSp>
        <p:nvCxnSpPr>
          <p:cNvPr id="987" name="Google Shape;987;p36"/>
          <p:cNvCxnSpPr/>
          <p:nvPr/>
        </p:nvCxnSpPr>
        <p:spPr>
          <a:xfrm flipH="1">
            <a:off x="15908256" y="4354413"/>
            <a:ext cx="2154196" cy="786970"/>
          </a:xfrm>
          <a:prstGeom prst="straightConnector1">
            <a:avLst/>
          </a:prstGeom>
          <a:noFill/>
          <a:ln cap="flat" cmpd="sng" w="63500">
            <a:solidFill>
              <a:srgbClr val="000000"/>
            </a:solidFill>
            <a:prstDash val="solid"/>
            <a:miter lim="400000"/>
            <a:headEnd len="sm" w="sm" type="none"/>
            <a:tailEnd len="med" w="med" type="triangle"/>
          </a:ln>
        </p:spPr>
      </p:cxnSp>
      <p:sp>
        <p:nvSpPr>
          <p:cNvPr id="988" name="Google Shape;988;p36"/>
          <p:cNvSpPr txBox="1"/>
          <p:nvPr/>
        </p:nvSpPr>
        <p:spPr>
          <a:xfrm>
            <a:off x="15291223" y="3487261"/>
            <a:ext cx="5928361" cy="845181"/>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Matched point in 2nd</a:t>
            </a:r>
            <a:endParaRPr/>
          </a:p>
        </p:txBody>
      </p:sp>
      <p:sp>
        <p:nvSpPr>
          <p:cNvPr id="989" name="Google Shape;989;p36"/>
          <p:cNvSpPr txBox="1"/>
          <p:nvPr/>
        </p:nvSpPr>
        <p:spPr>
          <a:xfrm>
            <a:off x="3023023" y="7999479"/>
            <a:ext cx="1773556" cy="845181"/>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where</a:t>
            </a:r>
            <a:endParaRPr/>
          </a:p>
        </p:txBody>
      </p:sp>
      <p:sp>
        <p:nvSpPr>
          <p:cNvPr id="990" name="Google Shape;990;p36"/>
          <p:cNvSpPr txBox="1"/>
          <p:nvPr/>
        </p:nvSpPr>
        <p:spPr>
          <a:xfrm>
            <a:off x="12175926" y="7947611"/>
            <a:ext cx="5677536" cy="2369181"/>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applies homography</a:t>
            </a:r>
            <a:br>
              <a:rPr b="0" i="0" lang="en-US" sz="5000" u="none" cap="none" strike="noStrike">
                <a:solidFill>
                  <a:srgbClr val="000000"/>
                </a:solidFill>
                <a:latin typeface="Helvetica Neue Light"/>
                <a:ea typeface="Helvetica Neue Light"/>
                <a:cs typeface="Helvetica Neue Light"/>
                <a:sym typeface="Helvetica Neue Light"/>
              </a:rPr>
            </a:br>
            <a:br>
              <a:rPr b="0" i="0" lang="en-US" sz="5000" u="none" cap="none" strike="noStrike">
                <a:solidFill>
                  <a:srgbClr val="000000"/>
                </a:solidFill>
                <a:latin typeface="Helvetica Neue Light"/>
                <a:ea typeface="Helvetica Neue Light"/>
                <a:cs typeface="Helvetica Neue Light"/>
                <a:sym typeface="Helvetica Neue Light"/>
              </a:rPr>
            </a:br>
            <a:endParaRPr/>
          </a:p>
        </p:txBody>
      </p:sp>
      <p:sp>
        <p:nvSpPr>
          <p:cNvPr id="991" name="Google Shape;991;p36"/>
          <p:cNvSpPr txBox="1"/>
          <p:nvPr/>
        </p:nvSpPr>
        <p:spPr>
          <a:xfrm>
            <a:off x="2994124" y="5501305"/>
            <a:ext cx="2489201" cy="845182"/>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minimize</a:t>
            </a:r>
            <a:endParaRPr/>
          </a:p>
        </p:txBody>
      </p:sp>
      <p:sp>
        <p:nvSpPr>
          <p:cNvPr id="992" name="Google Shape;992;p36"/>
          <p:cNvSpPr txBox="1"/>
          <p:nvPr/>
        </p:nvSpPr>
        <p:spPr>
          <a:xfrm>
            <a:off x="12175926" y="9566836"/>
            <a:ext cx="10653900" cy="1641900"/>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Remember: homogenous coordinates.</a:t>
            </a:r>
            <a:br>
              <a:rPr b="0" i="0" lang="en-US" sz="5000" u="none" cap="none" strike="noStrike">
                <a:solidFill>
                  <a:srgbClr val="000000"/>
                </a:solidFill>
                <a:latin typeface="Helvetica Neue Light"/>
                <a:ea typeface="Helvetica Neue Light"/>
                <a:cs typeface="Helvetica Neue Light"/>
                <a:sym typeface="Helvetica Neue Light"/>
              </a:rPr>
            </a:br>
            <a:r>
              <a:rPr b="0" i="0" lang="en-US" sz="5000" u="none" cap="none" strike="noStrike">
                <a:solidFill>
                  <a:srgbClr val="000000"/>
                </a:solidFill>
                <a:latin typeface="Helvetica Neue Light"/>
                <a:ea typeface="Helvetica Neue Light"/>
                <a:cs typeface="Helvetica Neue Light"/>
                <a:sym typeface="Helvetica Neue Light"/>
              </a:rPr>
              <a:t> H_</a:t>
            </a:r>
            <a:r>
              <a:rPr lang="en-US" sz="5000">
                <a:latin typeface="Helvetica Neue Light"/>
                <a:ea typeface="Helvetica Neue Light"/>
                <a:cs typeface="Helvetica Neue Light"/>
                <a:sym typeface="Helvetica Neue Light"/>
              </a:rPr>
              <a:t>3 </a:t>
            </a:r>
            <a:r>
              <a:rPr b="0" i="0" lang="en-US" sz="5000" u="none" cap="none" strike="noStrike">
                <a:solidFill>
                  <a:srgbClr val="000000"/>
                </a:solidFill>
                <a:latin typeface="Helvetica Neue Light"/>
                <a:ea typeface="Helvetica Neue Light"/>
                <a:cs typeface="Helvetica Neue Light"/>
                <a:sym typeface="Helvetica Neue Light"/>
              </a:rPr>
              <a:t>is the third row of 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graphicFrame>
        <p:nvGraphicFramePr>
          <p:cNvPr id="997" name="Google Shape;997;p37"/>
          <p:cNvGraphicFramePr/>
          <p:nvPr/>
        </p:nvGraphicFramePr>
        <p:xfrm>
          <a:off x="9165021" y="2293879"/>
          <a:ext cx="3000000" cy="3000000"/>
        </p:xfrm>
        <a:graphic>
          <a:graphicData uri="http://schemas.openxmlformats.org/drawingml/2006/table">
            <a:tbl>
              <a:tblPr>
                <a:noFill/>
                <a:tableStyleId>{48BB3DDE-6362-4F32-B366-FE436784FBE1}</a:tableStyleId>
              </a:tblPr>
              <a:tblGrid>
                <a:gridCol w="872100"/>
              </a:tblGrid>
              <a:tr h="785500">
                <a:tc>
                  <a:txBody>
                    <a:bodyPr/>
                    <a:lstStyle/>
                    <a:p>
                      <a:pPr indent="0" lvl="0" marL="0" marR="0" rtl="0" algn="l">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x</a:t>
                      </a:r>
                      <a:r>
                        <a:rPr baseline="-25000" lang="en-US" sz="3600" u="none" cap="none" strike="noStrike"/>
                        <a:t>1</a:t>
                      </a:r>
                      <a:r>
                        <a:rPr lang="en-US" sz="3600" u="none" cap="none" strike="noStrike">
                          <a:latin typeface="Arial"/>
                          <a:ea typeface="Arial"/>
                          <a:cs typeface="Arial"/>
                          <a:sym typeface="Arial"/>
                        </a:rPr>
                        <a:t>’</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r>
              <a:tr h="785500">
                <a:tc>
                  <a:txBody>
                    <a:bodyPr/>
                    <a:lstStyle/>
                    <a:p>
                      <a:pPr indent="0" lvl="0" marL="0" marR="0" rtl="0" algn="l">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y</a:t>
                      </a:r>
                      <a:r>
                        <a:rPr baseline="-25000" lang="en-US" sz="3600" u="none" cap="none" strike="noStrike"/>
                        <a:t>1</a:t>
                      </a:r>
                      <a:r>
                        <a:rPr lang="en-US" sz="3600" u="none" cap="none" strike="noStrike">
                          <a:latin typeface="Arial"/>
                          <a:ea typeface="Arial"/>
                          <a:cs typeface="Arial"/>
                          <a:sym typeface="Arial"/>
                        </a:rPr>
                        <a:t>’</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67400">
                <a:tc>
                  <a:txBody>
                    <a:bodyPr/>
                    <a:lstStyle/>
                    <a:p>
                      <a:pPr indent="0" lvl="0" marL="0" marR="0" rtl="0" algn="l">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w</a:t>
                      </a:r>
                      <a:r>
                        <a:rPr baseline="-25000" lang="en-US" sz="3600" u="none" cap="none" strike="noStrike"/>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sp>
        <p:nvSpPr>
          <p:cNvPr id="998" name="Google Shape;998;p37"/>
          <p:cNvSpPr txBox="1"/>
          <p:nvPr/>
        </p:nvSpPr>
        <p:spPr>
          <a:xfrm>
            <a:off x="10060613" y="3010796"/>
            <a:ext cx="462579"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a:t>
            </a:r>
            <a:endParaRPr/>
          </a:p>
        </p:txBody>
      </p:sp>
      <p:graphicFrame>
        <p:nvGraphicFramePr>
          <p:cNvPr id="999" name="Google Shape;999;p37"/>
          <p:cNvGraphicFramePr/>
          <p:nvPr/>
        </p:nvGraphicFramePr>
        <p:xfrm>
          <a:off x="13541165" y="2240539"/>
          <a:ext cx="3000000" cy="3000000"/>
        </p:xfrm>
        <a:graphic>
          <a:graphicData uri="http://schemas.openxmlformats.org/drawingml/2006/table">
            <a:tbl>
              <a:tblPr>
                <a:noFill/>
                <a:tableStyleId>{48BB3DDE-6362-4F32-B366-FE436784FBE1}</a:tableStyleId>
              </a:tblPr>
              <a:tblGrid>
                <a:gridCol w="866325"/>
              </a:tblGrid>
              <a:tr h="785500">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x</a:t>
                      </a:r>
                      <a:r>
                        <a:rPr baseline="-25000" lang="en-US" sz="3600" u="none" cap="none" strike="noStrike"/>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r>
              <a:tr h="785500">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y</a:t>
                      </a:r>
                      <a:r>
                        <a:rPr baseline="-25000" lang="en-US" sz="3600" u="none" cap="none" strike="noStrike"/>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67400">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1</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graphicFrame>
        <p:nvGraphicFramePr>
          <p:cNvPr id="1000" name="Google Shape;1000;p37"/>
          <p:cNvGraphicFramePr/>
          <p:nvPr/>
        </p:nvGraphicFramePr>
        <p:xfrm>
          <a:off x="10751014" y="2268670"/>
          <a:ext cx="3000000" cy="3000000"/>
        </p:xfrm>
        <a:graphic>
          <a:graphicData uri="http://schemas.openxmlformats.org/drawingml/2006/table">
            <a:tbl>
              <a:tblPr>
                <a:noFill/>
                <a:tableStyleId>{48BB3DDE-6362-4F32-B366-FE436784FBE1}</a:tableStyleId>
              </a:tblPr>
              <a:tblGrid>
                <a:gridCol w="717400"/>
                <a:gridCol w="720800"/>
                <a:gridCol w="720800"/>
              </a:tblGrid>
              <a:tr h="752225">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a</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b</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c</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76200">
                      <a:solidFill>
                        <a:srgbClr val="FFFFFF"/>
                      </a:solidFill>
                      <a:prstDash val="solid"/>
                      <a:round/>
                      <a:headEnd len="sm" w="sm" type="none"/>
                      <a:tailEnd len="sm" w="sm" type="none"/>
                    </a:lnB>
                  </a:tcPr>
                </a:tc>
              </a:tr>
              <a:tr h="752225">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d</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FFFFFF"/>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e</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f</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000000"/>
                      </a:solidFill>
                      <a:prstDash val="solid"/>
                      <a:round/>
                      <a:headEnd len="sm" w="sm" type="none"/>
                      <a:tailEnd len="sm" w="sm" type="none"/>
                    </a:lnR>
                    <a:lnT cap="flat" cmpd="sng" w="762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34875">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g</a:t>
                      </a:r>
                      <a:endParaRPr/>
                    </a:p>
                  </a:txBody>
                  <a:tcPr marT="45725" marB="45725" marR="45725" marL="45725">
                    <a:lnL cap="flat" cmpd="sng" w="25400">
                      <a:solidFill>
                        <a:srgbClr val="000000"/>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h</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600"/>
                        <a:buFont typeface="Arial"/>
                        <a:buNone/>
                      </a:pPr>
                      <a:r>
                        <a:rPr lang="en-US" sz="3600" u="none" cap="none" strike="noStrike">
                          <a:latin typeface="Arial"/>
                          <a:ea typeface="Arial"/>
                          <a:cs typeface="Arial"/>
                          <a:sym typeface="Arial"/>
                        </a:rPr>
                        <a:t>i</a:t>
                      </a:r>
                      <a:endParaRPr/>
                    </a:p>
                  </a:txBody>
                  <a:tcPr marT="45725" marB="45725" marR="45725" marL="45725">
                    <a:lnL cap="flat" cmpd="sng" w="25400">
                      <a:solidFill>
                        <a:srgbClr val="FFFFFF"/>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sp>
        <p:nvSpPr>
          <p:cNvPr id="1001" name="Google Shape;1001;p37"/>
          <p:cNvSpPr txBox="1"/>
          <p:nvPr/>
        </p:nvSpPr>
        <p:spPr>
          <a:xfrm>
            <a:off x="13005897" y="2879007"/>
            <a:ext cx="322606"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a:t>
            </a:r>
            <a:endParaRPr/>
          </a:p>
        </p:txBody>
      </p:sp>
      <p:grpSp>
        <p:nvGrpSpPr>
          <p:cNvPr id="1002" name="Google Shape;1002;p37"/>
          <p:cNvGrpSpPr/>
          <p:nvPr/>
        </p:nvGrpSpPr>
        <p:grpSpPr>
          <a:xfrm>
            <a:off x="8959910" y="5879069"/>
            <a:ext cx="4220064" cy="2058278"/>
            <a:chOff x="0" y="0"/>
            <a:chExt cx="4220062" cy="2058277"/>
          </a:xfrm>
        </p:grpSpPr>
        <p:cxnSp>
          <p:nvCxnSpPr>
            <p:cNvPr id="1003" name="Google Shape;1003;p37"/>
            <p:cNvCxnSpPr/>
            <p:nvPr/>
          </p:nvCxnSpPr>
          <p:spPr>
            <a:xfrm>
              <a:off x="0" y="483476"/>
              <a:ext cx="1270000" cy="1270001"/>
            </a:xfrm>
            <a:prstGeom prst="straightConnector1">
              <a:avLst/>
            </a:prstGeom>
            <a:noFill/>
            <a:ln>
              <a:noFill/>
            </a:ln>
          </p:spPr>
        </p:cxnSp>
        <p:cxnSp>
          <p:nvCxnSpPr>
            <p:cNvPr id="1004" name="Google Shape;1004;p37"/>
            <p:cNvCxnSpPr/>
            <p:nvPr/>
          </p:nvCxnSpPr>
          <p:spPr>
            <a:xfrm>
              <a:off x="1338461" y="0"/>
              <a:ext cx="1270001" cy="1270000"/>
            </a:xfrm>
            <a:prstGeom prst="straightConnector1">
              <a:avLst/>
            </a:prstGeom>
            <a:noFill/>
            <a:ln>
              <a:noFill/>
            </a:ln>
          </p:spPr>
        </p:cxnSp>
        <p:cxnSp>
          <p:nvCxnSpPr>
            <p:cNvPr id="1005" name="Google Shape;1005;p37"/>
            <p:cNvCxnSpPr/>
            <p:nvPr/>
          </p:nvCxnSpPr>
          <p:spPr>
            <a:xfrm>
              <a:off x="1369993" y="788276"/>
              <a:ext cx="1270001" cy="1270001"/>
            </a:xfrm>
            <a:prstGeom prst="straightConnector1">
              <a:avLst/>
            </a:prstGeom>
            <a:noFill/>
            <a:ln>
              <a:noFill/>
            </a:ln>
          </p:spPr>
        </p:cxnSp>
        <p:cxnSp>
          <p:nvCxnSpPr>
            <p:cNvPr id="1006" name="Google Shape;1006;p37"/>
            <p:cNvCxnSpPr/>
            <p:nvPr/>
          </p:nvCxnSpPr>
          <p:spPr>
            <a:xfrm flipH="1" rot="10800000">
              <a:off x="1228541" y="847556"/>
              <a:ext cx="2991521" cy="36031"/>
            </a:xfrm>
            <a:prstGeom prst="straightConnector1">
              <a:avLst/>
            </a:prstGeom>
            <a:solidFill>
              <a:srgbClr val="BBE0E3"/>
            </a:solidFill>
            <a:ln cap="flat" cmpd="sng" w="12700">
              <a:solidFill>
                <a:srgbClr val="000000"/>
              </a:solidFill>
              <a:prstDash val="solid"/>
              <a:round/>
              <a:headEnd len="sm" w="sm" type="none"/>
              <a:tailEnd len="sm" w="sm" type="none"/>
            </a:ln>
          </p:spPr>
        </p:cxnSp>
      </p:grpSp>
      <p:grpSp>
        <p:nvGrpSpPr>
          <p:cNvPr id="1007" name="Google Shape;1007;p37"/>
          <p:cNvGrpSpPr/>
          <p:nvPr/>
        </p:nvGrpSpPr>
        <p:grpSpPr>
          <a:xfrm>
            <a:off x="8907360" y="7613276"/>
            <a:ext cx="4220064" cy="2058278"/>
            <a:chOff x="0" y="0"/>
            <a:chExt cx="4220062" cy="2058277"/>
          </a:xfrm>
        </p:grpSpPr>
        <p:cxnSp>
          <p:nvCxnSpPr>
            <p:cNvPr id="1008" name="Google Shape;1008;p37"/>
            <p:cNvCxnSpPr/>
            <p:nvPr/>
          </p:nvCxnSpPr>
          <p:spPr>
            <a:xfrm>
              <a:off x="0" y="483476"/>
              <a:ext cx="1270000" cy="1270001"/>
            </a:xfrm>
            <a:prstGeom prst="straightConnector1">
              <a:avLst/>
            </a:prstGeom>
            <a:noFill/>
            <a:ln>
              <a:noFill/>
            </a:ln>
          </p:spPr>
        </p:cxnSp>
        <p:cxnSp>
          <p:nvCxnSpPr>
            <p:cNvPr id="1009" name="Google Shape;1009;p37"/>
            <p:cNvCxnSpPr/>
            <p:nvPr/>
          </p:nvCxnSpPr>
          <p:spPr>
            <a:xfrm>
              <a:off x="1338461" y="0"/>
              <a:ext cx="1270001" cy="1270000"/>
            </a:xfrm>
            <a:prstGeom prst="straightConnector1">
              <a:avLst/>
            </a:prstGeom>
            <a:noFill/>
            <a:ln>
              <a:noFill/>
            </a:ln>
          </p:spPr>
        </p:cxnSp>
        <p:cxnSp>
          <p:nvCxnSpPr>
            <p:cNvPr id="1010" name="Google Shape;1010;p37"/>
            <p:cNvCxnSpPr/>
            <p:nvPr/>
          </p:nvCxnSpPr>
          <p:spPr>
            <a:xfrm>
              <a:off x="1369993" y="788276"/>
              <a:ext cx="1270001" cy="1270001"/>
            </a:xfrm>
            <a:prstGeom prst="straightConnector1">
              <a:avLst/>
            </a:prstGeom>
            <a:noFill/>
            <a:ln>
              <a:noFill/>
            </a:ln>
          </p:spPr>
        </p:cxnSp>
        <p:cxnSp>
          <p:nvCxnSpPr>
            <p:cNvPr id="1011" name="Google Shape;1011;p37"/>
            <p:cNvCxnSpPr/>
            <p:nvPr/>
          </p:nvCxnSpPr>
          <p:spPr>
            <a:xfrm flipH="1" rot="10800000">
              <a:off x="1228541" y="847557"/>
              <a:ext cx="2991521" cy="36029"/>
            </a:xfrm>
            <a:prstGeom prst="straightConnector1">
              <a:avLst/>
            </a:prstGeom>
            <a:solidFill>
              <a:srgbClr val="BBE0E3"/>
            </a:solidFill>
            <a:ln cap="flat" cmpd="sng" w="12700">
              <a:solidFill>
                <a:srgbClr val="000000"/>
              </a:solidFill>
              <a:prstDash val="solid"/>
              <a:round/>
              <a:headEnd len="sm" w="sm" type="none"/>
              <a:tailEnd len="sm" w="sm" type="none"/>
            </a:ln>
          </p:spPr>
        </p:cxnSp>
      </p:grpSp>
      <p:sp>
        <p:nvSpPr>
          <p:cNvPr id="1012" name="Google Shape;1012;p37"/>
          <p:cNvSpPr txBox="1"/>
          <p:nvPr/>
        </p:nvSpPr>
        <p:spPr>
          <a:xfrm>
            <a:off x="8889986" y="9932559"/>
            <a:ext cx="7410685" cy="786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gx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hy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+ix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a:t>
            </a:r>
            <a:r>
              <a:rPr b="0" baseline="-25000" i="0" lang="en-US" sz="4000" u="none" cap="none" strike="noStrike">
                <a:solidFill>
                  <a:srgbClr val="000000"/>
                </a:solidFill>
                <a:latin typeface="Arial"/>
                <a:ea typeface="Arial"/>
                <a:cs typeface="Arial"/>
                <a:sym typeface="Arial"/>
              </a:rPr>
              <a:t> </a:t>
            </a:r>
            <a:r>
              <a:rPr b="0" i="0" lang="en-US" sz="4000" u="none" cap="none" strike="noStrike">
                <a:solidFill>
                  <a:srgbClr val="000000"/>
                </a:solidFill>
                <a:latin typeface="Arial"/>
                <a:ea typeface="Arial"/>
                <a:cs typeface="Arial"/>
                <a:sym typeface="Arial"/>
              </a:rPr>
              <a:t>= ax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by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+c</a:t>
            </a:r>
            <a:endParaRPr/>
          </a:p>
        </p:txBody>
      </p:sp>
      <p:sp>
        <p:nvSpPr>
          <p:cNvPr id="1013" name="Google Shape;1013;p37"/>
          <p:cNvSpPr txBox="1"/>
          <p:nvPr/>
        </p:nvSpPr>
        <p:spPr>
          <a:xfrm>
            <a:off x="8900500" y="10952064"/>
            <a:ext cx="7297824"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gx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hy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+ix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a:t>
            </a:r>
            <a:r>
              <a:rPr b="0" baseline="-25000" i="0" lang="en-US" sz="4000" u="none" cap="none" strike="noStrike">
                <a:solidFill>
                  <a:srgbClr val="000000"/>
                </a:solidFill>
                <a:latin typeface="Arial"/>
                <a:ea typeface="Arial"/>
                <a:cs typeface="Arial"/>
                <a:sym typeface="Arial"/>
              </a:rPr>
              <a:t> </a:t>
            </a:r>
            <a:r>
              <a:rPr b="0" i="0" lang="en-US" sz="4000" u="none" cap="none" strike="noStrike">
                <a:solidFill>
                  <a:srgbClr val="000000"/>
                </a:solidFill>
                <a:latin typeface="Arial"/>
                <a:ea typeface="Arial"/>
                <a:cs typeface="Arial"/>
                <a:sym typeface="Arial"/>
              </a:rPr>
              <a:t>= dx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ey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+f</a:t>
            </a:r>
            <a:endParaRPr/>
          </a:p>
        </p:txBody>
      </p:sp>
      <p:sp>
        <p:nvSpPr>
          <p:cNvPr id="1014" name="Google Shape;1014;p37"/>
          <p:cNvSpPr txBox="1"/>
          <p:nvPr/>
        </p:nvSpPr>
        <p:spPr>
          <a:xfrm>
            <a:off x="4372303" y="5214884"/>
            <a:ext cx="7495694"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Leaving homogeneous coordinates:</a:t>
            </a:r>
            <a:endParaRPr/>
          </a:p>
        </p:txBody>
      </p:sp>
      <p:sp>
        <p:nvSpPr>
          <p:cNvPr id="1015" name="Google Shape;1015;p37"/>
          <p:cNvSpPr txBox="1"/>
          <p:nvPr/>
        </p:nvSpPr>
        <p:spPr>
          <a:xfrm>
            <a:off x="4424855" y="8940802"/>
            <a:ext cx="5047845"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Re-arranging the terms:</a:t>
            </a:r>
            <a:endParaRPr/>
          </a:p>
        </p:txBody>
      </p:sp>
      <p:sp>
        <p:nvSpPr>
          <p:cNvPr id="1016" name="Google Shape;1016;p37"/>
          <p:cNvSpPr txBox="1"/>
          <p:nvPr>
            <p:ph type="title"/>
          </p:nvPr>
        </p:nvSpPr>
        <p:spPr>
          <a:xfrm>
            <a:off x="3048000" y="12700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Option #1: Direct linear transform</a:t>
            </a:r>
            <a:endParaRPr/>
          </a:p>
        </p:txBody>
      </p:sp>
      <p:sp>
        <p:nvSpPr>
          <p:cNvPr id="1017" name="Google Shape;1017;p37"/>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
        <p:nvSpPr>
          <p:cNvPr id="1018" name="Google Shape;1018;p37"/>
          <p:cNvSpPr txBox="1"/>
          <p:nvPr>
            <p:ph idx="12" type="sldNum"/>
          </p:nvPr>
        </p:nvSpPr>
        <p:spPr>
          <a:xfrm>
            <a:off x="23030884" y="125920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pic>
        <p:nvPicPr>
          <p:cNvPr id="1019" name="Google Shape;1019;p37"/>
          <p:cNvPicPr preferRelativeResize="0"/>
          <p:nvPr/>
        </p:nvPicPr>
        <p:blipFill>
          <a:blip r:embed="rId3">
            <a:alphaModFix/>
          </a:blip>
          <a:stretch>
            <a:fillRect/>
          </a:stretch>
        </p:blipFill>
        <p:spPr>
          <a:xfrm>
            <a:off x="9693507" y="6136738"/>
            <a:ext cx="4772025" cy="3257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38"/>
          <p:cNvSpPr txBox="1"/>
          <p:nvPr>
            <p:ph idx="12" type="sldNum"/>
          </p:nvPr>
        </p:nvSpPr>
        <p:spPr>
          <a:xfrm>
            <a:off x="23030884" y="125920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025" name="Google Shape;1025;p38"/>
          <p:cNvSpPr txBox="1"/>
          <p:nvPr/>
        </p:nvSpPr>
        <p:spPr>
          <a:xfrm>
            <a:off x="8427532" y="2222348"/>
            <a:ext cx="7410685" cy="78602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gx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hy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+ix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a:t>
            </a:r>
            <a:r>
              <a:rPr b="0" baseline="-25000" i="0" lang="en-US" sz="4000" u="none" cap="none" strike="noStrike">
                <a:solidFill>
                  <a:srgbClr val="000000"/>
                </a:solidFill>
                <a:latin typeface="Arial"/>
                <a:ea typeface="Arial"/>
                <a:cs typeface="Arial"/>
                <a:sym typeface="Arial"/>
              </a:rPr>
              <a:t> </a:t>
            </a:r>
            <a:r>
              <a:rPr b="0" i="0" lang="en-US" sz="4000" u="none" cap="none" strike="noStrike">
                <a:solidFill>
                  <a:srgbClr val="000000"/>
                </a:solidFill>
                <a:latin typeface="Arial"/>
                <a:ea typeface="Arial"/>
                <a:cs typeface="Arial"/>
                <a:sym typeface="Arial"/>
              </a:rPr>
              <a:t>= ax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by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+c</a:t>
            </a:r>
            <a:endParaRPr/>
          </a:p>
        </p:txBody>
      </p:sp>
      <p:sp>
        <p:nvSpPr>
          <p:cNvPr id="1026" name="Google Shape;1026;p38"/>
          <p:cNvSpPr txBox="1"/>
          <p:nvPr/>
        </p:nvSpPr>
        <p:spPr>
          <a:xfrm>
            <a:off x="8438046" y="3114851"/>
            <a:ext cx="7297824" cy="786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gx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hy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+ix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a:t>
            </a:r>
            <a:r>
              <a:rPr b="0" baseline="-25000" i="0" lang="en-US" sz="4000" u="none" cap="none" strike="noStrike">
                <a:solidFill>
                  <a:srgbClr val="000000"/>
                </a:solidFill>
                <a:latin typeface="Arial"/>
                <a:ea typeface="Arial"/>
                <a:cs typeface="Arial"/>
                <a:sym typeface="Arial"/>
              </a:rPr>
              <a:t> </a:t>
            </a:r>
            <a:r>
              <a:rPr b="0" i="0" lang="en-US" sz="4000" u="none" cap="none" strike="noStrike">
                <a:solidFill>
                  <a:srgbClr val="000000"/>
                </a:solidFill>
                <a:latin typeface="Arial"/>
                <a:ea typeface="Arial"/>
                <a:cs typeface="Arial"/>
                <a:sym typeface="Arial"/>
              </a:rPr>
              <a:t>= dx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ey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+f</a:t>
            </a:r>
            <a:endParaRPr/>
          </a:p>
        </p:txBody>
      </p:sp>
      <p:sp>
        <p:nvSpPr>
          <p:cNvPr id="1027" name="Google Shape;1027;p38"/>
          <p:cNvSpPr txBox="1"/>
          <p:nvPr/>
        </p:nvSpPr>
        <p:spPr>
          <a:xfrm>
            <a:off x="5139559" y="4149838"/>
            <a:ext cx="3819806"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More rearranging:</a:t>
            </a:r>
            <a:endParaRPr/>
          </a:p>
        </p:txBody>
      </p:sp>
      <p:sp>
        <p:nvSpPr>
          <p:cNvPr id="1028" name="Google Shape;1028;p38"/>
          <p:cNvSpPr txBox="1"/>
          <p:nvPr/>
        </p:nvSpPr>
        <p:spPr>
          <a:xfrm>
            <a:off x="8374981" y="4920882"/>
            <a:ext cx="8030803" cy="786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gx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hy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+ix’</a:t>
            </a:r>
            <a:r>
              <a:rPr b="0" baseline="-25000" i="0" lang="en-US" sz="4000" u="none" cap="none" strike="noStrike">
                <a:solidFill>
                  <a:srgbClr val="000000"/>
                </a:solidFill>
                <a:latin typeface="Arial"/>
                <a:ea typeface="Arial"/>
                <a:cs typeface="Arial"/>
                <a:sym typeface="Arial"/>
              </a:rPr>
              <a:t>1 </a:t>
            </a:r>
            <a:r>
              <a:rPr b="0" i="0" lang="en-US" sz="4000" u="none" cap="none" strike="noStrike">
                <a:solidFill>
                  <a:srgbClr val="000000"/>
                </a:solidFill>
                <a:latin typeface="Arial"/>
                <a:ea typeface="Arial"/>
                <a:cs typeface="Arial"/>
                <a:sym typeface="Arial"/>
              </a:rPr>
              <a:t>- ax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by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c = 0</a:t>
            </a:r>
            <a:endParaRPr/>
          </a:p>
        </p:txBody>
      </p:sp>
      <p:sp>
        <p:nvSpPr>
          <p:cNvPr id="1029" name="Google Shape;1029;p38"/>
          <p:cNvSpPr txBox="1"/>
          <p:nvPr/>
        </p:nvSpPr>
        <p:spPr>
          <a:xfrm>
            <a:off x="8448557" y="5665365"/>
            <a:ext cx="7917942" cy="786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gx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hy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+iy’</a:t>
            </a:r>
            <a:r>
              <a:rPr b="0" baseline="-25000" i="0" lang="en-US" sz="4000" u="none" cap="none" strike="noStrike">
                <a:solidFill>
                  <a:srgbClr val="000000"/>
                </a:solidFill>
                <a:latin typeface="Arial"/>
                <a:ea typeface="Arial"/>
                <a:cs typeface="Arial"/>
                <a:sym typeface="Arial"/>
              </a:rPr>
              <a:t>1 </a:t>
            </a:r>
            <a:r>
              <a:rPr b="0" i="0" lang="en-US" sz="4000" u="none" cap="none" strike="noStrike">
                <a:solidFill>
                  <a:srgbClr val="000000"/>
                </a:solidFill>
                <a:latin typeface="Arial"/>
                <a:ea typeface="Arial"/>
                <a:cs typeface="Arial"/>
                <a:sym typeface="Arial"/>
              </a:rPr>
              <a:t>- dx</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 ey</a:t>
            </a:r>
            <a:r>
              <a:rPr b="0" baseline="-25000" i="0" lang="en-US" sz="4000" u="none" cap="none" strike="noStrike">
                <a:solidFill>
                  <a:srgbClr val="000000"/>
                </a:solidFill>
                <a:latin typeface="Arial"/>
                <a:ea typeface="Arial"/>
                <a:cs typeface="Arial"/>
                <a:sym typeface="Arial"/>
              </a:rPr>
              <a:t>1</a:t>
            </a:r>
            <a:r>
              <a:rPr b="0" i="0" lang="en-US" sz="4000" u="none" cap="none" strike="noStrike">
                <a:solidFill>
                  <a:srgbClr val="000000"/>
                </a:solidFill>
                <a:latin typeface="Arial"/>
                <a:ea typeface="Arial"/>
                <a:cs typeface="Arial"/>
                <a:sym typeface="Arial"/>
              </a:rPr>
              <a:t>- f = 0</a:t>
            </a:r>
            <a:endParaRPr/>
          </a:p>
        </p:txBody>
      </p:sp>
      <p:grpSp>
        <p:nvGrpSpPr>
          <p:cNvPr id="1030" name="Google Shape;1030;p38"/>
          <p:cNvGrpSpPr/>
          <p:nvPr/>
        </p:nvGrpSpPr>
        <p:grpSpPr>
          <a:xfrm>
            <a:off x="5192111" y="6596994"/>
            <a:ext cx="14238357" cy="4267475"/>
            <a:chOff x="0" y="0"/>
            <a:chExt cx="14238355" cy="4267474"/>
          </a:xfrm>
        </p:grpSpPr>
        <p:sp>
          <p:nvSpPr>
            <p:cNvPr id="1031" name="Google Shape;1031;p38"/>
            <p:cNvSpPr txBox="1"/>
            <p:nvPr/>
          </p:nvSpPr>
          <p:spPr>
            <a:xfrm>
              <a:off x="3237186" y="858341"/>
              <a:ext cx="7936578" cy="7447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-1  0    0    0    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x’</a:t>
              </a:r>
              <a:r>
                <a:rPr b="0" baseline="-25000" i="0" lang="en-US" sz="3600" u="none" cap="none" strike="noStrike">
                  <a:solidFill>
                    <a:srgbClr val="000000"/>
                  </a:solidFill>
                  <a:latin typeface="Arial"/>
                  <a:ea typeface="Arial"/>
                  <a:cs typeface="Arial"/>
                  <a:sym typeface="Arial"/>
                </a:rPr>
                <a:t>1</a:t>
              </a:r>
              <a:endParaRPr/>
            </a:p>
          </p:txBody>
        </p:sp>
        <p:sp>
          <p:nvSpPr>
            <p:cNvPr id="1032" name="Google Shape;1032;p38"/>
            <p:cNvSpPr txBox="1"/>
            <p:nvPr/>
          </p:nvSpPr>
          <p:spPr>
            <a:xfrm>
              <a:off x="12000023" y="859219"/>
              <a:ext cx="591116" cy="340825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a</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b</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c</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d</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e</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f</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g</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h</a:t>
              </a:r>
              <a:br>
                <a:rPr b="0" i="0" lang="en-US" sz="2300" u="none" cap="none" strike="noStrike">
                  <a:solidFill>
                    <a:srgbClr val="000000"/>
                  </a:solidFill>
                  <a:latin typeface="Arial"/>
                  <a:ea typeface="Arial"/>
                  <a:cs typeface="Arial"/>
                  <a:sym typeface="Arial"/>
                </a:rPr>
              </a:br>
              <a:r>
                <a:rPr b="0" i="0" lang="en-US" sz="2300" u="none" cap="none" strike="noStrike">
                  <a:solidFill>
                    <a:srgbClr val="000000"/>
                  </a:solidFill>
                  <a:latin typeface="Arial"/>
                  <a:ea typeface="Arial"/>
                  <a:cs typeface="Arial"/>
                  <a:sym typeface="Arial"/>
                </a:rPr>
                <a:t>i</a:t>
              </a:r>
              <a:endParaRPr/>
            </a:p>
          </p:txBody>
        </p:sp>
        <p:sp>
          <p:nvSpPr>
            <p:cNvPr id="1033" name="Google Shape;1033;p38"/>
            <p:cNvSpPr/>
            <p:nvPr/>
          </p:nvSpPr>
          <p:spPr>
            <a:xfrm>
              <a:off x="11813626" y="818736"/>
              <a:ext cx="86519" cy="3374176"/>
            </a:xfrm>
            <a:custGeom>
              <a:rect b="b" l="l" r="r" t="t"/>
              <a:pathLst>
                <a:path extrusionOk="0" h="21600" w="21600">
                  <a:moveTo>
                    <a:pt x="21600" y="21600"/>
                  </a:moveTo>
                  <a:cubicBezTo>
                    <a:pt x="9671" y="21600"/>
                    <a:pt x="0" y="21579"/>
                    <a:pt x="0" y="21554"/>
                  </a:cubicBezTo>
                  <a:lnTo>
                    <a:pt x="0" y="46"/>
                  </a:lnTo>
                  <a:cubicBezTo>
                    <a:pt x="0" y="21"/>
                    <a:pt x="9671" y="0"/>
                    <a:pt x="21600" y="0"/>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1034" name="Google Shape;1034;p38"/>
            <p:cNvSpPr/>
            <p:nvPr/>
          </p:nvSpPr>
          <p:spPr>
            <a:xfrm flipH="1">
              <a:off x="12296679" y="811527"/>
              <a:ext cx="281684" cy="3374175"/>
            </a:xfrm>
            <a:custGeom>
              <a:rect b="b" l="l" r="r" t="t"/>
              <a:pathLst>
                <a:path extrusionOk="0" h="21600" w="21600">
                  <a:moveTo>
                    <a:pt x="21600" y="21600"/>
                  </a:moveTo>
                  <a:cubicBezTo>
                    <a:pt x="9671" y="21600"/>
                    <a:pt x="0" y="21585"/>
                    <a:pt x="0" y="21567"/>
                  </a:cubicBezTo>
                  <a:lnTo>
                    <a:pt x="0" y="33"/>
                  </a:lnTo>
                  <a:cubicBezTo>
                    <a:pt x="0" y="15"/>
                    <a:pt x="9671" y="0"/>
                    <a:pt x="21600" y="0"/>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1035" name="Google Shape;1035;p38"/>
            <p:cNvSpPr txBox="1"/>
            <p:nvPr/>
          </p:nvSpPr>
          <p:spPr>
            <a:xfrm>
              <a:off x="0" y="0"/>
              <a:ext cx="3159608"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In matrix form:</a:t>
              </a:r>
              <a:endParaRPr/>
            </a:p>
          </p:txBody>
        </p:sp>
        <p:sp>
          <p:nvSpPr>
            <p:cNvPr id="1036" name="Google Shape;1036;p38"/>
            <p:cNvSpPr txBox="1"/>
            <p:nvPr/>
          </p:nvSpPr>
          <p:spPr>
            <a:xfrm>
              <a:off x="3268718" y="1604575"/>
              <a:ext cx="7936578" cy="7447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 0    0    0  -x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-1   x</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y’</a:t>
              </a:r>
              <a:r>
                <a:rPr b="0" baseline="-25000" i="0" lang="en-US" sz="3600" u="none" cap="none" strike="noStrike">
                  <a:solidFill>
                    <a:srgbClr val="000000"/>
                  </a:solidFill>
                  <a:latin typeface="Arial"/>
                  <a:ea typeface="Arial"/>
                  <a:cs typeface="Arial"/>
                  <a:sym typeface="Arial"/>
                </a:rPr>
                <a:t>1</a:t>
              </a:r>
              <a:r>
                <a:rPr b="0" i="0" lang="en-US" sz="3600" u="none" cap="none" strike="noStrike">
                  <a:solidFill>
                    <a:srgbClr val="000000"/>
                  </a:solidFill>
                  <a:latin typeface="Arial"/>
                  <a:ea typeface="Arial"/>
                  <a:cs typeface="Arial"/>
                  <a:sym typeface="Arial"/>
                </a:rPr>
                <a:t>    y’</a:t>
              </a:r>
              <a:r>
                <a:rPr b="0" baseline="-25000" i="0" lang="en-US" sz="3600" u="none" cap="none" strike="noStrike">
                  <a:solidFill>
                    <a:srgbClr val="000000"/>
                  </a:solidFill>
                  <a:latin typeface="Arial"/>
                  <a:ea typeface="Arial"/>
                  <a:cs typeface="Arial"/>
                  <a:sym typeface="Arial"/>
                </a:rPr>
                <a:t>1</a:t>
              </a:r>
              <a:endParaRPr/>
            </a:p>
          </p:txBody>
        </p:sp>
        <p:sp>
          <p:nvSpPr>
            <p:cNvPr id="1037" name="Google Shape;1037;p38"/>
            <p:cNvSpPr/>
            <p:nvPr/>
          </p:nvSpPr>
          <p:spPr>
            <a:xfrm>
              <a:off x="3153102" y="1069425"/>
              <a:ext cx="168167" cy="1408387"/>
            </a:xfrm>
            <a:custGeom>
              <a:rect b="b" l="l" r="r" t="t"/>
              <a:pathLst>
                <a:path extrusionOk="0" h="21600" w="21600">
                  <a:moveTo>
                    <a:pt x="21600" y="21600"/>
                  </a:moveTo>
                  <a:cubicBezTo>
                    <a:pt x="9671" y="21600"/>
                    <a:pt x="0" y="21504"/>
                    <a:pt x="0" y="21385"/>
                  </a:cubicBezTo>
                  <a:lnTo>
                    <a:pt x="0" y="215"/>
                  </a:lnTo>
                  <a:cubicBezTo>
                    <a:pt x="0" y="96"/>
                    <a:pt x="9671" y="0"/>
                    <a:pt x="21600" y="0"/>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1038" name="Google Shape;1038;p38"/>
            <p:cNvSpPr/>
            <p:nvPr/>
          </p:nvSpPr>
          <p:spPr>
            <a:xfrm flipH="1">
              <a:off x="11098921" y="931913"/>
              <a:ext cx="199699" cy="1408387"/>
            </a:xfrm>
            <a:custGeom>
              <a:rect b="b" l="l" r="r" t="t"/>
              <a:pathLst>
                <a:path extrusionOk="0" h="21600" w="21600">
                  <a:moveTo>
                    <a:pt x="21600" y="21600"/>
                  </a:moveTo>
                  <a:cubicBezTo>
                    <a:pt x="9671" y="21600"/>
                    <a:pt x="0" y="21486"/>
                    <a:pt x="0" y="21345"/>
                  </a:cubicBezTo>
                  <a:lnTo>
                    <a:pt x="0" y="255"/>
                  </a:lnTo>
                  <a:cubicBezTo>
                    <a:pt x="0" y="114"/>
                    <a:pt x="9671" y="0"/>
                    <a:pt x="21600" y="0"/>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1039" name="Google Shape;1039;p38"/>
            <p:cNvSpPr txBox="1"/>
            <p:nvPr/>
          </p:nvSpPr>
          <p:spPr>
            <a:xfrm>
              <a:off x="13547830" y="721709"/>
              <a:ext cx="449854" cy="12347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0</a:t>
              </a:r>
              <a:br>
                <a:rPr b="0" i="0" lang="en-US" sz="3600" u="none" cap="none" strike="noStrike">
                  <a:solidFill>
                    <a:srgbClr val="000000"/>
                  </a:solidFill>
                  <a:latin typeface="Arial"/>
                  <a:ea typeface="Arial"/>
                  <a:cs typeface="Arial"/>
                  <a:sym typeface="Arial"/>
                </a:rPr>
              </a:br>
              <a:r>
                <a:rPr b="0" i="0" lang="en-US" sz="3600" u="none" cap="none" strike="noStrike">
                  <a:solidFill>
                    <a:srgbClr val="000000"/>
                  </a:solidFill>
                  <a:latin typeface="Arial"/>
                  <a:ea typeface="Arial"/>
                  <a:cs typeface="Arial"/>
                  <a:sym typeface="Arial"/>
                </a:rPr>
                <a:t>0</a:t>
              </a:r>
              <a:endParaRPr/>
            </a:p>
          </p:txBody>
        </p:sp>
        <p:sp>
          <p:nvSpPr>
            <p:cNvPr id="1040" name="Google Shape;1040;p38"/>
            <p:cNvSpPr/>
            <p:nvPr/>
          </p:nvSpPr>
          <p:spPr>
            <a:xfrm>
              <a:off x="13484767" y="826813"/>
              <a:ext cx="220719" cy="1124607"/>
            </a:xfrm>
            <a:custGeom>
              <a:rect b="b" l="l" r="r" t="t"/>
              <a:pathLst>
                <a:path extrusionOk="0" h="21600" w="21600">
                  <a:moveTo>
                    <a:pt x="21600" y="21600"/>
                  </a:moveTo>
                  <a:cubicBezTo>
                    <a:pt x="9671" y="21600"/>
                    <a:pt x="0" y="21442"/>
                    <a:pt x="0" y="21247"/>
                  </a:cubicBezTo>
                  <a:lnTo>
                    <a:pt x="0" y="353"/>
                  </a:lnTo>
                  <a:cubicBezTo>
                    <a:pt x="0" y="158"/>
                    <a:pt x="9671" y="0"/>
                    <a:pt x="21600" y="0"/>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1041" name="Google Shape;1041;p38"/>
            <p:cNvSpPr/>
            <p:nvPr/>
          </p:nvSpPr>
          <p:spPr>
            <a:xfrm flipH="1">
              <a:off x="14146916" y="837324"/>
              <a:ext cx="91439" cy="1072055"/>
            </a:xfrm>
            <a:custGeom>
              <a:rect b="b" l="l" r="r" t="t"/>
              <a:pathLst>
                <a:path extrusionOk="0" h="21600" w="21600">
                  <a:moveTo>
                    <a:pt x="21600" y="21600"/>
                  </a:moveTo>
                  <a:cubicBezTo>
                    <a:pt x="9671" y="21600"/>
                    <a:pt x="0" y="21531"/>
                    <a:pt x="0" y="21446"/>
                  </a:cubicBezTo>
                  <a:lnTo>
                    <a:pt x="0" y="154"/>
                  </a:lnTo>
                  <a:cubicBezTo>
                    <a:pt x="0" y="69"/>
                    <a:pt x="9671" y="0"/>
                    <a:pt x="21600" y="0"/>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1042" name="Google Shape;1042;p38"/>
            <p:cNvSpPr txBox="1"/>
            <p:nvPr/>
          </p:nvSpPr>
          <p:spPr>
            <a:xfrm>
              <a:off x="12696495" y="1215697"/>
              <a:ext cx="462579"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grpSp>
      <p:sp>
        <p:nvSpPr>
          <p:cNvPr id="1043" name="Google Shape;1043;p38"/>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Option #1: Direct linear transform</a:t>
            </a:r>
            <a:endParaRPr/>
          </a:p>
        </p:txBody>
      </p:sp>
      <p:sp>
        <p:nvSpPr>
          <p:cNvPr id="1044" name="Google Shape;1044;p38"/>
          <p:cNvSpPr txBox="1"/>
          <p:nvPr/>
        </p:nvSpPr>
        <p:spPr>
          <a:xfrm>
            <a:off x="3489600" y="11567993"/>
            <a:ext cx="18359375" cy="148803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400"/>
              <a:buFont typeface="Helvetica Neue"/>
              <a:buNone/>
            </a:pPr>
            <a:r>
              <a:rPr b="0" i="0" lang="en-US" sz="4400" u="none" cap="none" strike="noStrike">
                <a:solidFill>
                  <a:srgbClr val="000000"/>
                </a:solidFill>
                <a:latin typeface="Helvetica Neue"/>
                <a:ea typeface="Helvetica Neue"/>
                <a:cs typeface="Helvetica Neue"/>
                <a:sym typeface="Helvetica Neue"/>
              </a:rPr>
              <a:t>Fast to solve (but not using “right” loss function). Uses an algebraic trick.</a:t>
            </a:r>
            <a:endParaRPr/>
          </a:p>
          <a:p>
            <a:pPr indent="0" lvl="0" marL="0" marR="0" rtl="0" algn="l">
              <a:lnSpc>
                <a:spcPct val="100000"/>
              </a:lnSpc>
              <a:spcBef>
                <a:spcPts val="0"/>
              </a:spcBef>
              <a:spcAft>
                <a:spcPts val="0"/>
              </a:spcAft>
              <a:buClr>
                <a:srgbClr val="000000"/>
              </a:buClr>
              <a:buSzPts val="4400"/>
              <a:buFont typeface="Helvetica Neue"/>
              <a:buNone/>
            </a:pPr>
            <a:r>
              <a:rPr b="0" i="0" lang="en-US" sz="4400" u="none" cap="none" strike="noStrike">
                <a:solidFill>
                  <a:srgbClr val="000000"/>
                </a:solidFill>
                <a:latin typeface="Helvetica Neue"/>
                <a:ea typeface="Helvetica Neue"/>
                <a:cs typeface="Helvetica Neue"/>
                <a:sym typeface="Helvetica Neue"/>
              </a:rPr>
              <a:t>Often used in practice for initial solutions!</a:t>
            </a:r>
            <a:endParaRPr/>
          </a:p>
        </p:txBody>
      </p:sp>
      <p:sp>
        <p:nvSpPr>
          <p:cNvPr id="1045" name="Google Shape;1045;p38"/>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
        <p:nvSpPr>
          <p:cNvPr id="1046" name="Google Shape;1046;p38"/>
          <p:cNvSpPr txBox="1"/>
          <p:nvPr/>
        </p:nvSpPr>
        <p:spPr>
          <a:xfrm>
            <a:off x="5212455" y="10845943"/>
            <a:ext cx="10995661" cy="634900"/>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Can solve using Singular Value Decomposition (SVD).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pic>
        <p:nvPicPr>
          <p:cNvPr descr="Image" id="1051" name="Google Shape;1051;p40"/>
          <p:cNvPicPr preferRelativeResize="0"/>
          <p:nvPr/>
        </p:nvPicPr>
        <p:blipFill rotWithShape="1">
          <a:blip r:embed="rId3">
            <a:alphaModFix amt="68613"/>
          </a:blip>
          <a:srcRect b="0" l="0" r="0" t="0"/>
          <a:stretch/>
        </p:blipFill>
        <p:spPr>
          <a:xfrm>
            <a:off x="7022277" y="1629751"/>
            <a:ext cx="10803522" cy="9186498"/>
          </a:xfrm>
          <a:prstGeom prst="rect">
            <a:avLst/>
          </a:prstGeom>
          <a:noFill/>
          <a:ln>
            <a:noFill/>
          </a:ln>
        </p:spPr>
      </p:pic>
      <p:cxnSp>
        <p:nvCxnSpPr>
          <p:cNvPr id="1052" name="Google Shape;1052;p40"/>
          <p:cNvCxnSpPr/>
          <p:nvPr/>
        </p:nvCxnSpPr>
        <p:spPr>
          <a:xfrm flipH="1" rot="10800000">
            <a:off x="11765674" y="4277402"/>
            <a:ext cx="1" cy="660798"/>
          </a:xfrm>
          <a:prstGeom prst="straightConnector1">
            <a:avLst/>
          </a:prstGeom>
          <a:noFill/>
          <a:ln cap="flat" cmpd="sng" w="63500">
            <a:solidFill>
              <a:srgbClr val="000000"/>
            </a:solidFill>
            <a:prstDash val="solid"/>
            <a:miter lim="400000"/>
            <a:headEnd len="med" w="med" type="stealth"/>
            <a:tailEnd len="sm" w="sm" type="none"/>
          </a:ln>
        </p:spPr>
      </p:cxnSp>
      <p:cxnSp>
        <p:nvCxnSpPr>
          <p:cNvPr id="1053" name="Google Shape;1053;p40"/>
          <p:cNvCxnSpPr/>
          <p:nvPr/>
        </p:nvCxnSpPr>
        <p:spPr>
          <a:xfrm rot="10800000">
            <a:off x="11796317" y="4986531"/>
            <a:ext cx="333454" cy="629175"/>
          </a:xfrm>
          <a:prstGeom prst="straightConnector1">
            <a:avLst/>
          </a:prstGeom>
          <a:noFill/>
          <a:ln cap="flat" cmpd="sng" w="63500">
            <a:solidFill>
              <a:srgbClr val="000000"/>
            </a:solidFill>
            <a:prstDash val="solid"/>
            <a:miter lim="400000"/>
            <a:headEnd len="med" w="med" type="stealth"/>
            <a:tailEnd len="sm" w="sm" type="none"/>
          </a:ln>
        </p:spPr>
      </p:cxnSp>
      <p:cxnSp>
        <p:nvCxnSpPr>
          <p:cNvPr id="1054" name="Google Shape;1054;p40"/>
          <p:cNvCxnSpPr/>
          <p:nvPr/>
        </p:nvCxnSpPr>
        <p:spPr>
          <a:xfrm rot="10800000">
            <a:off x="12245830" y="5617560"/>
            <a:ext cx="602352" cy="323719"/>
          </a:xfrm>
          <a:prstGeom prst="straightConnector1">
            <a:avLst/>
          </a:prstGeom>
          <a:noFill/>
          <a:ln cap="flat" cmpd="sng" w="63500">
            <a:solidFill>
              <a:srgbClr val="000000"/>
            </a:solidFill>
            <a:prstDash val="solid"/>
            <a:miter lim="400000"/>
            <a:headEnd len="med" w="med" type="stealth"/>
            <a:tailEnd len="sm" w="sm" type="none"/>
          </a:ln>
        </p:spPr>
      </p:cxnSp>
      <p:cxnSp>
        <p:nvCxnSpPr>
          <p:cNvPr id="1055" name="Google Shape;1055;p40"/>
          <p:cNvCxnSpPr/>
          <p:nvPr/>
        </p:nvCxnSpPr>
        <p:spPr>
          <a:xfrm rot="10800000">
            <a:off x="13035043" y="6076872"/>
            <a:ext cx="513537" cy="528288"/>
          </a:xfrm>
          <a:prstGeom prst="straightConnector1">
            <a:avLst/>
          </a:prstGeom>
          <a:noFill/>
          <a:ln cap="flat" cmpd="sng" w="63500">
            <a:solidFill>
              <a:srgbClr val="000000"/>
            </a:solidFill>
            <a:prstDash val="solid"/>
            <a:miter lim="400000"/>
            <a:headEnd len="med" w="med" type="stealth"/>
            <a:tailEnd len="sm" w="sm" type="none"/>
          </a:ln>
        </p:spPr>
      </p:cxnSp>
      <p:cxnSp>
        <p:nvCxnSpPr>
          <p:cNvPr id="1056" name="Google Shape;1056;p40"/>
          <p:cNvCxnSpPr/>
          <p:nvPr/>
        </p:nvCxnSpPr>
        <p:spPr>
          <a:xfrm rot="10800000">
            <a:off x="13500986" y="6722409"/>
            <a:ext cx="171749" cy="746886"/>
          </a:xfrm>
          <a:prstGeom prst="straightConnector1">
            <a:avLst/>
          </a:prstGeom>
          <a:noFill/>
          <a:ln cap="flat" cmpd="sng" w="63500">
            <a:solidFill>
              <a:srgbClr val="000000"/>
            </a:solidFill>
            <a:prstDash val="solid"/>
            <a:miter lim="400000"/>
            <a:headEnd len="med" w="med" type="stealth"/>
            <a:tailEnd len="sm" w="sm" type="none"/>
          </a:ln>
        </p:spPr>
      </p:cxnSp>
      <p:sp>
        <p:nvSpPr>
          <p:cNvPr id="1057" name="Google Shape;1057;p40"/>
          <p:cNvSpPr txBox="1"/>
          <p:nvPr/>
        </p:nvSpPr>
        <p:spPr>
          <a:xfrm>
            <a:off x="7578090" y="267915"/>
            <a:ext cx="9227821" cy="1196588"/>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Option #2: Optimization</a:t>
            </a:r>
            <a:endParaRPr/>
          </a:p>
        </p:txBody>
      </p:sp>
      <p:sp>
        <p:nvSpPr>
          <p:cNvPr id="1058" name="Google Shape;1058;p40"/>
          <p:cNvSpPr txBox="1"/>
          <p:nvPr/>
        </p:nvSpPr>
        <p:spPr>
          <a:xfrm>
            <a:off x="11157621" y="2761600"/>
            <a:ext cx="720218" cy="1060572"/>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6000"/>
              <a:buFont typeface="Helvetica Neue"/>
              <a:buNone/>
            </a:pPr>
            <a:r>
              <a:rPr b="1" i="0" lang="en-US" sz="6000" u="none" cap="none" strike="noStrike">
                <a:solidFill>
                  <a:srgbClr val="000000"/>
                </a:solidFill>
                <a:latin typeface="Helvetica Neue"/>
                <a:ea typeface="Helvetica Neue"/>
                <a:cs typeface="Helvetica Neue"/>
                <a:sym typeface="Helvetica Neue"/>
              </a:rPr>
              <a:t>H</a:t>
            </a:r>
            <a:endParaRPr/>
          </a:p>
        </p:txBody>
      </p:sp>
      <p:cxnSp>
        <p:nvCxnSpPr>
          <p:cNvPr id="1059" name="Google Shape;1059;p40"/>
          <p:cNvCxnSpPr/>
          <p:nvPr/>
        </p:nvCxnSpPr>
        <p:spPr>
          <a:xfrm rot="10800000">
            <a:off x="11525538" y="3576190"/>
            <a:ext cx="277114" cy="657773"/>
          </a:xfrm>
          <a:prstGeom prst="straightConnector1">
            <a:avLst/>
          </a:prstGeom>
          <a:noFill/>
          <a:ln cap="flat" cmpd="sng" w="63500">
            <a:solidFill>
              <a:srgbClr val="000000"/>
            </a:solidFill>
            <a:prstDash val="solid"/>
            <a:miter lim="400000"/>
            <a:headEnd len="med" w="med" type="stealth"/>
            <a:tailEnd len="sm" w="sm" type="none"/>
          </a:ln>
        </p:spPr>
      </p:cxnSp>
      <p:sp>
        <p:nvSpPr>
          <p:cNvPr id="1060" name="Google Shape;1060;p40"/>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sp>
        <p:nvSpPr>
          <p:cNvPr id="1061" name="Google Shape;1061;p40"/>
          <p:cNvSpPr txBox="1"/>
          <p:nvPr/>
        </p:nvSpPr>
        <p:spPr>
          <a:xfrm>
            <a:off x="5112152" y="5537405"/>
            <a:ext cx="1610627" cy="74836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900"/>
              <a:buFont typeface="Helvetica Neue"/>
              <a:buNone/>
            </a:pPr>
            <a:r>
              <a:t/>
            </a:r>
            <a:endParaRPr b="1" i="0" sz="6900" u="none" cap="none" strike="noStrike">
              <a:solidFill>
                <a:srgbClr val="000000"/>
              </a:solidFill>
              <a:latin typeface="Helvetica Neue"/>
              <a:ea typeface="Helvetica Neue"/>
              <a:cs typeface="Helvetica Neue"/>
              <a:sym typeface="Helvetica Neue"/>
            </a:endParaRPr>
          </a:p>
        </p:txBody>
      </p:sp>
      <p:pic>
        <p:nvPicPr>
          <p:cNvPr descr="Image" id="1062" name="Google Shape;1062;p40"/>
          <p:cNvPicPr preferRelativeResize="0"/>
          <p:nvPr/>
        </p:nvPicPr>
        <p:blipFill rotWithShape="1">
          <a:blip r:embed="rId4">
            <a:alphaModFix/>
          </a:blip>
          <a:srcRect b="0" l="0" r="0" t="0"/>
          <a:stretch/>
        </p:blipFill>
        <p:spPr>
          <a:xfrm>
            <a:off x="8943961" y="11941133"/>
            <a:ext cx="8528078" cy="1595182"/>
          </a:xfrm>
          <a:prstGeom prst="rect">
            <a:avLst/>
          </a:prstGeom>
          <a:noFill/>
          <a:ln>
            <a:noFill/>
          </a:ln>
        </p:spPr>
      </p:pic>
      <p:sp>
        <p:nvSpPr>
          <p:cNvPr id="1063" name="Google Shape;1063;p40"/>
          <p:cNvSpPr txBox="1"/>
          <p:nvPr/>
        </p:nvSpPr>
        <p:spPr>
          <a:xfrm>
            <a:off x="7671375" y="9893079"/>
            <a:ext cx="929226" cy="63124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500"/>
              <a:buFont typeface="Helvetica Neue"/>
              <a:buNone/>
            </a:pPr>
            <a:r>
              <a:t/>
            </a:r>
            <a:endParaRPr b="1" i="0" sz="5500" u="none" cap="none" strike="noStrike">
              <a:solidFill>
                <a:srgbClr val="000000"/>
              </a:solidFill>
              <a:latin typeface="Helvetica Neue"/>
              <a:ea typeface="Helvetica Neue"/>
              <a:cs typeface="Helvetica Neue"/>
              <a:sym typeface="Helvetica Neue"/>
            </a:endParaRPr>
          </a:p>
        </p:txBody>
      </p:sp>
      <p:sp>
        <p:nvSpPr>
          <p:cNvPr id="1064" name="Google Shape;1064;p40"/>
          <p:cNvSpPr txBox="1"/>
          <p:nvPr/>
        </p:nvSpPr>
        <p:spPr>
          <a:xfrm>
            <a:off x="15875575" y="9893079"/>
            <a:ext cx="968900" cy="63124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500"/>
              <a:buFont typeface="Helvetica Neue"/>
              <a:buNone/>
            </a:pPr>
            <a:r>
              <a:t/>
            </a:r>
            <a:endParaRPr b="1" i="0" sz="5500" u="none" cap="none" strike="noStrike">
              <a:solidFill>
                <a:srgbClr val="000000"/>
              </a:solidFill>
              <a:latin typeface="Helvetica Neue"/>
              <a:ea typeface="Helvetica Neue"/>
              <a:cs typeface="Helvetica Neue"/>
              <a:sym typeface="Helvetica Neue"/>
            </a:endParaRPr>
          </a:p>
        </p:txBody>
      </p:sp>
      <p:sp>
        <p:nvSpPr>
          <p:cNvPr id="1065" name="Google Shape;1065;p40"/>
          <p:cNvSpPr txBox="1"/>
          <p:nvPr/>
        </p:nvSpPr>
        <p:spPr>
          <a:xfrm>
            <a:off x="5009980" y="11843955"/>
            <a:ext cx="3154173" cy="106862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6400"/>
              <a:buFont typeface="Helvetica Neue Light"/>
              <a:buNone/>
            </a:pPr>
            <a:r>
              <a:rPr b="0" i="0" lang="en-US" sz="6400" u="none" cap="none" strike="noStrike">
                <a:solidFill>
                  <a:srgbClr val="000000"/>
                </a:solidFill>
                <a:latin typeface="Helvetica Neue Light"/>
                <a:ea typeface="Helvetica Neue Light"/>
                <a:cs typeface="Helvetica Neue Light"/>
                <a:sym typeface="Helvetica Neue Light"/>
              </a:rPr>
              <a:t>minimize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5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500"/>
                                  </p:stCondLst>
                                  <p:childTnLst>
                                    <p:set>
                                      <p:cBhvr>
                                        <p:cTn dur="1" fill="hold">
                                          <p:stCondLst>
                                            <p:cond delay="0"/>
                                          </p:stCondLst>
                                        </p:cTn>
                                        <p:tgtEl>
                                          <p:spTgt spid="1054"/>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500"/>
                                  </p:stCondLst>
                                  <p:childTnLst>
                                    <p:set>
                                      <p:cBhvr>
                                        <p:cTn dur="1" fill="hold">
                                          <p:stCondLst>
                                            <p:cond delay="0"/>
                                          </p:stCondLst>
                                        </p:cTn>
                                        <p:tgtEl>
                                          <p:spTgt spid="105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50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41"/>
          <p:cNvSpPr txBox="1"/>
          <p:nvPr/>
        </p:nvSpPr>
        <p:spPr>
          <a:xfrm>
            <a:off x="8921680" y="137495"/>
            <a:ext cx="6540640" cy="1457428"/>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8900"/>
              <a:buFont typeface="Helvetica Neue"/>
              <a:buNone/>
            </a:pPr>
            <a:r>
              <a:rPr b="0" i="0" lang="en-US" sz="8900" u="none" cap="none" strike="noStrike">
                <a:solidFill>
                  <a:srgbClr val="000000"/>
                </a:solidFill>
                <a:latin typeface="Helvetica Neue"/>
                <a:ea typeface="Helvetica Neue"/>
                <a:cs typeface="Helvetica Neue"/>
                <a:sym typeface="Helvetica Neue"/>
              </a:rPr>
              <a:t>Optimization</a:t>
            </a:r>
            <a:endParaRPr/>
          </a:p>
        </p:txBody>
      </p:sp>
      <p:sp>
        <p:nvSpPr>
          <p:cNvPr id="1071" name="Google Shape;1071;p41"/>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pic>
        <p:nvPicPr>
          <p:cNvPr descr="Image" id="1072" name="Google Shape;1072;p41"/>
          <p:cNvPicPr preferRelativeResize="0"/>
          <p:nvPr/>
        </p:nvPicPr>
        <p:blipFill rotWithShape="1">
          <a:blip r:embed="rId3">
            <a:alphaModFix/>
          </a:blip>
          <a:srcRect b="0" l="0" r="0" t="0"/>
          <a:stretch/>
        </p:blipFill>
        <p:spPr>
          <a:xfrm>
            <a:off x="8334361" y="2602400"/>
            <a:ext cx="8528078" cy="1595181"/>
          </a:xfrm>
          <a:prstGeom prst="rect">
            <a:avLst/>
          </a:prstGeom>
          <a:noFill/>
          <a:ln>
            <a:noFill/>
          </a:ln>
        </p:spPr>
      </p:pic>
      <p:sp>
        <p:nvSpPr>
          <p:cNvPr id="1073" name="Google Shape;1073;p41"/>
          <p:cNvSpPr txBox="1"/>
          <p:nvPr/>
        </p:nvSpPr>
        <p:spPr>
          <a:xfrm>
            <a:off x="4400380" y="2505222"/>
            <a:ext cx="3154173" cy="106862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6400"/>
              <a:buFont typeface="Helvetica Neue Light"/>
              <a:buNone/>
            </a:pPr>
            <a:r>
              <a:rPr b="0" i="0" lang="en-US" sz="6400" u="none" cap="none" strike="noStrike">
                <a:solidFill>
                  <a:srgbClr val="000000"/>
                </a:solidFill>
                <a:latin typeface="Helvetica Neue Light"/>
                <a:ea typeface="Helvetica Neue Light"/>
                <a:cs typeface="Helvetica Neue Light"/>
                <a:sym typeface="Helvetica Neue Light"/>
              </a:rPr>
              <a:t>minimize</a:t>
            </a:r>
            <a:endParaRPr/>
          </a:p>
        </p:txBody>
      </p:sp>
      <p:sp>
        <p:nvSpPr>
          <p:cNvPr id="1074" name="Google Shape;1074;p41"/>
          <p:cNvSpPr txBox="1"/>
          <p:nvPr/>
        </p:nvSpPr>
        <p:spPr>
          <a:xfrm>
            <a:off x="1513812" y="4660475"/>
            <a:ext cx="22143900" cy="8568300"/>
          </a:xfrm>
          <a:prstGeom prst="rect">
            <a:avLst/>
          </a:prstGeom>
          <a:noFill/>
          <a:ln>
            <a:noFill/>
          </a:ln>
        </p:spPr>
        <p:txBody>
          <a:bodyPr anchorCtr="0" anchor="ctr" bIns="50800" lIns="50800" spcFirstLastPara="1" rIns="50800" wrap="square" tIns="50800">
            <a:spAutoFit/>
          </a:bodyPr>
          <a:lstStyle/>
          <a:p>
            <a:pPr indent="-635000" lvl="0" marL="635000" marR="0" rtl="0" algn="l">
              <a:lnSpc>
                <a:spcPct val="150000"/>
              </a:lnSpc>
              <a:spcBef>
                <a:spcPts val="0"/>
              </a:spcBef>
              <a:spcAft>
                <a:spcPts val="0"/>
              </a:spcAft>
              <a:buClr>
                <a:srgbClr val="000000"/>
              </a:buClr>
              <a:buSzPts val="6250"/>
              <a:buFont typeface="Helvetica Neue Light"/>
              <a:buChar char="•"/>
            </a:pPr>
            <a:r>
              <a:rPr b="0" i="0" lang="en-US" sz="5000" u="none" cap="none" strike="noStrike">
                <a:solidFill>
                  <a:srgbClr val="000000"/>
                </a:solidFill>
                <a:latin typeface="Helvetica Neue Light"/>
                <a:ea typeface="Helvetica Neue Light"/>
                <a:cs typeface="Helvetica Neue Light"/>
                <a:sym typeface="Helvetica Neue Light"/>
              </a:rPr>
              <a:t>Can use gradient descent</a:t>
            </a:r>
            <a:r>
              <a:rPr lang="en-US" sz="5000">
                <a:latin typeface="Helvetica Neue Light"/>
                <a:ea typeface="Helvetica Neue Light"/>
                <a:cs typeface="Helvetica Neue Light"/>
                <a:sym typeface="Helvetica Neue Light"/>
              </a:rPr>
              <a:t> which we will</a:t>
            </a:r>
            <a:r>
              <a:rPr b="0" i="0" lang="en-US" sz="5000" u="none" cap="none" strike="noStrike">
                <a:solidFill>
                  <a:srgbClr val="000000"/>
                </a:solidFill>
                <a:latin typeface="Helvetica Neue Light"/>
                <a:ea typeface="Helvetica Neue Light"/>
                <a:cs typeface="Helvetica Neue Light"/>
                <a:sym typeface="Helvetica Neue Light"/>
              </a:rPr>
              <a:t> lear</a:t>
            </a:r>
            <a:r>
              <a:rPr lang="en-US" sz="5000">
                <a:latin typeface="Helvetica Neue Light"/>
                <a:ea typeface="Helvetica Neue Light"/>
                <a:cs typeface="Helvetica Neue Light"/>
                <a:sym typeface="Helvetica Neue Light"/>
              </a:rPr>
              <a:t>n about with</a:t>
            </a:r>
            <a:r>
              <a:rPr b="0" i="0" lang="en-US" sz="5000" u="none" cap="none" strike="noStrike">
                <a:solidFill>
                  <a:srgbClr val="000000"/>
                </a:solidFill>
                <a:latin typeface="Helvetica Neue Light"/>
                <a:ea typeface="Helvetica Neue Light"/>
                <a:cs typeface="Helvetica Neue Light"/>
                <a:sym typeface="Helvetica Neue Light"/>
              </a:rPr>
              <a:t> neural nets</a:t>
            </a:r>
            <a:endParaRPr/>
          </a:p>
          <a:p>
            <a:pPr indent="-635000" lvl="0" marL="635000" marR="0" rtl="0" algn="l">
              <a:lnSpc>
                <a:spcPct val="100000"/>
              </a:lnSpc>
              <a:spcBef>
                <a:spcPts val="0"/>
              </a:spcBef>
              <a:spcAft>
                <a:spcPts val="0"/>
              </a:spcAft>
              <a:buClr>
                <a:srgbClr val="000000"/>
              </a:buClr>
              <a:buSzPts val="6250"/>
              <a:buFont typeface="Helvetica Neue Light"/>
              <a:buChar char="•"/>
            </a:pPr>
            <a:r>
              <a:rPr b="0" i="0" lang="en-US" sz="5000" u="none" cap="none" strike="noStrike">
                <a:solidFill>
                  <a:srgbClr val="000000"/>
                </a:solidFill>
                <a:latin typeface="Helvetica Neue Light"/>
                <a:ea typeface="Helvetica Neue Light"/>
                <a:cs typeface="Helvetica Neue Light"/>
                <a:sym typeface="Helvetica Neue Light"/>
              </a:rPr>
              <a:t>These problems are </a:t>
            </a:r>
            <a:r>
              <a:rPr b="1" i="0" lang="en-US" sz="5000" u="none" cap="none" strike="noStrike">
                <a:solidFill>
                  <a:srgbClr val="000000"/>
                </a:solidFill>
                <a:latin typeface="Helvetica Neue"/>
                <a:ea typeface="Helvetica Neue"/>
                <a:cs typeface="Helvetica Neue"/>
                <a:sym typeface="Helvetica Neue"/>
              </a:rPr>
              <a:t>smaller scale</a:t>
            </a:r>
            <a:r>
              <a:rPr b="0" i="0" lang="en-US" sz="5000" u="none" cap="none" strike="noStrike">
                <a:solidFill>
                  <a:srgbClr val="000000"/>
                </a:solidFill>
                <a:latin typeface="Helvetica Neue Light"/>
                <a:ea typeface="Helvetica Neue Light"/>
                <a:cs typeface="Helvetica Neue Light"/>
                <a:sym typeface="Helvetica Neue Light"/>
              </a:rPr>
              <a:t> than deep learning problems but have </a:t>
            </a:r>
            <a:r>
              <a:rPr b="1" i="0" lang="en-US" sz="5000" u="none" cap="none" strike="noStrike">
                <a:solidFill>
                  <a:srgbClr val="000000"/>
                </a:solidFill>
                <a:latin typeface="Helvetica Neue"/>
                <a:ea typeface="Helvetica Neue"/>
                <a:cs typeface="Helvetica Neue"/>
                <a:sym typeface="Helvetica Neue"/>
              </a:rPr>
              <a:t>more local optima</a:t>
            </a:r>
            <a:r>
              <a:rPr b="0" i="0" lang="en-US" sz="5000" u="none" cap="none" strike="noStrike">
                <a:solidFill>
                  <a:srgbClr val="000000"/>
                </a:solidFill>
                <a:latin typeface="Helvetica Neue Light"/>
                <a:ea typeface="Helvetica Neue Light"/>
                <a:cs typeface="Helvetica Neue Light"/>
                <a:sym typeface="Helvetica Neue Light"/>
              </a:rPr>
              <a:t>:</a:t>
            </a:r>
            <a:endParaRPr/>
          </a:p>
          <a:p>
            <a:pPr indent="-661458" lvl="1" marL="1296458" marR="0" rtl="0" algn="l">
              <a:lnSpc>
                <a:spcPct val="150000"/>
              </a:lnSpc>
              <a:spcBef>
                <a:spcPts val="0"/>
              </a:spcBef>
              <a:spcAft>
                <a:spcPts val="0"/>
              </a:spcAft>
              <a:buClr>
                <a:srgbClr val="000000"/>
              </a:buClr>
              <a:buSzPts val="6250"/>
              <a:buFont typeface="Helvetica Neue Light"/>
              <a:buChar char="•"/>
            </a:pPr>
            <a:r>
              <a:rPr b="0" i="0" lang="en-US" sz="5000" u="none" cap="none" strike="noStrike">
                <a:solidFill>
                  <a:srgbClr val="000000"/>
                </a:solidFill>
                <a:latin typeface="Helvetica Neue Light"/>
                <a:ea typeface="Helvetica Neue Light"/>
                <a:cs typeface="Helvetica Neue Light"/>
                <a:sym typeface="Helvetica Neue Light"/>
              </a:rPr>
              <a:t>Use 2nd derivatives to improve optimization</a:t>
            </a:r>
            <a:endParaRPr/>
          </a:p>
          <a:p>
            <a:pPr indent="-661458" lvl="1" marL="1296458" marR="0" rtl="0" algn="l">
              <a:lnSpc>
                <a:spcPct val="150000"/>
              </a:lnSpc>
              <a:spcBef>
                <a:spcPts val="0"/>
              </a:spcBef>
              <a:spcAft>
                <a:spcPts val="0"/>
              </a:spcAft>
              <a:buClr>
                <a:srgbClr val="000000"/>
              </a:buClr>
              <a:buSzPts val="6250"/>
              <a:buFont typeface="Helvetica Neue Light"/>
              <a:buChar char="•"/>
            </a:pPr>
            <a:r>
              <a:rPr b="0" i="0" lang="en-US" sz="5000" u="none" cap="none" strike="noStrike">
                <a:solidFill>
                  <a:srgbClr val="000000"/>
                </a:solidFill>
                <a:latin typeface="Helvetica Neue Light"/>
                <a:ea typeface="Helvetica Neue Light"/>
                <a:cs typeface="Helvetica Neue Light"/>
                <a:sym typeface="Helvetica Neue Light"/>
              </a:rPr>
              <a:t>Can use finite differences or autodiff</a:t>
            </a:r>
            <a:endParaRPr/>
          </a:p>
          <a:p>
            <a:pPr indent="-661458" lvl="0" marL="661458" marR="0" rtl="0" algn="l">
              <a:lnSpc>
                <a:spcPct val="150000"/>
              </a:lnSpc>
              <a:spcBef>
                <a:spcPts val="0"/>
              </a:spcBef>
              <a:spcAft>
                <a:spcPts val="0"/>
              </a:spcAft>
              <a:buClr>
                <a:srgbClr val="000000"/>
              </a:buClr>
              <a:buSzPts val="6250"/>
              <a:buFont typeface="Helvetica Neue Light"/>
              <a:buChar char="•"/>
            </a:pPr>
            <a:r>
              <a:rPr b="0" i="0" lang="en-US" sz="5000" u="none" cap="none" strike="noStrike">
                <a:solidFill>
                  <a:srgbClr val="000000"/>
                </a:solidFill>
                <a:latin typeface="Helvetica Neue Light"/>
                <a:ea typeface="Helvetica Neue Light"/>
                <a:cs typeface="Helvetica Neue Light"/>
                <a:sym typeface="Helvetica Neue Light"/>
              </a:rPr>
              <a:t>Can use special-purpose </a:t>
            </a:r>
            <a:r>
              <a:rPr b="1" i="0" lang="en-US" sz="5000" u="none" cap="none" strike="noStrike">
                <a:solidFill>
                  <a:srgbClr val="000000"/>
                </a:solidFill>
                <a:latin typeface="Helvetica Neue"/>
                <a:ea typeface="Helvetica Neue"/>
                <a:cs typeface="Helvetica Neue"/>
                <a:sym typeface="Helvetica Neue"/>
              </a:rPr>
              <a:t>nonlinear least squares</a:t>
            </a:r>
            <a:r>
              <a:rPr b="0" i="0" lang="en-US" sz="5000" u="none" cap="none" strike="noStrike">
                <a:solidFill>
                  <a:srgbClr val="000000"/>
                </a:solidFill>
                <a:latin typeface="Helvetica Neue Light"/>
                <a:ea typeface="Helvetica Neue Light"/>
                <a:cs typeface="Helvetica Neue Light"/>
                <a:sym typeface="Helvetica Neue Light"/>
              </a:rPr>
              <a:t> methods.</a:t>
            </a:r>
            <a:endParaRPr/>
          </a:p>
          <a:p>
            <a:pPr indent="-661458" lvl="1" marL="1296458" marR="0" rtl="0" algn="l">
              <a:lnSpc>
                <a:spcPct val="150000"/>
              </a:lnSpc>
              <a:spcBef>
                <a:spcPts val="0"/>
              </a:spcBef>
              <a:spcAft>
                <a:spcPts val="0"/>
              </a:spcAft>
              <a:buClr>
                <a:srgbClr val="000000"/>
              </a:buClr>
              <a:buSzPts val="6250"/>
              <a:buFont typeface="Helvetica Neue Light"/>
              <a:buChar char="•"/>
            </a:pPr>
            <a:r>
              <a:rPr b="0" i="0" lang="en-US" sz="5000" u="none" cap="none" strike="noStrike">
                <a:solidFill>
                  <a:srgbClr val="000000"/>
                </a:solidFill>
                <a:latin typeface="Helvetica Neue Light"/>
                <a:ea typeface="Helvetica Neue Light"/>
                <a:cs typeface="Helvetica Neue Light"/>
                <a:sym typeface="Helvetica Neue Light"/>
              </a:rPr>
              <a:t>Exploits structure in the problem for a sum-of-squares loss.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42"/>
          <p:cNvSpPr txBox="1"/>
          <p:nvPr>
            <p:ph type="title"/>
          </p:nvPr>
        </p:nvSpPr>
        <p:spPr>
          <a:xfrm>
            <a:off x="1219200" y="41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Problem: outliers</a:t>
            </a:r>
            <a:endParaRPr/>
          </a:p>
        </p:txBody>
      </p:sp>
      <p:pic>
        <p:nvPicPr>
          <p:cNvPr descr="image14.png" id="1080" name="Google Shape;1080;p42"/>
          <p:cNvPicPr preferRelativeResize="0"/>
          <p:nvPr/>
        </p:nvPicPr>
        <p:blipFill rotWithShape="1">
          <a:blip r:embed="rId3">
            <a:alphaModFix/>
          </a:blip>
          <a:srcRect b="0" l="0" r="0" t="0"/>
          <a:stretch/>
        </p:blipFill>
        <p:spPr>
          <a:xfrm>
            <a:off x="2438400" y="3657600"/>
            <a:ext cx="17902993" cy="8229600"/>
          </a:xfrm>
          <a:prstGeom prst="rect">
            <a:avLst/>
          </a:prstGeom>
          <a:noFill/>
          <a:ln>
            <a:noFill/>
          </a:ln>
        </p:spPr>
      </p:pic>
      <p:sp>
        <p:nvSpPr>
          <p:cNvPr id="1081" name="Google Shape;1081;p42"/>
          <p:cNvSpPr/>
          <p:nvPr/>
        </p:nvSpPr>
        <p:spPr>
          <a:xfrm>
            <a:off x="19113191" y="3438294"/>
            <a:ext cx="1003609" cy="1003609"/>
          </a:xfrm>
          <a:prstGeom prst="ellipse">
            <a:avLst/>
          </a:prstGeom>
          <a:noFill/>
          <a:ln cap="flat" cmpd="sng" w="114300">
            <a:solidFill>
              <a:srgbClr val="FF0000"/>
            </a:solidFill>
            <a:prstDash val="solid"/>
            <a:round/>
            <a:headEnd len="sm" w="sm" type="none"/>
            <a:tailEnd len="sm" w="sm" type="none"/>
          </a:ln>
          <a:effectLst>
            <a:outerShdw blurRad="101600" rotWithShape="0" dir="2700000" dist="762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082" name="Google Shape;1082;p42"/>
          <p:cNvSpPr/>
          <p:nvPr/>
        </p:nvSpPr>
        <p:spPr>
          <a:xfrm>
            <a:off x="18090996" y="8575289"/>
            <a:ext cx="1003609" cy="1003609"/>
          </a:xfrm>
          <a:prstGeom prst="ellipse">
            <a:avLst/>
          </a:prstGeom>
          <a:noFill/>
          <a:ln cap="flat" cmpd="sng" w="114300">
            <a:solidFill>
              <a:srgbClr val="FF0000"/>
            </a:solidFill>
            <a:prstDash val="solid"/>
            <a:round/>
            <a:headEnd len="sm" w="sm" type="none"/>
            <a:tailEnd len="sm" w="sm" type="none"/>
          </a:ln>
          <a:effectLst>
            <a:outerShdw blurRad="101600" rotWithShape="0" dir="2700000" dist="762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cxnSp>
        <p:nvCxnSpPr>
          <p:cNvPr id="1083" name="Google Shape;1083;p42"/>
          <p:cNvCxnSpPr/>
          <p:nvPr/>
        </p:nvCxnSpPr>
        <p:spPr>
          <a:xfrm>
            <a:off x="16916399" y="2743200"/>
            <a:ext cx="2256265" cy="869797"/>
          </a:xfrm>
          <a:prstGeom prst="straightConnector1">
            <a:avLst/>
          </a:prstGeom>
          <a:noFill/>
          <a:ln cap="flat" cmpd="sng" w="114300">
            <a:solidFill>
              <a:srgbClr val="FF0000"/>
            </a:solidFill>
            <a:prstDash val="solid"/>
            <a:round/>
            <a:headEnd len="sm" w="sm" type="none"/>
            <a:tailEnd len="med" w="med" type="triangle"/>
          </a:ln>
          <a:effectLst>
            <a:outerShdw blurRad="101600" rotWithShape="0" dir="2700000" dist="76200">
              <a:srgbClr val="000000">
                <a:alpha val="40000"/>
              </a:srgbClr>
            </a:outerShdw>
          </a:effectLst>
        </p:spPr>
      </p:cxnSp>
      <p:cxnSp>
        <p:nvCxnSpPr>
          <p:cNvPr id="1084" name="Google Shape;1084;p42"/>
          <p:cNvCxnSpPr/>
          <p:nvPr/>
        </p:nvCxnSpPr>
        <p:spPr>
          <a:xfrm>
            <a:off x="16916400" y="2743198"/>
            <a:ext cx="1564887" cy="5820945"/>
          </a:xfrm>
          <a:prstGeom prst="straightConnector1">
            <a:avLst/>
          </a:prstGeom>
          <a:noFill/>
          <a:ln cap="flat" cmpd="sng" w="114300">
            <a:solidFill>
              <a:srgbClr val="FF0000"/>
            </a:solidFill>
            <a:prstDash val="solid"/>
            <a:round/>
            <a:headEnd len="sm" w="sm" type="none"/>
            <a:tailEnd len="med" w="med" type="triangle"/>
          </a:ln>
          <a:effectLst>
            <a:outerShdw blurRad="101600" rotWithShape="0" dir="2700000" dist="76200">
              <a:srgbClr val="000000">
                <a:alpha val="40000"/>
              </a:srgbClr>
            </a:outerShdw>
          </a:effectLst>
        </p:spPr>
      </p:cxnSp>
      <p:sp>
        <p:nvSpPr>
          <p:cNvPr id="1085" name="Google Shape;1085;p42"/>
          <p:cNvSpPr txBox="1"/>
          <p:nvPr/>
        </p:nvSpPr>
        <p:spPr>
          <a:xfrm>
            <a:off x="15697201" y="1942980"/>
            <a:ext cx="2010157" cy="79044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Helvetica Neue"/>
              <a:buNone/>
            </a:pPr>
            <a:r>
              <a:rPr b="1" i="0" lang="en-US" sz="4000" u="none" cap="none" strike="noStrike">
                <a:solidFill>
                  <a:srgbClr val="000000"/>
                </a:solidFill>
                <a:latin typeface="Helvetica Neue"/>
                <a:ea typeface="Helvetica Neue"/>
                <a:cs typeface="Helvetica Neue"/>
                <a:sym typeface="Helvetica Neue"/>
              </a:rPr>
              <a:t>outliers</a:t>
            </a:r>
            <a:endParaRPr/>
          </a:p>
        </p:txBody>
      </p:sp>
      <p:sp>
        <p:nvSpPr>
          <p:cNvPr id="1086" name="Google Shape;1086;p42"/>
          <p:cNvSpPr/>
          <p:nvPr/>
        </p:nvSpPr>
        <p:spPr>
          <a:xfrm>
            <a:off x="15240000" y="6248400"/>
            <a:ext cx="2438400" cy="5486400"/>
          </a:xfrm>
          <a:prstGeom prst="ellipse">
            <a:avLst/>
          </a:prstGeom>
          <a:noFill/>
          <a:ln cap="flat" cmpd="sng" w="114300">
            <a:solidFill>
              <a:srgbClr val="00FF00"/>
            </a:solidFill>
            <a:prstDash val="solid"/>
            <a:round/>
            <a:headEnd len="sm" w="sm" type="none"/>
            <a:tailEnd len="sm" w="sm" type="none"/>
          </a:ln>
          <a:effectLst>
            <a:outerShdw blurRad="101600" rotWithShape="0" dir="2700000" dist="762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087" name="Google Shape;1087;p42"/>
          <p:cNvSpPr txBox="1"/>
          <p:nvPr/>
        </p:nvSpPr>
        <p:spPr>
          <a:xfrm>
            <a:off x="14340520" y="11544179"/>
            <a:ext cx="1692047"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Helvetica Neue"/>
              <a:buNone/>
            </a:pPr>
            <a:r>
              <a:rPr b="1" i="0" lang="en-US" sz="4000" u="none" cap="none" strike="noStrike">
                <a:solidFill>
                  <a:srgbClr val="000000"/>
                </a:solidFill>
                <a:latin typeface="Helvetica Neue"/>
                <a:ea typeface="Helvetica Neue"/>
                <a:cs typeface="Helvetica Neue"/>
                <a:sym typeface="Helvetica Neue"/>
              </a:rPr>
              <a:t>inliers</a:t>
            </a:r>
            <a:endParaRPr/>
          </a:p>
        </p:txBody>
      </p:sp>
      <p:sp>
        <p:nvSpPr>
          <p:cNvPr id="1088" name="Google Shape;1088;p4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Helvetica Neue"/>
              <a:buNone/>
            </a:pPr>
            <a:fld id="{00000000-1234-1234-1234-123412341234}" type="slidenum">
              <a:rPr lang="en-US">
                <a:solidFill>
                  <a:srgbClr val="888888"/>
                </a:solidFill>
                <a:latin typeface="Helvetica Neue"/>
                <a:ea typeface="Helvetica Neue"/>
                <a:cs typeface="Helvetica Neue"/>
                <a:sym typeface="Helvetica Neue"/>
              </a:rPr>
              <a:t>‹#›</a:t>
            </a:fld>
            <a:endParaRPr/>
          </a:p>
        </p:txBody>
      </p:sp>
      <p:sp>
        <p:nvSpPr>
          <p:cNvPr id="1089" name="Google Shape;1089;p42"/>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43"/>
          <p:cNvSpPr txBox="1"/>
          <p:nvPr/>
        </p:nvSpPr>
        <p:spPr>
          <a:xfrm>
            <a:off x="5409450" y="490784"/>
            <a:ext cx="13565100" cy="1258850"/>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7600"/>
              <a:buFont typeface="Helvetica Neue"/>
              <a:buNone/>
            </a:pPr>
            <a:r>
              <a:rPr b="0" i="0" lang="en-US" sz="7600" u="none" cap="none" strike="noStrike">
                <a:solidFill>
                  <a:srgbClr val="000000"/>
                </a:solidFill>
                <a:latin typeface="Helvetica Neue"/>
                <a:ea typeface="Helvetica Neue"/>
                <a:cs typeface="Helvetica Neue"/>
                <a:sym typeface="Helvetica Neue"/>
              </a:rPr>
              <a:t>One idea: robust loss functions</a:t>
            </a:r>
            <a:endParaRPr/>
          </a:p>
        </p:txBody>
      </p:sp>
      <p:sp>
        <p:nvSpPr>
          <p:cNvPr id="1095" name="Google Shape;1095;p43"/>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sp>
        <p:nvSpPr>
          <p:cNvPr id="1096" name="Google Shape;1096;p43"/>
          <p:cNvSpPr txBox="1"/>
          <p:nvPr/>
        </p:nvSpPr>
        <p:spPr>
          <a:xfrm>
            <a:off x="2622380" y="3013222"/>
            <a:ext cx="3154173" cy="106862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6400"/>
              <a:buFont typeface="Helvetica Neue Light"/>
              <a:buNone/>
            </a:pPr>
            <a:r>
              <a:rPr b="0" i="0" lang="en-US" sz="6400" u="none" cap="none" strike="noStrike">
                <a:solidFill>
                  <a:srgbClr val="000000"/>
                </a:solidFill>
                <a:latin typeface="Helvetica Neue Light"/>
                <a:ea typeface="Helvetica Neue Light"/>
                <a:cs typeface="Helvetica Neue Light"/>
                <a:sym typeface="Helvetica Neue Light"/>
              </a:rPr>
              <a:t>minimize</a:t>
            </a:r>
            <a:endParaRPr/>
          </a:p>
        </p:txBody>
      </p:sp>
      <p:sp>
        <p:nvSpPr>
          <p:cNvPr id="1097" name="Google Shape;1097;p43"/>
          <p:cNvSpPr txBox="1"/>
          <p:nvPr/>
        </p:nvSpPr>
        <p:spPr>
          <a:xfrm>
            <a:off x="6466293" y="2548801"/>
            <a:ext cx="10040613" cy="258080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800"/>
              <a:buFont typeface="Helvetica Neue"/>
              <a:buNone/>
            </a:pPr>
            <a:r>
              <a:t/>
            </a:r>
            <a:endParaRPr b="1" i="0" sz="6800" u="none" cap="none" strike="noStrike">
              <a:solidFill>
                <a:srgbClr val="000000"/>
              </a:solidFill>
              <a:latin typeface="Helvetica Neue"/>
              <a:ea typeface="Helvetica Neue"/>
              <a:cs typeface="Helvetica Neue"/>
              <a:sym typeface="Helvetica Neue"/>
            </a:endParaRPr>
          </a:p>
        </p:txBody>
      </p:sp>
      <p:sp>
        <p:nvSpPr>
          <p:cNvPr id="1098" name="Google Shape;1098;p43"/>
          <p:cNvSpPr txBox="1"/>
          <p:nvPr/>
        </p:nvSpPr>
        <p:spPr>
          <a:xfrm>
            <a:off x="3648024" y="5312052"/>
            <a:ext cx="11621100" cy="10878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6400"/>
              <a:buFont typeface="Helvetica Neue Light"/>
              <a:buNone/>
            </a:pPr>
            <a:r>
              <a:rPr b="0" i="0" lang="en-US" sz="6400" u="none" cap="none" strike="noStrike">
                <a:solidFill>
                  <a:srgbClr val="000000"/>
                </a:solidFill>
                <a:latin typeface="Helvetica Neue Light"/>
                <a:ea typeface="Helvetica Neue Light"/>
                <a:cs typeface="Helvetica Neue Light"/>
                <a:sym typeface="Helvetica Neue Light"/>
              </a:rPr>
              <a:t>where  				is a </a:t>
            </a:r>
            <a:r>
              <a:rPr b="1" i="0" lang="en-US" sz="6400" u="none" cap="none" strike="noStrike">
                <a:solidFill>
                  <a:srgbClr val="000000"/>
                </a:solidFill>
                <a:latin typeface="Helvetica Neue"/>
                <a:ea typeface="Helvetica Neue"/>
                <a:cs typeface="Helvetica Neue"/>
                <a:sym typeface="Helvetica Neue"/>
              </a:rPr>
              <a:t>robust </a:t>
            </a:r>
            <a:r>
              <a:rPr b="0" i="0" lang="en-US" sz="6400" u="none" cap="none" strike="noStrike">
                <a:solidFill>
                  <a:srgbClr val="000000"/>
                </a:solidFill>
                <a:latin typeface="Helvetica Neue Light"/>
                <a:ea typeface="Helvetica Neue Light"/>
                <a:cs typeface="Helvetica Neue Light"/>
                <a:sym typeface="Helvetica Neue Light"/>
              </a:rPr>
              <a:t>loss.</a:t>
            </a:r>
            <a:endParaRPr/>
          </a:p>
        </p:txBody>
      </p:sp>
      <p:sp>
        <p:nvSpPr>
          <p:cNvPr id="1099" name="Google Shape;1099;p43"/>
          <p:cNvSpPr txBox="1"/>
          <p:nvPr/>
        </p:nvSpPr>
        <p:spPr>
          <a:xfrm>
            <a:off x="2503894" y="7665778"/>
            <a:ext cx="18174000" cy="10878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6400"/>
              <a:buFont typeface="Helvetica Neue Light"/>
              <a:buNone/>
            </a:pPr>
            <a:r>
              <a:rPr b="0" i="0" lang="en-US" sz="6400" u="none" cap="none" strike="noStrike">
                <a:solidFill>
                  <a:srgbClr val="000000"/>
                </a:solidFill>
                <a:latin typeface="Helvetica Neue Light"/>
                <a:ea typeface="Helvetica Neue Light"/>
                <a:cs typeface="Helvetica Neue Light"/>
                <a:sym typeface="Helvetica Neue Light"/>
              </a:rPr>
              <a:t>Special case:			  						is L2 loss (same as before)</a:t>
            </a:r>
            <a:endParaRPr/>
          </a:p>
        </p:txBody>
      </p:sp>
      <p:pic>
        <p:nvPicPr>
          <p:cNvPr id="1100" name="Google Shape;1100;p43"/>
          <p:cNvPicPr preferRelativeResize="0"/>
          <p:nvPr/>
        </p:nvPicPr>
        <p:blipFill>
          <a:blip r:embed="rId3">
            <a:alphaModFix/>
          </a:blip>
          <a:stretch>
            <a:fillRect/>
          </a:stretch>
        </p:blipFill>
        <p:spPr>
          <a:xfrm>
            <a:off x="6260999" y="1634391"/>
            <a:ext cx="12279025" cy="3892650"/>
          </a:xfrm>
          <a:prstGeom prst="rect">
            <a:avLst/>
          </a:prstGeom>
          <a:noFill/>
          <a:ln>
            <a:noFill/>
          </a:ln>
        </p:spPr>
      </p:pic>
      <p:pic>
        <p:nvPicPr>
          <p:cNvPr id="1101" name="Google Shape;1101;p43"/>
          <p:cNvPicPr preferRelativeResize="0"/>
          <p:nvPr/>
        </p:nvPicPr>
        <p:blipFill>
          <a:blip r:embed="rId4">
            <a:alphaModFix/>
          </a:blip>
          <a:stretch>
            <a:fillRect/>
          </a:stretch>
        </p:blipFill>
        <p:spPr>
          <a:xfrm>
            <a:off x="7604092" y="7534524"/>
            <a:ext cx="3154175" cy="1491839"/>
          </a:xfrm>
          <a:prstGeom prst="rect">
            <a:avLst/>
          </a:prstGeom>
          <a:noFill/>
          <a:ln>
            <a:noFill/>
          </a:ln>
        </p:spPr>
      </p:pic>
      <p:pic>
        <p:nvPicPr>
          <p:cNvPr id="1102" name="Google Shape;1102;p43"/>
          <p:cNvPicPr preferRelativeResize="0"/>
          <p:nvPr/>
        </p:nvPicPr>
        <p:blipFill>
          <a:blip r:embed="rId5">
            <a:alphaModFix/>
          </a:blip>
          <a:stretch>
            <a:fillRect/>
          </a:stretch>
        </p:blipFill>
        <p:spPr>
          <a:xfrm>
            <a:off x="6824098" y="5106976"/>
            <a:ext cx="1669969" cy="1491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descr="loss.pdf" id="1107" name="Google Shape;1107;p45"/>
          <p:cNvPicPr preferRelativeResize="0"/>
          <p:nvPr/>
        </p:nvPicPr>
        <p:blipFill rotWithShape="1">
          <a:blip r:embed="rId3">
            <a:alphaModFix/>
          </a:blip>
          <a:srcRect b="0" l="0" r="0" t="0"/>
          <a:stretch/>
        </p:blipFill>
        <p:spPr>
          <a:xfrm>
            <a:off x="4620879" y="853439"/>
            <a:ext cx="15142242" cy="11356683"/>
          </a:xfrm>
          <a:prstGeom prst="rect">
            <a:avLst/>
          </a:prstGeom>
          <a:noFill/>
          <a:ln>
            <a:noFill/>
          </a:ln>
        </p:spPr>
      </p:pic>
      <p:sp>
        <p:nvSpPr>
          <p:cNvPr id="1108" name="Google Shape;1108;p45"/>
          <p:cNvSpPr txBox="1"/>
          <p:nvPr/>
        </p:nvSpPr>
        <p:spPr>
          <a:xfrm>
            <a:off x="7990586" y="267915"/>
            <a:ext cx="8402829" cy="1196588"/>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Robust loss functions</a:t>
            </a:r>
            <a:endParaRPr/>
          </a:p>
        </p:txBody>
      </p:sp>
      <p:sp>
        <p:nvSpPr>
          <p:cNvPr id="1109" name="Google Shape;1109;p45"/>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grpSp>
        <p:nvGrpSpPr>
          <p:cNvPr id="1110" name="Google Shape;1110;p45"/>
          <p:cNvGrpSpPr/>
          <p:nvPr/>
        </p:nvGrpSpPr>
        <p:grpSpPr>
          <a:xfrm>
            <a:off x="8376063" y="12056106"/>
            <a:ext cx="7631875" cy="1155316"/>
            <a:chOff x="0" y="-1"/>
            <a:chExt cx="7631874" cy="1155314"/>
          </a:xfrm>
        </p:grpSpPr>
        <p:sp>
          <p:nvSpPr>
            <p:cNvPr id="1111" name="Google Shape;1111;p45"/>
            <p:cNvSpPr txBox="1"/>
            <p:nvPr/>
          </p:nvSpPr>
          <p:spPr>
            <a:xfrm>
              <a:off x="3962887" y="195389"/>
              <a:ext cx="3668987" cy="76453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700"/>
                <a:buFont typeface="Helvetica Neue"/>
                <a:buNone/>
              </a:pPr>
              <a:r>
                <a:t/>
              </a:r>
              <a:endParaRPr b="1" i="0" sz="6700" u="none" cap="none" strike="noStrike">
                <a:solidFill>
                  <a:srgbClr val="000000"/>
                </a:solidFill>
                <a:latin typeface="Helvetica Neue"/>
                <a:ea typeface="Helvetica Neue"/>
                <a:cs typeface="Helvetica Neue"/>
                <a:sym typeface="Helvetica Neue"/>
              </a:endParaRPr>
            </a:p>
          </p:txBody>
        </p:sp>
        <p:sp>
          <p:nvSpPr>
            <p:cNvPr id="1112" name="Google Shape;1112;p45"/>
            <p:cNvSpPr txBox="1"/>
            <p:nvPr/>
          </p:nvSpPr>
          <p:spPr>
            <a:xfrm>
              <a:off x="0" y="-1"/>
              <a:ext cx="3094229" cy="115531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L1 loss:</a:t>
              </a:r>
              <a:endParaRPr/>
            </a:p>
          </p:txBody>
        </p:sp>
      </p:grpSp>
      <p:pic>
        <p:nvPicPr>
          <p:cNvPr id="1113" name="Google Shape;1113;p45"/>
          <p:cNvPicPr preferRelativeResize="0"/>
          <p:nvPr/>
        </p:nvPicPr>
        <p:blipFill>
          <a:blip r:embed="rId4">
            <a:alphaModFix/>
          </a:blip>
          <a:stretch>
            <a:fillRect/>
          </a:stretch>
        </p:blipFill>
        <p:spPr>
          <a:xfrm>
            <a:off x="11929771" y="12022273"/>
            <a:ext cx="4159170" cy="1155325"/>
          </a:xfrm>
          <a:prstGeom prst="rect">
            <a:avLst/>
          </a:prstGeom>
          <a:noFill/>
          <a:ln>
            <a:noFill/>
          </a:ln>
        </p:spPr>
      </p:pic>
      <p:sp>
        <p:nvSpPr>
          <p:cNvPr id="1114" name="Google Shape;1114;p45"/>
          <p:cNvSpPr txBox="1"/>
          <p:nvPr/>
        </p:nvSpPr>
        <p:spPr>
          <a:xfrm>
            <a:off x="19852093" y="4371475"/>
            <a:ext cx="4371600" cy="578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200">
                <a:latin typeface="Helvetica Neue"/>
                <a:ea typeface="Helvetica Neue"/>
                <a:cs typeface="Helvetica Neue"/>
                <a:sym typeface="Helvetica Neue"/>
              </a:rPr>
              <a:t>Decreases outlier penalty to reduce the contribution of noise to the learning process</a:t>
            </a:r>
            <a:endParaRPr sz="5200">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pic>
        <p:nvPicPr>
          <p:cNvPr descr="loss.pdf" id="1119" name="Google Shape;1119;p46"/>
          <p:cNvPicPr preferRelativeResize="0"/>
          <p:nvPr/>
        </p:nvPicPr>
        <p:blipFill rotWithShape="1">
          <a:blip r:embed="rId3">
            <a:alphaModFix/>
          </a:blip>
          <a:srcRect b="0" l="0" r="0" t="0"/>
          <a:stretch/>
        </p:blipFill>
        <p:spPr>
          <a:xfrm>
            <a:off x="4921917" y="1109089"/>
            <a:ext cx="14605402" cy="10954052"/>
          </a:xfrm>
          <a:prstGeom prst="rect">
            <a:avLst/>
          </a:prstGeom>
          <a:noFill/>
          <a:ln>
            <a:noFill/>
          </a:ln>
        </p:spPr>
      </p:pic>
      <p:sp>
        <p:nvSpPr>
          <p:cNvPr id="1120" name="Google Shape;1120;p46"/>
          <p:cNvSpPr txBox="1"/>
          <p:nvPr/>
        </p:nvSpPr>
        <p:spPr>
          <a:xfrm>
            <a:off x="7990586" y="267915"/>
            <a:ext cx="8402829" cy="1196588"/>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Robust loss functions</a:t>
            </a:r>
            <a:endParaRPr/>
          </a:p>
        </p:txBody>
      </p:sp>
      <p:sp>
        <p:nvSpPr>
          <p:cNvPr id="1121" name="Google Shape;1121;p46"/>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sp>
        <p:nvSpPr>
          <p:cNvPr id="1122" name="Google Shape;1122;p46"/>
          <p:cNvSpPr txBox="1"/>
          <p:nvPr/>
        </p:nvSpPr>
        <p:spPr>
          <a:xfrm>
            <a:off x="4888357" y="12056107"/>
            <a:ext cx="8003287" cy="115531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Truncated quadratic:</a:t>
            </a:r>
            <a:endParaRPr/>
          </a:p>
        </p:txBody>
      </p:sp>
      <p:pic>
        <p:nvPicPr>
          <p:cNvPr id="1123" name="Google Shape;1123;p46"/>
          <p:cNvPicPr preferRelativeResize="0"/>
          <p:nvPr/>
        </p:nvPicPr>
        <p:blipFill>
          <a:blip r:embed="rId4">
            <a:alphaModFix/>
          </a:blip>
          <a:stretch>
            <a:fillRect/>
          </a:stretch>
        </p:blipFill>
        <p:spPr>
          <a:xfrm>
            <a:off x="12945611" y="11990475"/>
            <a:ext cx="5573525" cy="1369125"/>
          </a:xfrm>
          <a:prstGeom prst="rect">
            <a:avLst/>
          </a:prstGeom>
          <a:noFill/>
          <a:ln>
            <a:noFill/>
          </a:ln>
        </p:spPr>
      </p:pic>
      <p:sp>
        <p:nvSpPr>
          <p:cNvPr id="1124" name="Google Shape;1124;p46"/>
          <p:cNvSpPr txBox="1"/>
          <p:nvPr/>
        </p:nvSpPr>
        <p:spPr>
          <a:xfrm>
            <a:off x="19651567" y="4371475"/>
            <a:ext cx="4371600" cy="578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200">
                <a:latin typeface="Helvetica Neue"/>
                <a:ea typeface="Helvetica Neue"/>
                <a:cs typeface="Helvetica Neue"/>
                <a:sym typeface="Helvetica Neue"/>
              </a:rPr>
              <a:t>Decreases outlier penalty to reduce the contribution of noise to the learning process</a:t>
            </a:r>
            <a:endParaRPr sz="5200">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47"/>
          <p:cNvSpPr txBox="1"/>
          <p:nvPr/>
        </p:nvSpPr>
        <p:spPr>
          <a:xfrm>
            <a:off x="7990586" y="267915"/>
            <a:ext cx="8402829" cy="1196588"/>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Robust loss functions</a:t>
            </a:r>
            <a:endParaRPr/>
          </a:p>
        </p:txBody>
      </p:sp>
      <p:sp>
        <p:nvSpPr>
          <p:cNvPr id="1130" name="Google Shape;1130;p47"/>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sp>
        <p:nvSpPr>
          <p:cNvPr id="1131" name="Google Shape;1131;p47"/>
          <p:cNvSpPr txBox="1"/>
          <p:nvPr/>
        </p:nvSpPr>
        <p:spPr>
          <a:xfrm>
            <a:off x="16523377" y="4249840"/>
            <a:ext cx="4477513" cy="115531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Huber loss:</a:t>
            </a:r>
            <a:endParaRPr/>
          </a:p>
        </p:txBody>
      </p:sp>
      <p:pic>
        <p:nvPicPr>
          <p:cNvPr descr="loss.pdf" id="1132" name="Google Shape;1132;p47"/>
          <p:cNvPicPr preferRelativeResize="0"/>
          <p:nvPr/>
        </p:nvPicPr>
        <p:blipFill rotWithShape="1">
          <a:blip r:embed="rId3">
            <a:alphaModFix/>
          </a:blip>
          <a:srcRect b="0" l="0" r="0" t="0"/>
          <a:stretch/>
        </p:blipFill>
        <p:spPr>
          <a:xfrm>
            <a:off x="-149014" y="2136142"/>
            <a:ext cx="14420268" cy="10815202"/>
          </a:xfrm>
          <a:prstGeom prst="rect">
            <a:avLst/>
          </a:prstGeom>
          <a:noFill/>
          <a:ln>
            <a:noFill/>
          </a:ln>
        </p:spPr>
      </p:pic>
      <p:sp>
        <p:nvSpPr>
          <p:cNvPr id="1133" name="Google Shape;1133;p47"/>
          <p:cNvSpPr txBox="1"/>
          <p:nvPr/>
        </p:nvSpPr>
        <p:spPr>
          <a:xfrm>
            <a:off x="13739651" y="6180900"/>
            <a:ext cx="9447244" cy="2615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0"/>
              <a:buFont typeface="Helvetica Neue"/>
              <a:buNone/>
            </a:pPr>
            <a:r>
              <a:t/>
            </a:r>
            <a:endParaRPr b="1" i="0" sz="5300" u="none" cap="none" strike="noStrike">
              <a:solidFill>
                <a:srgbClr val="000000"/>
              </a:solidFill>
              <a:latin typeface="Helvetica Neue"/>
              <a:ea typeface="Helvetica Neue"/>
              <a:cs typeface="Helvetica Neue"/>
              <a:sym typeface="Helvetica Neue"/>
            </a:endParaRPr>
          </a:p>
        </p:txBody>
      </p:sp>
      <p:pic>
        <p:nvPicPr>
          <p:cNvPr id="1134" name="Google Shape;1134;p47"/>
          <p:cNvPicPr preferRelativeResize="0"/>
          <p:nvPr/>
        </p:nvPicPr>
        <p:blipFill>
          <a:blip r:embed="rId4">
            <a:alphaModFix/>
          </a:blip>
          <a:stretch>
            <a:fillRect/>
          </a:stretch>
        </p:blipFill>
        <p:spPr>
          <a:xfrm>
            <a:off x="13027424" y="5534525"/>
            <a:ext cx="10877225" cy="48235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48"/>
          <p:cNvSpPr txBox="1"/>
          <p:nvPr/>
        </p:nvSpPr>
        <p:spPr>
          <a:xfrm>
            <a:off x="7990586" y="267915"/>
            <a:ext cx="8402829" cy="1196588"/>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7000"/>
              <a:buFont typeface="Helvetica Neue Light"/>
              <a:buNone/>
            </a:pPr>
            <a:r>
              <a:rPr b="0" i="0" lang="en-US" sz="7000" u="none" cap="none" strike="noStrike">
                <a:solidFill>
                  <a:srgbClr val="000000"/>
                </a:solidFill>
                <a:latin typeface="Helvetica Neue Light"/>
                <a:ea typeface="Helvetica Neue Light"/>
                <a:cs typeface="Helvetica Neue Light"/>
                <a:sym typeface="Helvetica Neue Light"/>
              </a:rPr>
              <a:t>Robust loss functions</a:t>
            </a:r>
            <a:endParaRPr/>
          </a:p>
        </p:txBody>
      </p:sp>
      <p:sp>
        <p:nvSpPr>
          <p:cNvPr id="1140" name="Google Shape;1140;p48"/>
          <p:cNvSpPr txBox="1"/>
          <p:nvPr>
            <p:ph idx="12" type="sldNum"/>
          </p:nvPr>
        </p:nvSpPr>
        <p:spPr>
          <a:xfrm>
            <a:off x="23889487" y="13010554"/>
            <a:ext cx="494514" cy="511176"/>
          </a:xfrm>
          <a:prstGeom prst="rect">
            <a:avLst/>
          </a:prstGeom>
          <a:noFill/>
          <a:ln>
            <a:noFill/>
          </a:ln>
        </p:spPr>
        <p:txBody>
          <a:bodyPr anchorCtr="0" anchor="t" bIns="71425" lIns="71425" spcFirstLastPara="1" rIns="71425" wrap="square" tIns="71425">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lang="en-US">
                <a:latin typeface="Helvetica Neue Light"/>
                <a:ea typeface="Helvetica Neue Light"/>
                <a:cs typeface="Helvetica Neue Light"/>
                <a:sym typeface="Helvetica Neue Light"/>
              </a:rPr>
              <a:t>‹#›</a:t>
            </a:fld>
            <a:endParaRPr/>
          </a:p>
        </p:txBody>
      </p:sp>
      <p:grpSp>
        <p:nvGrpSpPr>
          <p:cNvPr id="1141" name="Google Shape;1141;p48"/>
          <p:cNvGrpSpPr/>
          <p:nvPr/>
        </p:nvGrpSpPr>
        <p:grpSpPr>
          <a:xfrm>
            <a:off x="6993175" y="1565053"/>
            <a:ext cx="10143651" cy="10363859"/>
            <a:chOff x="0" y="0"/>
            <a:chExt cx="10143649" cy="10363857"/>
          </a:xfrm>
        </p:grpSpPr>
        <p:pic>
          <p:nvPicPr>
            <p:cNvPr descr="Image" id="1142" name="Google Shape;1142;p48"/>
            <p:cNvPicPr preferRelativeResize="0"/>
            <p:nvPr/>
          </p:nvPicPr>
          <p:blipFill rotWithShape="1">
            <a:blip r:embed="rId3">
              <a:alphaModFix/>
            </a:blip>
            <a:srcRect b="0" l="8670" r="0" t="0"/>
            <a:stretch/>
          </p:blipFill>
          <p:spPr>
            <a:xfrm>
              <a:off x="0" y="0"/>
              <a:ext cx="10143649" cy="10363857"/>
            </a:xfrm>
            <a:prstGeom prst="rect">
              <a:avLst/>
            </a:prstGeom>
            <a:noFill/>
            <a:ln>
              <a:noFill/>
            </a:ln>
          </p:spPr>
        </p:pic>
        <p:sp>
          <p:nvSpPr>
            <p:cNvPr id="1143" name="Google Shape;1143;p48"/>
            <p:cNvSpPr/>
            <p:nvPr/>
          </p:nvSpPr>
          <p:spPr>
            <a:xfrm>
              <a:off x="3035770" y="122883"/>
              <a:ext cx="3802420" cy="832895"/>
            </a:xfrm>
            <a:prstGeom prst="rect">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grpSp>
      <p:sp>
        <p:nvSpPr>
          <p:cNvPr id="1144" name="Google Shape;1144;p48"/>
          <p:cNvSpPr txBox="1"/>
          <p:nvPr/>
        </p:nvSpPr>
        <p:spPr>
          <a:xfrm>
            <a:off x="613744" y="12909604"/>
            <a:ext cx="14960779" cy="713077"/>
          </a:xfrm>
          <a:prstGeom prst="rect">
            <a:avLst/>
          </a:prstGeom>
          <a:noFill/>
          <a:ln>
            <a:noFill/>
          </a:ln>
        </p:spPr>
        <p:txBody>
          <a:bodyPr anchorCtr="0" anchor="ctr" bIns="71425" lIns="71425" spcFirstLastPara="1" rIns="71425" wrap="square" tIns="71425">
            <a:spAutoFit/>
          </a:bodyPr>
          <a:lstStyle/>
          <a:p>
            <a:pPr indent="0" lvl="0" marL="0" marR="0" rtl="0" algn="ctr">
              <a:lnSpc>
                <a:spcPct val="100000"/>
              </a:lnSpc>
              <a:spcBef>
                <a:spcPts val="0"/>
              </a:spcBef>
              <a:spcAft>
                <a:spcPts val="0"/>
              </a:spcAft>
              <a:buClr>
                <a:srgbClr val="000000"/>
              </a:buClr>
              <a:buSzPts val="3800"/>
              <a:buFont typeface="Helvetica Neue Light"/>
              <a:buNone/>
            </a:pPr>
            <a:r>
              <a:rPr b="0" i="0" lang="en-US" sz="3800" u="none" cap="none" strike="noStrike">
                <a:solidFill>
                  <a:srgbClr val="000000"/>
                </a:solidFill>
                <a:latin typeface="Helvetica Neue Light"/>
                <a:ea typeface="Helvetica Neue Light"/>
                <a:cs typeface="Helvetica Neue Light"/>
                <a:sym typeface="Helvetica Neue Light"/>
              </a:rPr>
              <a:t>Source: [Barron 2019, “A General and Adaptive Robust Loss Function”]</a:t>
            </a:r>
            <a:endParaRPr/>
          </a:p>
        </p:txBody>
      </p:sp>
      <p:sp>
        <p:nvSpPr>
          <p:cNvPr id="1145" name="Google Shape;1145;p48"/>
          <p:cNvSpPr txBox="1"/>
          <p:nvPr/>
        </p:nvSpPr>
        <p:spPr>
          <a:xfrm>
            <a:off x="11936200" y="12089372"/>
            <a:ext cx="494666" cy="4717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200"/>
              <a:buFont typeface="Helvetica Neue"/>
              <a:buNone/>
            </a:pPr>
            <a:r>
              <a:t/>
            </a:r>
            <a:endParaRPr b="1" i="0" sz="8200" u="none" cap="none" strike="noStrike">
              <a:solidFill>
                <a:srgbClr val="000000"/>
              </a:solidFill>
              <a:latin typeface="Helvetica Neue"/>
              <a:ea typeface="Helvetica Neue"/>
              <a:cs typeface="Helvetica Neue"/>
              <a:sym typeface="Helvetica Neue"/>
            </a:endParaRPr>
          </a:p>
        </p:txBody>
      </p:sp>
      <p:sp>
        <p:nvSpPr>
          <p:cNvPr id="1146" name="Google Shape;1146;p48"/>
          <p:cNvSpPr txBox="1"/>
          <p:nvPr/>
        </p:nvSpPr>
        <p:spPr>
          <a:xfrm>
            <a:off x="19852093" y="4371475"/>
            <a:ext cx="4371600" cy="578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200">
                <a:latin typeface="Helvetica Neue"/>
                <a:ea typeface="Helvetica Neue"/>
                <a:cs typeface="Helvetica Neue"/>
                <a:sym typeface="Helvetica Neue"/>
              </a:rPr>
              <a:t>Decreases outlier penalty to reduce the contribution of noise to the learning process</a:t>
            </a:r>
            <a:endParaRPr sz="5200">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49"/>
          <p:cNvSpPr txBox="1"/>
          <p:nvPr>
            <p:ph type="title"/>
          </p:nvPr>
        </p:nvSpPr>
        <p:spPr>
          <a:xfrm>
            <a:off x="1219200" y="-85724"/>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Handling outliers</a:t>
            </a:r>
            <a:endParaRPr/>
          </a:p>
        </p:txBody>
      </p:sp>
      <p:sp>
        <p:nvSpPr>
          <p:cNvPr id="1152" name="Google Shape;1152;p49"/>
          <p:cNvSpPr txBox="1"/>
          <p:nvPr>
            <p:ph idx="1" type="body"/>
          </p:nvPr>
        </p:nvSpPr>
        <p:spPr>
          <a:xfrm>
            <a:off x="2895600" y="2108200"/>
            <a:ext cx="20116800" cy="10668000"/>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4600"/>
              <a:buChar char="•"/>
            </a:pPr>
            <a:r>
              <a:rPr lang="en-US" sz="4600">
                <a:latin typeface="Helvetica Neue Light"/>
                <a:ea typeface="Helvetica Neue Light"/>
                <a:cs typeface="Helvetica Neue Light"/>
                <a:sym typeface="Helvetica Neue Light"/>
              </a:rPr>
              <a:t>Can be hard to fit a robust loss, e.g., due to local minima</a:t>
            </a:r>
            <a:endParaRPr/>
          </a:p>
          <a:p>
            <a:pPr indent="-685800" lvl="0" marL="685800" rtl="0" algn="l">
              <a:lnSpc>
                <a:spcPct val="100000"/>
              </a:lnSpc>
              <a:spcBef>
                <a:spcPts val="1500"/>
              </a:spcBef>
              <a:spcAft>
                <a:spcPts val="0"/>
              </a:spcAft>
              <a:buClr>
                <a:srgbClr val="000000"/>
              </a:buClr>
              <a:buSzPts val="4600"/>
              <a:buChar char="•"/>
            </a:pPr>
            <a:r>
              <a:rPr lang="en-US" sz="4600">
                <a:latin typeface="Helvetica Neue Light"/>
                <a:ea typeface="Helvetica Neue Light"/>
                <a:cs typeface="Helvetica Neue Light"/>
                <a:sym typeface="Helvetica Neue Light"/>
              </a:rPr>
              <a:t>Another idea: trial and error!</a:t>
            </a:r>
            <a:endParaRPr/>
          </a:p>
          <a:p>
            <a:pPr indent="-685800" lvl="0" marL="685800" rtl="0" algn="l">
              <a:lnSpc>
                <a:spcPct val="100000"/>
              </a:lnSpc>
              <a:spcBef>
                <a:spcPts val="1500"/>
              </a:spcBef>
              <a:spcAft>
                <a:spcPts val="0"/>
              </a:spcAft>
              <a:buClr>
                <a:srgbClr val="000000"/>
              </a:buClr>
              <a:buSzPts val="4600"/>
              <a:buChar char="•"/>
            </a:pPr>
            <a:r>
              <a:rPr lang="en-US" sz="4600">
                <a:latin typeface="Helvetica Neue Light"/>
                <a:ea typeface="Helvetica Neue Light"/>
                <a:cs typeface="Helvetica Neue Light"/>
                <a:sym typeface="Helvetica Neue Light"/>
              </a:rPr>
              <a:t>Let’s consider the problem of linear regression</a:t>
            </a:r>
            <a:endParaRPr/>
          </a:p>
        </p:txBody>
      </p:sp>
      <p:pic>
        <p:nvPicPr>
          <p:cNvPr descr="image3.png" id="1153" name="Google Shape;1153;p49"/>
          <p:cNvPicPr preferRelativeResize="0"/>
          <p:nvPr/>
        </p:nvPicPr>
        <p:blipFill rotWithShape="1">
          <a:blip r:embed="rId3">
            <a:alphaModFix/>
          </a:blip>
          <a:srcRect b="0" l="0" r="0" t="0"/>
          <a:stretch/>
        </p:blipFill>
        <p:spPr>
          <a:xfrm>
            <a:off x="3429000" y="5537200"/>
            <a:ext cx="6705600" cy="6705600"/>
          </a:xfrm>
          <a:prstGeom prst="rect">
            <a:avLst/>
          </a:prstGeom>
          <a:noFill/>
          <a:ln cap="flat" cmpd="sng" w="12700">
            <a:solidFill>
              <a:srgbClr val="000000"/>
            </a:solidFill>
            <a:prstDash val="solid"/>
            <a:miter lim="8000"/>
            <a:headEnd len="sm" w="sm" type="none"/>
            <a:tailEnd len="sm" w="sm" type="none"/>
          </a:ln>
        </p:spPr>
      </p:pic>
      <p:sp>
        <p:nvSpPr>
          <p:cNvPr id="1154" name="Google Shape;1154;p49"/>
          <p:cNvSpPr txBox="1"/>
          <p:nvPr/>
        </p:nvSpPr>
        <p:spPr>
          <a:xfrm>
            <a:off x="3066699" y="12395200"/>
            <a:ext cx="8896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Problem: Fit a line to these data points</a:t>
            </a:r>
            <a:endParaRPr/>
          </a:p>
        </p:txBody>
      </p:sp>
      <p:pic>
        <p:nvPicPr>
          <p:cNvPr descr="image3.png" id="1155" name="Google Shape;1155;p49"/>
          <p:cNvPicPr preferRelativeResize="0"/>
          <p:nvPr/>
        </p:nvPicPr>
        <p:blipFill rotWithShape="1">
          <a:blip r:embed="rId3">
            <a:alphaModFix/>
          </a:blip>
          <a:srcRect b="0" l="0" r="0" t="0"/>
          <a:stretch/>
        </p:blipFill>
        <p:spPr>
          <a:xfrm>
            <a:off x="11963400" y="5537200"/>
            <a:ext cx="6705600" cy="6705600"/>
          </a:xfrm>
          <a:prstGeom prst="rect">
            <a:avLst/>
          </a:prstGeom>
          <a:noFill/>
          <a:ln cap="flat" cmpd="sng" w="12700">
            <a:solidFill>
              <a:srgbClr val="000000"/>
            </a:solidFill>
            <a:prstDash val="solid"/>
            <a:miter lim="8000"/>
            <a:headEnd len="sm" w="sm" type="none"/>
            <a:tailEnd len="sm" w="sm" type="none"/>
          </a:ln>
        </p:spPr>
      </p:pic>
      <p:sp>
        <p:nvSpPr>
          <p:cNvPr id="1156" name="Google Shape;1156;p49"/>
          <p:cNvSpPr/>
          <p:nvPr/>
        </p:nvSpPr>
        <p:spPr>
          <a:xfrm>
            <a:off x="10591800" y="8432800"/>
            <a:ext cx="914400" cy="1066800"/>
          </a:xfrm>
          <a:prstGeom prst="rightArrow">
            <a:avLst>
              <a:gd fmla="val 50000" name="adj1"/>
              <a:gd fmla="val 50000" name="adj2"/>
            </a:avLst>
          </a:prstGeom>
          <a:solidFill>
            <a:srgbClr val="8EB4E3"/>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cxnSp>
        <p:nvCxnSpPr>
          <p:cNvPr id="1157" name="Google Shape;1157;p49"/>
          <p:cNvCxnSpPr/>
          <p:nvPr/>
        </p:nvCxnSpPr>
        <p:spPr>
          <a:xfrm flipH="1" rot="10800000">
            <a:off x="12268199" y="8127999"/>
            <a:ext cx="6096001" cy="1066802"/>
          </a:xfrm>
          <a:prstGeom prst="straightConnector1">
            <a:avLst/>
          </a:prstGeom>
          <a:noFill/>
          <a:ln cap="flat" cmpd="sng" w="76200">
            <a:solidFill>
              <a:srgbClr val="4A7EBB"/>
            </a:solidFill>
            <a:prstDash val="solid"/>
            <a:round/>
            <a:headEnd len="sm" w="sm" type="none"/>
            <a:tailEnd len="sm" w="sm" type="none"/>
          </a:ln>
        </p:spPr>
      </p:cxnSp>
      <p:sp>
        <p:nvSpPr>
          <p:cNvPr id="1158" name="Google Shape;1158;p49"/>
          <p:cNvSpPr txBox="1"/>
          <p:nvPr/>
        </p:nvSpPr>
        <p:spPr>
          <a:xfrm>
            <a:off x="13734707" y="12395200"/>
            <a:ext cx="3550241" cy="7289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Least squares fit</a:t>
            </a:r>
            <a:endParaRPr/>
          </a:p>
        </p:txBody>
      </p:sp>
      <p:sp>
        <p:nvSpPr>
          <p:cNvPr id="1159" name="Google Shape;1159;p49"/>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Helvetica Neue"/>
              <a:buNone/>
            </a:pPr>
            <a:fld id="{00000000-1234-1234-1234-123412341234}" type="slidenum">
              <a:rPr lang="en-US">
                <a:solidFill>
                  <a:srgbClr val="888888"/>
                </a:solidFill>
                <a:latin typeface="Helvetica Neue"/>
                <a:ea typeface="Helvetica Neue"/>
                <a:cs typeface="Helvetica Neue"/>
                <a:sym typeface="Helvetica Neue"/>
              </a:rPr>
              <a:t>‹#›</a:t>
            </a:fld>
            <a:endParaRPr/>
          </a:p>
        </p:txBody>
      </p:sp>
      <p:sp>
        <p:nvSpPr>
          <p:cNvPr id="1160" name="Google Shape;1160;p49"/>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50"/>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p>
            <a:pPr indent="0" lvl="0" marL="0" marR="0" rtl="0" algn="ctr">
              <a:lnSpc>
                <a:spcPct val="100000"/>
              </a:lnSpc>
              <a:spcBef>
                <a:spcPts val="0"/>
              </a:spcBef>
              <a:spcAft>
                <a:spcPts val="0"/>
              </a:spcAft>
              <a:buClr>
                <a:srgbClr val="000000"/>
              </a:buClr>
              <a:buSzPts val="11200"/>
              <a:buFont typeface="Helvetica Neue"/>
              <a:buNone/>
            </a:pPr>
            <a:r>
              <a:rPr lang="en-US">
                <a:latin typeface="Helvetica Neue"/>
                <a:ea typeface="Helvetica Neue"/>
                <a:cs typeface="Helvetica Neue"/>
                <a:sym typeface="Helvetica Neue"/>
              </a:rPr>
              <a:t>Counting inliers</a:t>
            </a:r>
            <a:endParaRPr/>
          </a:p>
        </p:txBody>
      </p:sp>
      <p:sp>
        <p:nvSpPr>
          <p:cNvPr id="1166" name="Google Shape;1166;p50"/>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p>
            <a:pPr indent="-254000" lvl="0" marL="635000" rtl="0" algn="l">
              <a:lnSpc>
                <a:spcPct val="100000"/>
              </a:lnSpc>
              <a:spcBef>
                <a:spcPts val="0"/>
              </a:spcBef>
              <a:spcAft>
                <a:spcPts val="0"/>
              </a:spcAft>
              <a:buClr>
                <a:srgbClr val="000000"/>
              </a:buClr>
              <a:buSzPts val="6000"/>
              <a:buFont typeface="Helvetica Neue"/>
              <a:buNone/>
            </a:pPr>
            <a:r>
              <a:t/>
            </a:r>
            <a:endParaRPr sz="4800"/>
          </a:p>
        </p:txBody>
      </p:sp>
      <p:sp>
        <p:nvSpPr>
          <p:cNvPr id="1167" name="Google Shape;1167;p50"/>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1168" name="Google Shape;1168;p50"/>
          <p:cNvSpPr/>
          <p:nvPr/>
        </p:nvSpPr>
        <p:spPr>
          <a:xfrm>
            <a:off x="7924800" y="3352800"/>
            <a:ext cx="8534400" cy="8534400"/>
          </a:xfrm>
          <a:prstGeom prst="rect">
            <a:avLst/>
          </a:prstGeom>
          <a:solidFill>
            <a:srgbClr val="FFFFFF"/>
          </a:solidFill>
          <a:ln cap="flat" cmpd="sng" w="50800">
            <a:solidFill>
              <a:srgbClr val="000000"/>
            </a:solidFill>
            <a:prstDash val="solid"/>
            <a:round/>
            <a:headEnd len="sm" w="sm" type="none"/>
            <a:tailEnd len="sm" w="sm" type="none"/>
          </a:ln>
          <a:effectLst>
            <a:outerShdw blurRad="203200" rotWithShape="0" dir="2700000" dist="1524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69" name="Google Shape;1169;p50"/>
          <p:cNvSpPr/>
          <p:nvPr/>
        </p:nvSpPr>
        <p:spPr>
          <a:xfrm>
            <a:off x="9906000" y="868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0" name="Google Shape;1170;p50"/>
          <p:cNvSpPr/>
          <p:nvPr/>
        </p:nvSpPr>
        <p:spPr>
          <a:xfrm>
            <a:off x="102108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1" name="Google Shape;1171;p50"/>
          <p:cNvSpPr/>
          <p:nvPr/>
        </p:nvSpPr>
        <p:spPr>
          <a:xfrm>
            <a:off x="9296400" y="914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2" name="Google Shape;1172;p50"/>
          <p:cNvSpPr/>
          <p:nvPr/>
        </p:nvSpPr>
        <p:spPr>
          <a:xfrm>
            <a:off x="97536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3" name="Google Shape;1173;p50"/>
          <p:cNvSpPr/>
          <p:nvPr/>
        </p:nvSpPr>
        <p:spPr>
          <a:xfrm>
            <a:off x="9144000" y="960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4" name="Google Shape;1174;p50"/>
          <p:cNvSpPr/>
          <p:nvPr/>
        </p:nvSpPr>
        <p:spPr>
          <a:xfrm>
            <a:off x="8839200" y="990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5" name="Google Shape;1175;p50"/>
          <p:cNvSpPr/>
          <p:nvPr/>
        </p:nvSpPr>
        <p:spPr>
          <a:xfrm>
            <a:off x="8556172" y="10363200"/>
            <a:ext cx="152401"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6" name="Google Shape;1176;p50"/>
          <p:cNvSpPr/>
          <p:nvPr/>
        </p:nvSpPr>
        <p:spPr>
          <a:xfrm>
            <a:off x="8382000" y="1082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7" name="Google Shape;1177;p50"/>
          <p:cNvSpPr/>
          <p:nvPr/>
        </p:nvSpPr>
        <p:spPr>
          <a:xfrm>
            <a:off x="8839200" y="10210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8" name="Google Shape;1178;p50"/>
          <p:cNvSpPr/>
          <p:nvPr/>
        </p:nvSpPr>
        <p:spPr>
          <a:xfrm>
            <a:off x="9906000" y="8229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79" name="Google Shape;1179;p50"/>
          <p:cNvSpPr/>
          <p:nvPr/>
        </p:nvSpPr>
        <p:spPr>
          <a:xfrm>
            <a:off x="10515600" y="777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0" name="Google Shape;1180;p50"/>
          <p:cNvSpPr/>
          <p:nvPr/>
        </p:nvSpPr>
        <p:spPr>
          <a:xfrm>
            <a:off x="10820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1" name="Google Shape;1181;p50"/>
          <p:cNvSpPr/>
          <p:nvPr/>
        </p:nvSpPr>
        <p:spPr>
          <a:xfrm>
            <a:off x="10820400" y="701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2" name="Google Shape;1182;p50"/>
          <p:cNvSpPr/>
          <p:nvPr/>
        </p:nvSpPr>
        <p:spPr>
          <a:xfrm>
            <a:off x="11125200" y="6553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3" name="Google Shape;1183;p50"/>
          <p:cNvSpPr/>
          <p:nvPr/>
        </p:nvSpPr>
        <p:spPr>
          <a:xfrm>
            <a:off x="11734800" y="6248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4" name="Google Shape;1184;p50"/>
          <p:cNvSpPr/>
          <p:nvPr/>
        </p:nvSpPr>
        <p:spPr>
          <a:xfrm>
            <a:off x="12039600" y="579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5" name="Google Shape;1185;p50"/>
          <p:cNvSpPr/>
          <p:nvPr/>
        </p:nvSpPr>
        <p:spPr>
          <a:xfrm>
            <a:off x="11887200" y="533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6" name="Google Shape;1186;p50"/>
          <p:cNvSpPr/>
          <p:nvPr/>
        </p:nvSpPr>
        <p:spPr>
          <a:xfrm>
            <a:off x="12496800" y="502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7" name="Google Shape;1187;p50"/>
          <p:cNvSpPr/>
          <p:nvPr/>
        </p:nvSpPr>
        <p:spPr>
          <a:xfrm>
            <a:off x="12801600" y="4397828"/>
            <a:ext cx="152400" cy="152401"/>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8" name="Google Shape;1188;p50"/>
          <p:cNvSpPr/>
          <p:nvPr/>
        </p:nvSpPr>
        <p:spPr>
          <a:xfrm>
            <a:off x="13258800" y="396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89" name="Google Shape;1189;p50"/>
          <p:cNvSpPr/>
          <p:nvPr/>
        </p:nvSpPr>
        <p:spPr>
          <a:xfrm>
            <a:off x="14020800" y="7620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0" name="Google Shape;1190;p50"/>
          <p:cNvSpPr/>
          <p:nvPr/>
        </p:nvSpPr>
        <p:spPr>
          <a:xfrm>
            <a:off x="12649200" y="838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1" name="Google Shape;1191;p50"/>
          <p:cNvSpPr/>
          <p:nvPr/>
        </p:nvSpPr>
        <p:spPr>
          <a:xfrm>
            <a:off x="11582400" y="883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2" name="Google Shape;1192;p50"/>
          <p:cNvSpPr/>
          <p:nvPr/>
        </p:nvSpPr>
        <p:spPr>
          <a:xfrm>
            <a:off x="12649200" y="9753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3" name="Google Shape;1193;p50"/>
          <p:cNvSpPr/>
          <p:nvPr/>
        </p:nvSpPr>
        <p:spPr>
          <a:xfrm>
            <a:off x="12801600" y="7315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4" name="Google Shape;1194;p50"/>
          <p:cNvSpPr/>
          <p:nvPr/>
        </p:nvSpPr>
        <p:spPr>
          <a:xfrm>
            <a:off x="13563600" y="6858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5" name="Google Shape;1195;p50"/>
          <p:cNvSpPr/>
          <p:nvPr/>
        </p:nvSpPr>
        <p:spPr>
          <a:xfrm>
            <a:off x="13258800" y="609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6" name="Google Shape;1196;p50"/>
          <p:cNvSpPr/>
          <p:nvPr/>
        </p:nvSpPr>
        <p:spPr>
          <a:xfrm>
            <a:off x="12344400" y="6705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7" name="Google Shape;1197;p50"/>
          <p:cNvSpPr/>
          <p:nvPr/>
        </p:nvSpPr>
        <p:spPr>
          <a:xfrm>
            <a:off x="115824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8" name="Google Shape;1198;p50"/>
          <p:cNvSpPr/>
          <p:nvPr/>
        </p:nvSpPr>
        <p:spPr>
          <a:xfrm>
            <a:off x="124968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199" name="Google Shape;1199;p50"/>
          <p:cNvSpPr/>
          <p:nvPr/>
        </p:nvSpPr>
        <p:spPr>
          <a:xfrm>
            <a:off x="13411200" y="914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0" name="Google Shape;1200;p50"/>
          <p:cNvSpPr/>
          <p:nvPr/>
        </p:nvSpPr>
        <p:spPr>
          <a:xfrm>
            <a:off x="143256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1" name="Google Shape;1201;p50"/>
          <p:cNvSpPr/>
          <p:nvPr/>
        </p:nvSpPr>
        <p:spPr>
          <a:xfrm>
            <a:off x="15240000" y="868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2" name="Google Shape;1202;p50"/>
          <p:cNvSpPr/>
          <p:nvPr/>
        </p:nvSpPr>
        <p:spPr>
          <a:xfrm>
            <a:off x="15087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3" name="Google Shape;1203;p50"/>
          <p:cNvSpPr/>
          <p:nvPr/>
        </p:nvSpPr>
        <p:spPr>
          <a:xfrm>
            <a:off x="14325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4" name="Google Shape;1204;p50"/>
          <p:cNvSpPr/>
          <p:nvPr/>
        </p:nvSpPr>
        <p:spPr>
          <a:xfrm>
            <a:off x="14630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5" name="Google Shape;1205;p50"/>
          <p:cNvSpPr/>
          <p:nvPr/>
        </p:nvSpPr>
        <p:spPr>
          <a:xfrm>
            <a:off x="15697200" y="960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6" name="Google Shape;1206;p50"/>
          <p:cNvSpPr/>
          <p:nvPr/>
        </p:nvSpPr>
        <p:spPr>
          <a:xfrm>
            <a:off x="106680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7" name="Google Shape;1207;p50"/>
          <p:cNvSpPr/>
          <p:nvPr/>
        </p:nvSpPr>
        <p:spPr>
          <a:xfrm>
            <a:off x="99060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8" name="Google Shape;1208;p50"/>
          <p:cNvSpPr/>
          <p:nvPr/>
        </p:nvSpPr>
        <p:spPr>
          <a:xfrm>
            <a:off x="9296400" y="5943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09" name="Google Shape;1209;p50"/>
          <p:cNvSpPr/>
          <p:nvPr/>
        </p:nvSpPr>
        <p:spPr>
          <a:xfrm>
            <a:off x="9753600" y="701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10" name="Google Shape;1210;p50"/>
          <p:cNvSpPr/>
          <p:nvPr/>
        </p:nvSpPr>
        <p:spPr>
          <a:xfrm>
            <a:off x="10058400" y="502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11" name="Google Shape;1211;p50"/>
          <p:cNvSpPr/>
          <p:nvPr/>
        </p:nvSpPr>
        <p:spPr>
          <a:xfrm>
            <a:off x="11125200" y="457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12" name="Google Shape;1212;p50"/>
          <p:cNvSpPr/>
          <p:nvPr/>
        </p:nvSpPr>
        <p:spPr>
          <a:xfrm>
            <a:off x="8382000" y="579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13" name="Google Shape;1213;p50"/>
          <p:cNvSpPr/>
          <p:nvPr/>
        </p:nvSpPr>
        <p:spPr>
          <a:xfrm>
            <a:off x="89916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14" name="Google Shape;1214;p50"/>
          <p:cNvSpPr/>
          <p:nvPr/>
        </p:nvSpPr>
        <p:spPr>
          <a:xfrm>
            <a:off x="9296400" y="457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15" name="Google Shape;1215;p50"/>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51"/>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p>
            <a:pPr indent="0" lvl="0" marL="0" marR="0" rtl="0" algn="ctr">
              <a:lnSpc>
                <a:spcPct val="100000"/>
              </a:lnSpc>
              <a:spcBef>
                <a:spcPts val="0"/>
              </a:spcBef>
              <a:spcAft>
                <a:spcPts val="0"/>
              </a:spcAft>
              <a:buClr>
                <a:srgbClr val="000000"/>
              </a:buClr>
              <a:buSzPts val="11200"/>
              <a:buFont typeface="Helvetica Neue"/>
              <a:buNone/>
            </a:pPr>
            <a:r>
              <a:rPr lang="en-US">
                <a:latin typeface="Helvetica Neue"/>
                <a:ea typeface="Helvetica Neue"/>
                <a:cs typeface="Helvetica Neue"/>
                <a:sym typeface="Helvetica Neue"/>
              </a:rPr>
              <a:t>Counting inliers</a:t>
            </a:r>
            <a:endParaRPr/>
          </a:p>
        </p:txBody>
      </p:sp>
      <p:sp>
        <p:nvSpPr>
          <p:cNvPr id="1221" name="Google Shape;1221;p51"/>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p>
            <a:pPr indent="-254000" lvl="0" marL="635000" rtl="0" algn="l">
              <a:lnSpc>
                <a:spcPct val="100000"/>
              </a:lnSpc>
              <a:spcBef>
                <a:spcPts val="0"/>
              </a:spcBef>
              <a:spcAft>
                <a:spcPts val="0"/>
              </a:spcAft>
              <a:buClr>
                <a:srgbClr val="000000"/>
              </a:buClr>
              <a:buSzPts val="6000"/>
              <a:buFont typeface="Helvetica Neue"/>
              <a:buNone/>
            </a:pPr>
            <a:r>
              <a:t/>
            </a:r>
            <a:endParaRPr sz="4800"/>
          </a:p>
        </p:txBody>
      </p:sp>
      <p:sp>
        <p:nvSpPr>
          <p:cNvPr id="1222" name="Google Shape;1222;p51"/>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1223" name="Google Shape;1223;p51"/>
          <p:cNvSpPr/>
          <p:nvPr/>
        </p:nvSpPr>
        <p:spPr>
          <a:xfrm>
            <a:off x="7924800" y="3352800"/>
            <a:ext cx="8534400" cy="8534400"/>
          </a:xfrm>
          <a:prstGeom prst="rect">
            <a:avLst/>
          </a:prstGeom>
          <a:solidFill>
            <a:srgbClr val="FFFFFF"/>
          </a:solidFill>
          <a:ln cap="flat" cmpd="sng" w="50800">
            <a:solidFill>
              <a:srgbClr val="000000"/>
            </a:solidFill>
            <a:prstDash val="solid"/>
            <a:round/>
            <a:headEnd len="sm" w="sm" type="none"/>
            <a:tailEnd len="sm" w="sm" type="none"/>
          </a:ln>
          <a:effectLst>
            <a:outerShdw blurRad="203200" rotWithShape="0" dir="2700000" dist="1524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24" name="Google Shape;1224;p51"/>
          <p:cNvSpPr/>
          <p:nvPr/>
        </p:nvSpPr>
        <p:spPr>
          <a:xfrm>
            <a:off x="9906000" y="868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25" name="Google Shape;1225;p51"/>
          <p:cNvSpPr/>
          <p:nvPr/>
        </p:nvSpPr>
        <p:spPr>
          <a:xfrm>
            <a:off x="102108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26" name="Google Shape;1226;p51"/>
          <p:cNvSpPr/>
          <p:nvPr/>
        </p:nvSpPr>
        <p:spPr>
          <a:xfrm>
            <a:off x="9296400" y="914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27" name="Google Shape;1227;p51"/>
          <p:cNvSpPr/>
          <p:nvPr/>
        </p:nvSpPr>
        <p:spPr>
          <a:xfrm>
            <a:off x="97536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28" name="Google Shape;1228;p51"/>
          <p:cNvSpPr/>
          <p:nvPr/>
        </p:nvSpPr>
        <p:spPr>
          <a:xfrm>
            <a:off x="9144000" y="960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29" name="Google Shape;1229;p51"/>
          <p:cNvSpPr/>
          <p:nvPr/>
        </p:nvSpPr>
        <p:spPr>
          <a:xfrm>
            <a:off x="8839200" y="990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0" name="Google Shape;1230;p51"/>
          <p:cNvSpPr/>
          <p:nvPr/>
        </p:nvSpPr>
        <p:spPr>
          <a:xfrm>
            <a:off x="8556172" y="10363200"/>
            <a:ext cx="152401"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1" name="Google Shape;1231;p51"/>
          <p:cNvSpPr/>
          <p:nvPr/>
        </p:nvSpPr>
        <p:spPr>
          <a:xfrm>
            <a:off x="8382000" y="1082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2" name="Google Shape;1232;p51"/>
          <p:cNvSpPr/>
          <p:nvPr/>
        </p:nvSpPr>
        <p:spPr>
          <a:xfrm>
            <a:off x="8839200" y="10210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3" name="Google Shape;1233;p51"/>
          <p:cNvSpPr/>
          <p:nvPr/>
        </p:nvSpPr>
        <p:spPr>
          <a:xfrm>
            <a:off x="9906000" y="8229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4" name="Google Shape;1234;p51"/>
          <p:cNvSpPr/>
          <p:nvPr/>
        </p:nvSpPr>
        <p:spPr>
          <a:xfrm>
            <a:off x="10515600" y="777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5" name="Google Shape;1235;p51"/>
          <p:cNvSpPr/>
          <p:nvPr/>
        </p:nvSpPr>
        <p:spPr>
          <a:xfrm>
            <a:off x="10820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cxnSp>
        <p:nvCxnSpPr>
          <p:cNvPr id="1236" name="Google Shape;1236;p51"/>
          <p:cNvCxnSpPr/>
          <p:nvPr/>
        </p:nvCxnSpPr>
        <p:spPr>
          <a:xfrm>
            <a:off x="7010400" y="4114798"/>
            <a:ext cx="9906001" cy="6096004"/>
          </a:xfrm>
          <a:prstGeom prst="straightConnector1">
            <a:avLst/>
          </a:prstGeom>
          <a:noFill/>
          <a:ln cap="flat" cmpd="sng" w="114300">
            <a:solidFill>
              <a:srgbClr val="FF0000"/>
            </a:solidFill>
            <a:prstDash val="solid"/>
            <a:round/>
            <a:headEnd len="sm" w="sm" type="none"/>
            <a:tailEnd len="sm" w="sm" type="none"/>
          </a:ln>
        </p:spPr>
      </p:cxnSp>
      <p:sp>
        <p:nvSpPr>
          <p:cNvPr id="1237" name="Google Shape;1237;p51"/>
          <p:cNvSpPr/>
          <p:nvPr/>
        </p:nvSpPr>
        <p:spPr>
          <a:xfrm>
            <a:off x="10820400" y="701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8" name="Google Shape;1238;p51"/>
          <p:cNvSpPr/>
          <p:nvPr/>
        </p:nvSpPr>
        <p:spPr>
          <a:xfrm>
            <a:off x="11125200" y="6553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39" name="Google Shape;1239;p51"/>
          <p:cNvSpPr/>
          <p:nvPr/>
        </p:nvSpPr>
        <p:spPr>
          <a:xfrm>
            <a:off x="11734800" y="6248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0" name="Google Shape;1240;p51"/>
          <p:cNvSpPr/>
          <p:nvPr/>
        </p:nvSpPr>
        <p:spPr>
          <a:xfrm>
            <a:off x="12039600" y="579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1" name="Google Shape;1241;p51"/>
          <p:cNvSpPr/>
          <p:nvPr/>
        </p:nvSpPr>
        <p:spPr>
          <a:xfrm>
            <a:off x="11887200" y="533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2" name="Google Shape;1242;p51"/>
          <p:cNvSpPr/>
          <p:nvPr/>
        </p:nvSpPr>
        <p:spPr>
          <a:xfrm>
            <a:off x="12496800" y="502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3" name="Google Shape;1243;p51"/>
          <p:cNvSpPr/>
          <p:nvPr/>
        </p:nvSpPr>
        <p:spPr>
          <a:xfrm>
            <a:off x="12801600" y="4397828"/>
            <a:ext cx="152400" cy="152401"/>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4" name="Google Shape;1244;p51"/>
          <p:cNvSpPr/>
          <p:nvPr/>
        </p:nvSpPr>
        <p:spPr>
          <a:xfrm>
            <a:off x="13258800" y="396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5" name="Google Shape;1245;p51"/>
          <p:cNvSpPr/>
          <p:nvPr/>
        </p:nvSpPr>
        <p:spPr>
          <a:xfrm>
            <a:off x="14020800" y="7620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6" name="Google Shape;1246;p51"/>
          <p:cNvSpPr/>
          <p:nvPr/>
        </p:nvSpPr>
        <p:spPr>
          <a:xfrm>
            <a:off x="12649200" y="838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7" name="Google Shape;1247;p51"/>
          <p:cNvSpPr/>
          <p:nvPr/>
        </p:nvSpPr>
        <p:spPr>
          <a:xfrm>
            <a:off x="11582400" y="883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8" name="Google Shape;1248;p51"/>
          <p:cNvSpPr/>
          <p:nvPr/>
        </p:nvSpPr>
        <p:spPr>
          <a:xfrm>
            <a:off x="12649200" y="9753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49" name="Google Shape;1249;p51"/>
          <p:cNvSpPr/>
          <p:nvPr/>
        </p:nvSpPr>
        <p:spPr>
          <a:xfrm>
            <a:off x="12801600" y="7315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0" name="Google Shape;1250;p51"/>
          <p:cNvSpPr/>
          <p:nvPr/>
        </p:nvSpPr>
        <p:spPr>
          <a:xfrm>
            <a:off x="13563600" y="6858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1" name="Google Shape;1251;p51"/>
          <p:cNvSpPr/>
          <p:nvPr/>
        </p:nvSpPr>
        <p:spPr>
          <a:xfrm>
            <a:off x="13258800" y="609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2" name="Google Shape;1252;p51"/>
          <p:cNvSpPr/>
          <p:nvPr/>
        </p:nvSpPr>
        <p:spPr>
          <a:xfrm>
            <a:off x="12344400" y="6705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3" name="Google Shape;1253;p51"/>
          <p:cNvSpPr/>
          <p:nvPr/>
        </p:nvSpPr>
        <p:spPr>
          <a:xfrm>
            <a:off x="115824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4" name="Google Shape;1254;p51"/>
          <p:cNvSpPr/>
          <p:nvPr/>
        </p:nvSpPr>
        <p:spPr>
          <a:xfrm>
            <a:off x="124968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5" name="Google Shape;1255;p51"/>
          <p:cNvSpPr/>
          <p:nvPr/>
        </p:nvSpPr>
        <p:spPr>
          <a:xfrm>
            <a:off x="13411200" y="914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6" name="Google Shape;1256;p51"/>
          <p:cNvSpPr/>
          <p:nvPr/>
        </p:nvSpPr>
        <p:spPr>
          <a:xfrm>
            <a:off x="143256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7" name="Google Shape;1257;p51"/>
          <p:cNvSpPr/>
          <p:nvPr/>
        </p:nvSpPr>
        <p:spPr>
          <a:xfrm>
            <a:off x="15240000" y="868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8" name="Google Shape;1258;p51"/>
          <p:cNvSpPr/>
          <p:nvPr/>
        </p:nvSpPr>
        <p:spPr>
          <a:xfrm>
            <a:off x="15087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59" name="Google Shape;1259;p51"/>
          <p:cNvSpPr/>
          <p:nvPr/>
        </p:nvSpPr>
        <p:spPr>
          <a:xfrm>
            <a:off x="14325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0" name="Google Shape;1260;p51"/>
          <p:cNvSpPr/>
          <p:nvPr/>
        </p:nvSpPr>
        <p:spPr>
          <a:xfrm>
            <a:off x="14630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1" name="Google Shape;1261;p51"/>
          <p:cNvSpPr/>
          <p:nvPr/>
        </p:nvSpPr>
        <p:spPr>
          <a:xfrm>
            <a:off x="15697200" y="960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2" name="Google Shape;1262;p51"/>
          <p:cNvSpPr/>
          <p:nvPr/>
        </p:nvSpPr>
        <p:spPr>
          <a:xfrm>
            <a:off x="106680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3" name="Google Shape;1263;p51"/>
          <p:cNvSpPr/>
          <p:nvPr/>
        </p:nvSpPr>
        <p:spPr>
          <a:xfrm>
            <a:off x="99060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4" name="Google Shape;1264;p51"/>
          <p:cNvSpPr/>
          <p:nvPr/>
        </p:nvSpPr>
        <p:spPr>
          <a:xfrm>
            <a:off x="9296400" y="5943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5" name="Google Shape;1265;p51"/>
          <p:cNvSpPr/>
          <p:nvPr/>
        </p:nvSpPr>
        <p:spPr>
          <a:xfrm>
            <a:off x="9753600" y="701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6" name="Google Shape;1266;p51"/>
          <p:cNvSpPr/>
          <p:nvPr/>
        </p:nvSpPr>
        <p:spPr>
          <a:xfrm>
            <a:off x="10058400" y="502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7" name="Google Shape;1267;p51"/>
          <p:cNvSpPr/>
          <p:nvPr/>
        </p:nvSpPr>
        <p:spPr>
          <a:xfrm>
            <a:off x="11125200" y="457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8" name="Google Shape;1268;p51"/>
          <p:cNvSpPr/>
          <p:nvPr/>
        </p:nvSpPr>
        <p:spPr>
          <a:xfrm>
            <a:off x="8382000" y="579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69" name="Google Shape;1269;p51"/>
          <p:cNvSpPr/>
          <p:nvPr/>
        </p:nvSpPr>
        <p:spPr>
          <a:xfrm>
            <a:off x="89916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70" name="Google Shape;1270;p51"/>
          <p:cNvSpPr/>
          <p:nvPr/>
        </p:nvSpPr>
        <p:spPr>
          <a:xfrm>
            <a:off x="9296400" y="457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71" name="Google Shape;1271;p51"/>
          <p:cNvSpPr txBox="1"/>
          <p:nvPr/>
        </p:nvSpPr>
        <p:spPr>
          <a:xfrm>
            <a:off x="10641387" y="12039600"/>
            <a:ext cx="3120600" cy="10337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Helvetica Neue"/>
              <a:buNone/>
            </a:pPr>
            <a:r>
              <a:rPr b="1" i="0" lang="en-US" sz="5600" u="none" cap="none" strike="noStrike">
                <a:solidFill>
                  <a:srgbClr val="000000"/>
                </a:solidFill>
                <a:latin typeface="Helvetica Neue"/>
                <a:ea typeface="Helvetica Neue"/>
                <a:cs typeface="Helvetica Neue"/>
                <a:sym typeface="Helvetica Neue"/>
              </a:rPr>
              <a:t>Inliers: 3</a:t>
            </a:r>
            <a:endParaRPr/>
          </a:p>
        </p:txBody>
      </p:sp>
      <p:sp>
        <p:nvSpPr>
          <p:cNvPr id="1272" name="Google Shape;1272;p51"/>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52"/>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p>
            <a:pPr indent="-254000" lvl="0" marL="635000" rtl="0" algn="l">
              <a:lnSpc>
                <a:spcPct val="100000"/>
              </a:lnSpc>
              <a:spcBef>
                <a:spcPts val="0"/>
              </a:spcBef>
              <a:spcAft>
                <a:spcPts val="0"/>
              </a:spcAft>
              <a:buClr>
                <a:srgbClr val="000000"/>
              </a:buClr>
              <a:buSzPts val="6000"/>
              <a:buFont typeface="Helvetica Neue"/>
              <a:buNone/>
            </a:pPr>
            <a:r>
              <a:t/>
            </a:r>
            <a:endParaRPr sz="4800"/>
          </a:p>
        </p:txBody>
      </p:sp>
      <p:sp>
        <p:nvSpPr>
          <p:cNvPr id="1278" name="Google Shape;1278;p5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1279" name="Google Shape;1279;p52"/>
          <p:cNvSpPr/>
          <p:nvPr/>
        </p:nvSpPr>
        <p:spPr>
          <a:xfrm>
            <a:off x="7924800" y="3352800"/>
            <a:ext cx="8534400" cy="8534400"/>
          </a:xfrm>
          <a:prstGeom prst="rect">
            <a:avLst/>
          </a:prstGeom>
          <a:solidFill>
            <a:srgbClr val="FFFFFF"/>
          </a:solidFill>
          <a:ln cap="flat" cmpd="sng" w="50800">
            <a:solidFill>
              <a:srgbClr val="000000"/>
            </a:solidFill>
            <a:prstDash val="solid"/>
            <a:round/>
            <a:headEnd len="sm" w="sm" type="none"/>
            <a:tailEnd len="sm" w="sm" type="none"/>
          </a:ln>
          <a:effectLst>
            <a:outerShdw blurRad="203200" rotWithShape="0" dir="2700000" dist="1524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cxnSp>
        <p:nvCxnSpPr>
          <p:cNvPr id="1280" name="Google Shape;1280;p52"/>
          <p:cNvCxnSpPr/>
          <p:nvPr/>
        </p:nvCxnSpPr>
        <p:spPr>
          <a:xfrm flipH="1" rot="10800000">
            <a:off x="7467599" y="2802191"/>
            <a:ext cx="6553202" cy="9512713"/>
          </a:xfrm>
          <a:prstGeom prst="straightConnector1">
            <a:avLst/>
          </a:prstGeom>
          <a:noFill/>
          <a:ln cap="flat" cmpd="sng" w="114300">
            <a:solidFill>
              <a:srgbClr val="00FF00"/>
            </a:solidFill>
            <a:prstDash val="solid"/>
            <a:round/>
            <a:headEnd len="sm" w="sm" type="none"/>
            <a:tailEnd len="sm" w="sm" type="none"/>
          </a:ln>
        </p:spPr>
      </p:cxnSp>
      <p:sp>
        <p:nvSpPr>
          <p:cNvPr id="1281" name="Google Shape;1281;p52"/>
          <p:cNvSpPr/>
          <p:nvPr/>
        </p:nvSpPr>
        <p:spPr>
          <a:xfrm>
            <a:off x="9906000" y="868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2" name="Google Shape;1282;p52"/>
          <p:cNvSpPr/>
          <p:nvPr/>
        </p:nvSpPr>
        <p:spPr>
          <a:xfrm>
            <a:off x="102108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3" name="Google Shape;1283;p52"/>
          <p:cNvSpPr/>
          <p:nvPr/>
        </p:nvSpPr>
        <p:spPr>
          <a:xfrm>
            <a:off x="9296400" y="914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4" name="Google Shape;1284;p52"/>
          <p:cNvSpPr/>
          <p:nvPr/>
        </p:nvSpPr>
        <p:spPr>
          <a:xfrm>
            <a:off x="97536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5" name="Google Shape;1285;p52"/>
          <p:cNvSpPr/>
          <p:nvPr/>
        </p:nvSpPr>
        <p:spPr>
          <a:xfrm>
            <a:off x="9144000" y="960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6" name="Google Shape;1286;p52"/>
          <p:cNvSpPr/>
          <p:nvPr/>
        </p:nvSpPr>
        <p:spPr>
          <a:xfrm>
            <a:off x="8839200" y="990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7" name="Google Shape;1287;p52"/>
          <p:cNvSpPr/>
          <p:nvPr/>
        </p:nvSpPr>
        <p:spPr>
          <a:xfrm>
            <a:off x="8556172" y="10363200"/>
            <a:ext cx="152401"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8" name="Google Shape;1288;p52"/>
          <p:cNvSpPr/>
          <p:nvPr/>
        </p:nvSpPr>
        <p:spPr>
          <a:xfrm>
            <a:off x="8382000" y="1082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89" name="Google Shape;1289;p52"/>
          <p:cNvSpPr/>
          <p:nvPr/>
        </p:nvSpPr>
        <p:spPr>
          <a:xfrm>
            <a:off x="8839200" y="10210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0" name="Google Shape;1290;p52"/>
          <p:cNvSpPr/>
          <p:nvPr/>
        </p:nvSpPr>
        <p:spPr>
          <a:xfrm>
            <a:off x="9906000" y="8229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1" name="Google Shape;1291;p52"/>
          <p:cNvSpPr/>
          <p:nvPr/>
        </p:nvSpPr>
        <p:spPr>
          <a:xfrm>
            <a:off x="10515600" y="777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2" name="Google Shape;1292;p52"/>
          <p:cNvSpPr/>
          <p:nvPr/>
        </p:nvSpPr>
        <p:spPr>
          <a:xfrm>
            <a:off x="10820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3" name="Google Shape;1293;p52"/>
          <p:cNvSpPr/>
          <p:nvPr/>
        </p:nvSpPr>
        <p:spPr>
          <a:xfrm>
            <a:off x="10820400" y="701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4" name="Google Shape;1294;p52"/>
          <p:cNvSpPr/>
          <p:nvPr/>
        </p:nvSpPr>
        <p:spPr>
          <a:xfrm>
            <a:off x="11125200" y="6553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5" name="Google Shape;1295;p52"/>
          <p:cNvSpPr/>
          <p:nvPr/>
        </p:nvSpPr>
        <p:spPr>
          <a:xfrm>
            <a:off x="11734800" y="6248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6" name="Google Shape;1296;p52"/>
          <p:cNvSpPr/>
          <p:nvPr/>
        </p:nvSpPr>
        <p:spPr>
          <a:xfrm>
            <a:off x="12039600" y="579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7" name="Google Shape;1297;p52"/>
          <p:cNvSpPr/>
          <p:nvPr/>
        </p:nvSpPr>
        <p:spPr>
          <a:xfrm>
            <a:off x="11887200" y="533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8" name="Google Shape;1298;p52"/>
          <p:cNvSpPr/>
          <p:nvPr/>
        </p:nvSpPr>
        <p:spPr>
          <a:xfrm>
            <a:off x="12496800" y="502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299" name="Google Shape;1299;p52"/>
          <p:cNvSpPr/>
          <p:nvPr/>
        </p:nvSpPr>
        <p:spPr>
          <a:xfrm>
            <a:off x="12801600" y="4397828"/>
            <a:ext cx="152400" cy="152401"/>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0" name="Google Shape;1300;p52"/>
          <p:cNvSpPr/>
          <p:nvPr/>
        </p:nvSpPr>
        <p:spPr>
          <a:xfrm>
            <a:off x="13258800" y="396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1" name="Google Shape;1301;p52"/>
          <p:cNvSpPr/>
          <p:nvPr/>
        </p:nvSpPr>
        <p:spPr>
          <a:xfrm>
            <a:off x="13563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2" name="Google Shape;1302;p52"/>
          <p:cNvSpPr/>
          <p:nvPr/>
        </p:nvSpPr>
        <p:spPr>
          <a:xfrm>
            <a:off x="12649200" y="838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3" name="Google Shape;1303;p52"/>
          <p:cNvSpPr/>
          <p:nvPr/>
        </p:nvSpPr>
        <p:spPr>
          <a:xfrm>
            <a:off x="12344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4" name="Google Shape;1304;p52"/>
          <p:cNvSpPr/>
          <p:nvPr/>
        </p:nvSpPr>
        <p:spPr>
          <a:xfrm>
            <a:off x="12954000" y="7772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5" name="Google Shape;1305;p52"/>
          <p:cNvSpPr/>
          <p:nvPr/>
        </p:nvSpPr>
        <p:spPr>
          <a:xfrm>
            <a:off x="12801600" y="7315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6" name="Google Shape;1306;p52"/>
          <p:cNvSpPr/>
          <p:nvPr/>
        </p:nvSpPr>
        <p:spPr>
          <a:xfrm>
            <a:off x="13563600" y="6858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7" name="Google Shape;1307;p52"/>
          <p:cNvSpPr/>
          <p:nvPr/>
        </p:nvSpPr>
        <p:spPr>
          <a:xfrm>
            <a:off x="13258800" y="609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8" name="Google Shape;1308;p52"/>
          <p:cNvSpPr/>
          <p:nvPr/>
        </p:nvSpPr>
        <p:spPr>
          <a:xfrm>
            <a:off x="12344400" y="6705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09" name="Google Shape;1309;p52"/>
          <p:cNvSpPr/>
          <p:nvPr/>
        </p:nvSpPr>
        <p:spPr>
          <a:xfrm>
            <a:off x="115824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0" name="Google Shape;1310;p52"/>
          <p:cNvSpPr/>
          <p:nvPr/>
        </p:nvSpPr>
        <p:spPr>
          <a:xfrm>
            <a:off x="124968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1" name="Google Shape;1311;p52"/>
          <p:cNvSpPr/>
          <p:nvPr/>
        </p:nvSpPr>
        <p:spPr>
          <a:xfrm>
            <a:off x="13411200" y="9144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2" name="Google Shape;1312;p52"/>
          <p:cNvSpPr/>
          <p:nvPr/>
        </p:nvSpPr>
        <p:spPr>
          <a:xfrm>
            <a:off x="14325600" y="8991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3" name="Google Shape;1313;p52"/>
          <p:cNvSpPr/>
          <p:nvPr/>
        </p:nvSpPr>
        <p:spPr>
          <a:xfrm>
            <a:off x="15240000" y="868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4" name="Google Shape;1314;p52"/>
          <p:cNvSpPr/>
          <p:nvPr/>
        </p:nvSpPr>
        <p:spPr>
          <a:xfrm>
            <a:off x="15087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5" name="Google Shape;1315;p52"/>
          <p:cNvSpPr/>
          <p:nvPr/>
        </p:nvSpPr>
        <p:spPr>
          <a:xfrm>
            <a:off x="14325600" y="8077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6" name="Google Shape;1316;p52"/>
          <p:cNvSpPr/>
          <p:nvPr/>
        </p:nvSpPr>
        <p:spPr>
          <a:xfrm>
            <a:off x="14630400" y="7467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7" name="Google Shape;1317;p52"/>
          <p:cNvSpPr/>
          <p:nvPr/>
        </p:nvSpPr>
        <p:spPr>
          <a:xfrm>
            <a:off x="15697200" y="960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8" name="Google Shape;1318;p52"/>
          <p:cNvSpPr/>
          <p:nvPr/>
        </p:nvSpPr>
        <p:spPr>
          <a:xfrm>
            <a:off x="106680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19" name="Google Shape;1319;p52"/>
          <p:cNvSpPr/>
          <p:nvPr/>
        </p:nvSpPr>
        <p:spPr>
          <a:xfrm>
            <a:off x="10210800" y="6096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0" name="Google Shape;1320;p52"/>
          <p:cNvSpPr/>
          <p:nvPr/>
        </p:nvSpPr>
        <p:spPr>
          <a:xfrm>
            <a:off x="9296400" y="59436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1" name="Google Shape;1321;p52"/>
          <p:cNvSpPr/>
          <p:nvPr/>
        </p:nvSpPr>
        <p:spPr>
          <a:xfrm>
            <a:off x="9753600" y="7010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2" name="Google Shape;1322;p52"/>
          <p:cNvSpPr/>
          <p:nvPr/>
        </p:nvSpPr>
        <p:spPr>
          <a:xfrm>
            <a:off x="10058400" y="5029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3" name="Google Shape;1323;p52"/>
          <p:cNvSpPr/>
          <p:nvPr/>
        </p:nvSpPr>
        <p:spPr>
          <a:xfrm>
            <a:off x="9144000" y="48768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4" name="Google Shape;1324;p52"/>
          <p:cNvSpPr/>
          <p:nvPr/>
        </p:nvSpPr>
        <p:spPr>
          <a:xfrm>
            <a:off x="8382000" y="57912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5" name="Google Shape;1325;p52"/>
          <p:cNvSpPr/>
          <p:nvPr/>
        </p:nvSpPr>
        <p:spPr>
          <a:xfrm>
            <a:off x="8991600" y="54864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6" name="Google Shape;1326;p52"/>
          <p:cNvSpPr/>
          <p:nvPr/>
        </p:nvSpPr>
        <p:spPr>
          <a:xfrm>
            <a:off x="9296400" y="4572000"/>
            <a:ext cx="152400" cy="152400"/>
          </a:xfrm>
          <a:prstGeom prst="ellipse">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327" name="Google Shape;1327;p52"/>
          <p:cNvSpPr txBox="1"/>
          <p:nvPr/>
        </p:nvSpPr>
        <p:spPr>
          <a:xfrm>
            <a:off x="10641387" y="12039600"/>
            <a:ext cx="3516135" cy="10337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Helvetica Neue"/>
              <a:buNone/>
            </a:pPr>
            <a:r>
              <a:rPr b="1" i="0" lang="en-US" sz="5600" u="none" cap="none" strike="noStrike">
                <a:solidFill>
                  <a:srgbClr val="000000"/>
                </a:solidFill>
                <a:latin typeface="Helvetica Neue"/>
                <a:ea typeface="Helvetica Neue"/>
                <a:cs typeface="Helvetica Neue"/>
                <a:sym typeface="Helvetica Neue"/>
              </a:rPr>
              <a:t>Inliers: 20</a:t>
            </a:r>
            <a:endParaRPr/>
          </a:p>
        </p:txBody>
      </p:sp>
      <p:sp>
        <p:nvSpPr>
          <p:cNvPr id="1328" name="Google Shape;1328;p52"/>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329" name="Google Shape;1329;p52"/>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p>
            <a:pPr indent="0" lvl="0" marL="0" marR="0" rtl="0" algn="ctr">
              <a:lnSpc>
                <a:spcPct val="100000"/>
              </a:lnSpc>
              <a:spcBef>
                <a:spcPts val="0"/>
              </a:spcBef>
              <a:spcAft>
                <a:spcPts val="0"/>
              </a:spcAft>
              <a:buClr>
                <a:srgbClr val="000000"/>
              </a:buClr>
              <a:buSzPts val="11200"/>
              <a:buFont typeface="Helvetica Neue"/>
              <a:buNone/>
            </a:pPr>
            <a:r>
              <a:rPr lang="en-US">
                <a:latin typeface="Helvetica Neue"/>
                <a:ea typeface="Helvetica Neue"/>
                <a:cs typeface="Helvetica Neue"/>
                <a:sym typeface="Helvetica Neue"/>
              </a:rPr>
              <a:t>Counting inliers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5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RANSAC</a:t>
            </a:r>
            <a:endParaRPr/>
          </a:p>
        </p:txBody>
      </p:sp>
      <p:sp>
        <p:nvSpPr>
          <p:cNvPr id="1335" name="Google Shape;1335;p53"/>
          <p:cNvSpPr txBox="1"/>
          <p:nvPr>
            <p:ph idx="1" type="body"/>
          </p:nvPr>
        </p:nvSpPr>
        <p:spPr>
          <a:xfrm>
            <a:off x="1225025" y="3149600"/>
            <a:ext cx="22542900" cy="9601200"/>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Char char="•"/>
            </a:pPr>
            <a:r>
              <a:rPr lang="en-US" sz="6400">
                <a:latin typeface="Calibri"/>
                <a:ea typeface="Calibri"/>
                <a:cs typeface="Calibri"/>
                <a:sym typeface="Calibri"/>
              </a:rPr>
              <a:t>Idea:</a:t>
            </a:r>
            <a:endParaRPr/>
          </a:p>
          <a:p>
            <a:pPr indent="-571500" lvl="1" marL="1028700" rtl="0" algn="l">
              <a:lnSpc>
                <a:spcPct val="100000"/>
              </a:lnSpc>
              <a:spcBef>
                <a:spcPts val="1300"/>
              </a:spcBef>
              <a:spcAft>
                <a:spcPts val="0"/>
              </a:spcAft>
              <a:buClr>
                <a:srgbClr val="000000"/>
              </a:buClr>
              <a:buSzPts val="5600"/>
              <a:buChar char="–"/>
            </a:pPr>
            <a:r>
              <a:rPr lang="en-US" sz="5600"/>
              <a:t>All the inliers will agree with each other on the solution; the (hopefully small) number of outliers will (hopefully) disagree with each other</a:t>
            </a:r>
            <a:endParaRPr/>
          </a:p>
          <a:p>
            <a:pPr indent="-457200" lvl="2" marL="1371600" rtl="0" algn="l">
              <a:lnSpc>
                <a:spcPct val="100000"/>
              </a:lnSpc>
              <a:spcBef>
                <a:spcPts val="1100"/>
              </a:spcBef>
              <a:spcAft>
                <a:spcPts val="0"/>
              </a:spcAft>
              <a:buClr>
                <a:srgbClr val="000000"/>
              </a:buClr>
              <a:buSzPts val="4800"/>
              <a:buChar char="•"/>
            </a:pPr>
            <a:r>
              <a:rPr lang="en-US" sz="4800"/>
              <a:t>RANSAC only has guarantees if there are &lt; 50% outliers</a:t>
            </a:r>
            <a:endParaRPr/>
          </a:p>
          <a:p>
            <a:pPr indent="-152400" lvl="2" marL="1371600" rtl="0" algn="l">
              <a:lnSpc>
                <a:spcPct val="100000"/>
              </a:lnSpc>
              <a:spcBef>
                <a:spcPts val="1100"/>
              </a:spcBef>
              <a:spcAft>
                <a:spcPts val="0"/>
              </a:spcAft>
              <a:buClr>
                <a:srgbClr val="000000"/>
              </a:buClr>
              <a:buSzPts val="4800"/>
              <a:buNone/>
            </a:pPr>
            <a:r>
              <a:t/>
            </a:r>
            <a:endParaRPr sz="4800"/>
          </a:p>
          <a:p>
            <a:pPr indent="-571500" lvl="1" marL="1028700" rtl="0" algn="l">
              <a:lnSpc>
                <a:spcPct val="100000"/>
              </a:lnSpc>
              <a:spcBef>
                <a:spcPts val="1300"/>
              </a:spcBef>
              <a:spcAft>
                <a:spcPts val="0"/>
              </a:spcAft>
              <a:buClr>
                <a:srgbClr val="000000"/>
              </a:buClr>
              <a:buSzPts val="5600"/>
              <a:buChar char="–"/>
            </a:pPr>
            <a:r>
              <a:rPr lang="en-US" sz="5600"/>
              <a:t>“All good matches are alike; every bad match is bad in its own way.”</a:t>
            </a:r>
            <a:endParaRPr/>
          </a:p>
          <a:p>
            <a:pPr indent="-114300" lvl="1" marL="571500" rtl="0" algn="l">
              <a:lnSpc>
                <a:spcPct val="100000"/>
              </a:lnSpc>
              <a:spcBef>
                <a:spcPts val="1300"/>
              </a:spcBef>
              <a:spcAft>
                <a:spcPts val="0"/>
              </a:spcAft>
              <a:buClr>
                <a:srgbClr val="000000"/>
              </a:buClr>
              <a:buSzPts val="5600"/>
              <a:buNone/>
            </a:pPr>
            <a:r>
              <a:rPr lang="en-US" sz="5600"/>
              <a:t>				</a:t>
            </a:r>
            <a:r>
              <a:rPr lang="en-US" sz="4000"/>
              <a:t>– Tolstoy via Alyosha Efros</a:t>
            </a:r>
            <a:endParaRPr/>
          </a:p>
        </p:txBody>
      </p:sp>
      <p:sp>
        <p:nvSpPr>
          <p:cNvPr id="1336" name="Google Shape;1336;p5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56"/>
          <p:cNvSpPr txBox="1"/>
          <p:nvPr>
            <p:ph type="title"/>
          </p:nvPr>
        </p:nvSpPr>
        <p:spPr>
          <a:xfrm>
            <a:off x="3378200" y="533400"/>
            <a:ext cx="17627600" cy="2590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183"/>
              <a:buFont typeface="Helvetica Neue"/>
              <a:buNone/>
            </a:pPr>
            <a:r>
              <a:rPr lang="en-US" sz="8183">
                <a:latin typeface="Helvetica Neue"/>
                <a:ea typeface="Helvetica Neue"/>
                <a:cs typeface="Helvetica Neue"/>
                <a:sym typeface="Helvetica Neue"/>
              </a:rPr>
              <a:t>RANSAC: random sample consensus</a:t>
            </a:r>
            <a:endParaRPr/>
          </a:p>
        </p:txBody>
      </p:sp>
      <p:sp>
        <p:nvSpPr>
          <p:cNvPr id="1342" name="Google Shape;1342;p56"/>
          <p:cNvSpPr txBox="1"/>
          <p:nvPr>
            <p:ph idx="1" type="body"/>
          </p:nvPr>
        </p:nvSpPr>
        <p:spPr>
          <a:xfrm>
            <a:off x="2895600" y="3251200"/>
            <a:ext cx="18017431" cy="10210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6400"/>
              <a:buFont typeface="Helvetica Neue Light"/>
              <a:buNone/>
            </a:pPr>
            <a:r>
              <a:rPr lang="en-US">
                <a:latin typeface="Helvetica Neue Light"/>
                <a:ea typeface="Helvetica Neue Light"/>
                <a:cs typeface="Helvetica Neue Light"/>
                <a:sym typeface="Helvetica Neue Light"/>
              </a:rPr>
              <a:t>RANSAC loop (for N iterations):</a:t>
            </a:r>
            <a:endParaRPr/>
          </a:p>
          <a:p>
            <a:pPr indent="-634999" lvl="1" marL="1745341" rtl="0" algn="l">
              <a:lnSpc>
                <a:spcPct val="100000"/>
              </a:lnSpc>
              <a:spcBef>
                <a:spcPts val="1500"/>
              </a:spcBef>
              <a:spcAft>
                <a:spcPts val="0"/>
              </a:spcAft>
              <a:buClr>
                <a:srgbClr val="000000"/>
              </a:buClr>
              <a:buSzPts val="6400"/>
              <a:buFont typeface="Helvetica Neue Light"/>
              <a:buChar char="•"/>
            </a:pPr>
            <a:r>
              <a:rPr lang="en-US">
                <a:latin typeface="Helvetica Neue Light"/>
                <a:ea typeface="Helvetica Neue Light"/>
                <a:cs typeface="Helvetica Neue Light"/>
                <a:sym typeface="Helvetica Neue Light"/>
              </a:rPr>
              <a:t>Select four feature pairs (at random)</a:t>
            </a:r>
            <a:endParaRPr/>
          </a:p>
          <a:p>
            <a:pPr indent="-634999" lvl="1" marL="1745341" rtl="0" algn="l">
              <a:lnSpc>
                <a:spcPct val="100000"/>
              </a:lnSpc>
              <a:spcBef>
                <a:spcPts val="1500"/>
              </a:spcBef>
              <a:spcAft>
                <a:spcPts val="0"/>
              </a:spcAft>
              <a:buClr>
                <a:srgbClr val="000000"/>
              </a:buClr>
              <a:buSzPts val="6400"/>
              <a:buFont typeface="Helvetica Neue Light"/>
              <a:buChar char="•"/>
            </a:pPr>
            <a:r>
              <a:rPr lang="en-US">
                <a:latin typeface="Helvetica Neue Light"/>
                <a:ea typeface="Helvetica Neue Light"/>
                <a:cs typeface="Helvetica Neue Light"/>
                <a:sym typeface="Helvetica Neue Light"/>
              </a:rPr>
              <a:t>Compute homography H</a:t>
            </a:r>
            <a:endParaRPr/>
          </a:p>
          <a:p>
            <a:pPr indent="-634999" lvl="1" marL="1745341" rtl="0" algn="l">
              <a:lnSpc>
                <a:spcPct val="100000"/>
              </a:lnSpc>
              <a:spcBef>
                <a:spcPts val="1500"/>
              </a:spcBef>
              <a:spcAft>
                <a:spcPts val="0"/>
              </a:spcAft>
              <a:buClr>
                <a:srgbClr val="000000"/>
              </a:buClr>
              <a:buSzPts val="6400"/>
              <a:buFont typeface="Helvetica Neue Light"/>
              <a:buChar char="•"/>
            </a:pPr>
            <a:r>
              <a:rPr lang="en-US">
                <a:latin typeface="Helvetica Neue Light"/>
                <a:ea typeface="Helvetica Neue Light"/>
                <a:cs typeface="Helvetica Neue Light"/>
                <a:sym typeface="Helvetica Neue Light"/>
              </a:rPr>
              <a:t>Count </a:t>
            </a:r>
            <a:r>
              <a:rPr b="1" lang="en-US">
                <a:latin typeface="Helvetica Neue"/>
                <a:ea typeface="Helvetica Neue"/>
                <a:cs typeface="Helvetica Neue"/>
                <a:sym typeface="Helvetica Neue"/>
              </a:rPr>
              <a:t>inliers</a:t>
            </a:r>
            <a:r>
              <a:rPr lang="en-US">
                <a:latin typeface="Helvetica Neue Light"/>
                <a:ea typeface="Helvetica Neue Light"/>
                <a:cs typeface="Helvetica Neue Light"/>
                <a:sym typeface="Helvetica Neue Light"/>
              </a:rPr>
              <a:t> where ||</a:t>
            </a:r>
            <a:r>
              <a:rPr i="1" lang="en-US">
                <a:latin typeface="Times New Roman"/>
                <a:ea typeface="Times New Roman"/>
                <a:cs typeface="Times New Roman"/>
                <a:sym typeface="Times New Roman"/>
              </a:rPr>
              <a:t>p</a:t>
            </a:r>
            <a:r>
              <a:rPr baseline="-25000" i="1" lang="en-US">
                <a:latin typeface="Times New Roman"/>
                <a:ea typeface="Times New Roman"/>
                <a:cs typeface="Times New Roman"/>
                <a:sym typeface="Times New Roman"/>
              </a:rPr>
              <a:t>i</a:t>
            </a:r>
            <a:r>
              <a:rPr lang="en-US">
                <a:latin typeface="Helvetica Neue Light"/>
                <a:ea typeface="Helvetica Neue Light"/>
                <a:cs typeface="Helvetica Neue Light"/>
                <a:sym typeface="Helvetica Neue Light"/>
              </a:rPr>
              <a:t>’</a:t>
            </a:r>
            <a:r>
              <a:rPr i="1" lang="en-US">
                <a:latin typeface="Times New Roman"/>
                <a:ea typeface="Times New Roman"/>
                <a:cs typeface="Times New Roman"/>
                <a:sym typeface="Times New Roman"/>
              </a:rPr>
              <a:t> - </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p</a:t>
            </a:r>
            <a:r>
              <a:rPr baseline="-25000" i="1" lang="en-US">
                <a:latin typeface="Times New Roman"/>
                <a:ea typeface="Times New Roman"/>
                <a:cs typeface="Times New Roman"/>
                <a:sym typeface="Times New Roman"/>
              </a:rPr>
              <a:t>i</a:t>
            </a:r>
            <a:r>
              <a:rPr lang="en-US">
                <a:latin typeface="Helvetica Neue Light"/>
                <a:ea typeface="Helvetica Neue Light"/>
                <a:cs typeface="Helvetica Neue Light"/>
                <a:sym typeface="Helvetica Neue Light"/>
              </a:rPr>
              <a:t>)||</a:t>
            </a:r>
            <a:r>
              <a:rPr i="1" lang="en-US">
                <a:latin typeface="Times New Roman"/>
                <a:ea typeface="Times New Roman"/>
                <a:cs typeface="Times New Roman"/>
                <a:sym typeface="Times New Roman"/>
              </a:rPr>
              <a:t> &lt; ε</a:t>
            </a:r>
            <a:endParaRPr/>
          </a:p>
          <a:p>
            <a:pPr indent="0" lvl="0" marL="0" rtl="0" algn="l">
              <a:lnSpc>
                <a:spcPct val="100000"/>
              </a:lnSpc>
              <a:spcBef>
                <a:spcPts val="1500"/>
              </a:spcBef>
              <a:spcAft>
                <a:spcPts val="0"/>
              </a:spcAft>
              <a:buClr>
                <a:srgbClr val="000000"/>
              </a:buClr>
              <a:buSzPts val="6400"/>
              <a:buFont typeface="Helvetica Neue Light"/>
              <a:buNone/>
            </a:pPr>
            <a:r>
              <a:rPr lang="en-US">
                <a:latin typeface="Helvetica Neue Light"/>
                <a:ea typeface="Helvetica Neue Light"/>
                <a:cs typeface="Helvetica Neue Light"/>
                <a:sym typeface="Helvetica Neue Light"/>
              </a:rPr>
              <a:t>Afterwards:</a:t>
            </a:r>
            <a:endParaRPr/>
          </a:p>
          <a:p>
            <a:pPr indent="-634999" lvl="1" marL="1745341" rtl="0" algn="l">
              <a:lnSpc>
                <a:spcPct val="100000"/>
              </a:lnSpc>
              <a:spcBef>
                <a:spcPts val="1500"/>
              </a:spcBef>
              <a:spcAft>
                <a:spcPts val="0"/>
              </a:spcAft>
              <a:buClr>
                <a:srgbClr val="000000"/>
              </a:buClr>
              <a:buSzPts val="6400"/>
              <a:buFont typeface="Helvetica Neue Light"/>
              <a:buChar char="•"/>
            </a:pPr>
            <a:r>
              <a:rPr lang="en-US">
                <a:latin typeface="Helvetica Neue Light"/>
                <a:ea typeface="Helvetica Neue Light"/>
                <a:cs typeface="Helvetica Neue Light"/>
                <a:sym typeface="Helvetica Neue Light"/>
              </a:rPr>
              <a:t>Choose </a:t>
            </a:r>
            <a:r>
              <a:rPr b="1" i="1" lang="en-US">
                <a:latin typeface="Times New Roman"/>
                <a:ea typeface="Times New Roman"/>
                <a:cs typeface="Times New Roman"/>
                <a:sym typeface="Times New Roman"/>
              </a:rPr>
              <a:t>H  </a:t>
            </a:r>
            <a:r>
              <a:rPr lang="en-US">
                <a:latin typeface="Helvetica Neue Light"/>
                <a:ea typeface="Helvetica Neue Light"/>
                <a:cs typeface="Helvetica Neue Light"/>
                <a:sym typeface="Helvetica Neue Light"/>
              </a:rPr>
              <a:t>with largest set of inliers</a:t>
            </a:r>
            <a:endParaRPr/>
          </a:p>
          <a:p>
            <a:pPr indent="-634999" lvl="1" marL="1745341" rtl="0" algn="l">
              <a:lnSpc>
                <a:spcPct val="100000"/>
              </a:lnSpc>
              <a:spcBef>
                <a:spcPts val="1500"/>
              </a:spcBef>
              <a:spcAft>
                <a:spcPts val="0"/>
              </a:spcAft>
              <a:buClr>
                <a:srgbClr val="000000"/>
              </a:buClr>
              <a:buSzPts val="6400"/>
              <a:buFont typeface="Helvetica Neue Light"/>
              <a:buChar char="•"/>
            </a:pPr>
            <a:r>
              <a:rPr lang="en-US">
                <a:latin typeface="Helvetica Neue Light"/>
                <a:ea typeface="Helvetica Neue Light"/>
                <a:cs typeface="Helvetica Neue Light"/>
                <a:sym typeface="Helvetica Neue Light"/>
              </a:rPr>
              <a:t>Recompute </a:t>
            </a:r>
            <a:r>
              <a:rPr b="1" i="1" lang="en-US">
                <a:latin typeface="Times New Roman"/>
                <a:ea typeface="Times New Roman"/>
                <a:cs typeface="Times New Roman"/>
                <a:sym typeface="Times New Roman"/>
              </a:rPr>
              <a:t>H </a:t>
            </a:r>
            <a:r>
              <a:rPr lang="en-US">
                <a:latin typeface="Helvetica Neue Light"/>
                <a:ea typeface="Helvetica Neue Light"/>
                <a:cs typeface="Helvetica Neue Light"/>
                <a:sym typeface="Helvetica Neue Light"/>
              </a:rPr>
              <a:t>using only those inliers (often using high-quality nonlinear least squares)</a:t>
            </a:r>
            <a:endParaRPr/>
          </a:p>
        </p:txBody>
      </p:sp>
      <p:sp>
        <p:nvSpPr>
          <p:cNvPr id="1343" name="Google Shape;1343;p56"/>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344" name="Google Shape;1344;p56"/>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57"/>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350" name="Google Shape;1350;p57"/>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Simple example: fit a line</a:t>
            </a:r>
            <a:endParaRPr/>
          </a:p>
        </p:txBody>
      </p:sp>
      <p:sp>
        <p:nvSpPr>
          <p:cNvPr id="1351" name="Google Shape;1351;p57"/>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Arial"/>
              <a:buChar char="•"/>
            </a:pPr>
            <a:r>
              <a:rPr lang="en-US" sz="6400">
                <a:latin typeface="Arial"/>
                <a:ea typeface="Arial"/>
                <a:cs typeface="Arial"/>
                <a:sym typeface="Arial"/>
              </a:rPr>
              <a:t>Rather than homography H (8 numbers) </a:t>
            </a:r>
            <a:br>
              <a:rPr lang="en-US" sz="6400">
                <a:latin typeface="Arial"/>
                <a:ea typeface="Arial"/>
                <a:cs typeface="Arial"/>
                <a:sym typeface="Arial"/>
              </a:rPr>
            </a:br>
            <a:r>
              <a:rPr lang="en-US" sz="6400">
                <a:latin typeface="Arial"/>
                <a:ea typeface="Arial"/>
                <a:cs typeface="Arial"/>
                <a:sym typeface="Arial"/>
              </a:rPr>
              <a:t>fit y=ax+b (2 numbers a, b) to 2D pairs</a:t>
            </a:r>
            <a:endParaRPr/>
          </a:p>
        </p:txBody>
      </p:sp>
      <p:cxnSp>
        <p:nvCxnSpPr>
          <p:cNvPr id="1352" name="Google Shape;1352;p57"/>
          <p:cNvCxnSpPr/>
          <p:nvPr/>
        </p:nvCxnSpPr>
        <p:spPr>
          <a:xfrm flipH="1">
            <a:off x="4063365" y="6832600"/>
            <a:ext cx="1" cy="6137277"/>
          </a:xfrm>
          <a:prstGeom prst="straightConnector1">
            <a:avLst/>
          </a:prstGeom>
          <a:noFill/>
          <a:ln cap="flat" cmpd="sng" w="25400">
            <a:solidFill>
              <a:srgbClr val="000000"/>
            </a:solidFill>
            <a:prstDash val="solid"/>
            <a:round/>
            <a:headEnd len="med" w="med" type="stealth"/>
            <a:tailEnd len="sm" w="sm" type="none"/>
          </a:ln>
        </p:spPr>
      </p:cxnSp>
      <p:cxnSp>
        <p:nvCxnSpPr>
          <p:cNvPr id="1353" name="Google Shape;1353;p57"/>
          <p:cNvCxnSpPr/>
          <p:nvPr/>
        </p:nvCxnSpPr>
        <p:spPr>
          <a:xfrm rot="10800000">
            <a:off x="3825875" y="12937490"/>
            <a:ext cx="10172701" cy="1"/>
          </a:xfrm>
          <a:prstGeom prst="straightConnector1">
            <a:avLst/>
          </a:prstGeom>
          <a:noFill/>
          <a:ln cap="flat" cmpd="sng" w="25400">
            <a:solidFill>
              <a:srgbClr val="000000"/>
            </a:solidFill>
            <a:prstDash val="solid"/>
            <a:round/>
            <a:headEnd len="med" w="med" type="stealth"/>
            <a:tailEnd len="sm" w="sm" type="none"/>
          </a:ln>
        </p:spPr>
      </p:cxnSp>
      <p:sp>
        <p:nvSpPr>
          <p:cNvPr id="1354" name="Google Shape;1354;p57"/>
          <p:cNvSpPr/>
          <p:nvPr/>
        </p:nvSpPr>
        <p:spPr>
          <a:xfrm>
            <a:off x="5054600" y="10490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55" name="Google Shape;1355;p57"/>
          <p:cNvSpPr/>
          <p:nvPr/>
        </p:nvSpPr>
        <p:spPr>
          <a:xfrm>
            <a:off x="6172200" y="97028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56" name="Google Shape;1356;p57"/>
          <p:cNvSpPr/>
          <p:nvPr/>
        </p:nvSpPr>
        <p:spPr>
          <a:xfrm>
            <a:off x="73914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57" name="Google Shape;1357;p57"/>
          <p:cNvSpPr/>
          <p:nvPr/>
        </p:nvSpPr>
        <p:spPr>
          <a:xfrm>
            <a:off x="8178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58" name="Google Shape;1358;p57"/>
          <p:cNvSpPr/>
          <p:nvPr/>
        </p:nvSpPr>
        <p:spPr>
          <a:xfrm>
            <a:off x="96774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59" name="Google Shape;1359;p57"/>
          <p:cNvSpPr/>
          <p:nvPr/>
        </p:nvSpPr>
        <p:spPr>
          <a:xfrm>
            <a:off x="10693400" y="7518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60" name="Google Shape;1360;p57"/>
          <p:cNvSpPr/>
          <p:nvPr/>
        </p:nvSpPr>
        <p:spPr>
          <a:xfrm>
            <a:off x="9880600" y="7950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61" name="Google Shape;1361;p57"/>
          <p:cNvSpPr/>
          <p:nvPr/>
        </p:nvSpPr>
        <p:spPr>
          <a:xfrm>
            <a:off x="66040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62" name="Google Shape;1362;p57"/>
          <p:cNvSpPr/>
          <p:nvPr/>
        </p:nvSpPr>
        <p:spPr>
          <a:xfrm>
            <a:off x="11531600" y="9677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63" name="Google Shape;1363;p57"/>
          <p:cNvSpPr/>
          <p:nvPr/>
        </p:nvSpPr>
        <p:spPr>
          <a:xfrm>
            <a:off x="121920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64" name="Google Shape;1364;p57"/>
          <p:cNvSpPr/>
          <p:nvPr/>
        </p:nvSpPr>
        <p:spPr>
          <a:xfrm>
            <a:off x="8940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65" name="Google Shape;1365;p57"/>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58"/>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371" name="Google Shape;1371;p58"/>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Simple example: fit a line</a:t>
            </a:r>
            <a:endParaRPr/>
          </a:p>
        </p:txBody>
      </p:sp>
      <p:sp>
        <p:nvSpPr>
          <p:cNvPr id="1372" name="Google Shape;1372;p58"/>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Arial"/>
              <a:buChar char="•"/>
            </a:pPr>
            <a:r>
              <a:rPr lang="en-US" sz="6400">
                <a:latin typeface="Arial"/>
                <a:ea typeface="Arial"/>
                <a:cs typeface="Arial"/>
                <a:sym typeface="Arial"/>
              </a:rPr>
              <a:t>Pick 2 points</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Fit line</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Count inliers</a:t>
            </a:r>
            <a:endParaRPr/>
          </a:p>
        </p:txBody>
      </p:sp>
      <p:cxnSp>
        <p:nvCxnSpPr>
          <p:cNvPr id="1373" name="Google Shape;1373;p58"/>
          <p:cNvCxnSpPr/>
          <p:nvPr/>
        </p:nvCxnSpPr>
        <p:spPr>
          <a:xfrm flipH="1">
            <a:off x="4063365" y="6832600"/>
            <a:ext cx="1" cy="6137277"/>
          </a:xfrm>
          <a:prstGeom prst="straightConnector1">
            <a:avLst/>
          </a:prstGeom>
          <a:noFill/>
          <a:ln cap="flat" cmpd="sng" w="25400">
            <a:solidFill>
              <a:srgbClr val="000000"/>
            </a:solidFill>
            <a:prstDash val="solid"/>
            <a:round/>
            <a:headEnd len="med" w="med" type="stealth"/>
            <a:tailEnd len="sm" w="sm" type="none"/>
          </a:ln>
        </p:spPr>
      </p:cxnSp>
      <p:cxnSp>
        <p:nvCxnSpPr>
          <p:cNvPr id="1374" name="Google Shape;1374;p58"/>
          <p:cNvCxnSpPr/>
          <p:nvPr/>
        </p:nvCxnSpPr>
        <p:spPr>
          <a:xfrm rot="10800000">
            <a:off x="3825875" y="12937490"/>
            <a:ext cx="10172701" cy="1"/>
          </a:xfrm>
          <a:prstGeom prst="straightConnector1">
            <a:avLst/>
          </a:prstGeom>
          <a:noFill/>
          <a:ln cap="flat" cmpd="sng" w="25400">
            <a:solidFill>
              <a:srgbClr val="000000"/>
            </a:solidFill>
            <a:prstDash val="solid"/>
            <a:round/>
            <a:headEnd len="med" w="med" type="stealth"/>
            <a:tailEnd len="sm" w="sm" type="none"/>
          </a:ln>
        </p:spPr>
      </p:cxnSp>
      <p:sp>
        <p:nvSpPr>
          <p:cNvPr id="1375" name="Google Shape;1375;p58"/>
          <p:cNvSpPr/>
          <p:nvPr/>
        </p:nvSpPr>
        <p:spPr>
          <a:xfrm>
            <a:off x="5054600" y="10490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76" name="Google Shape;1376;p58"/>
          <p:cNvSpPr/>
          <p:nvPr/>
        </p:nvSpPr>
        <p:spPr>
          <a:xfrm>
            <a:off x="6172200" y="97028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77" name="Google Shape;1377;p58"/>
          <p:cNvSpPr/>
          <p:nvPr/>
        </p:nvSpPr>
        <p:spPr>
          <a:xfrm>
            <a:off x="73914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78" name="Google Shape;1378;p58"/>
          <p:cNvSpPr/>
          <p:nvPr/>
        </p:nvSpPr>
        <p:spPr>
          <a:xfrm>
            <a:off x="8178800" y="86106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79" name="Google Shape;1379;p58"/>
          <p:cNvSpPr/>
          <p:nvPr/>
        </p:nvSpPr>
        <p:spPr>
          <a:xfrm>
            <a:off x="96774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0" name="Google Shape;1380;p58"/>
          <p:cNvSpPr/>
          <p:nvPr/>
        </p:nvSpPr>
        <p:spPr>
          <a:xfrm>
            <a:off x="10693400" y="7518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1" name="Google Shape;1381;p58"/>
          <p:cNvSpPr/>
          <p:nvPr/>
        </p:nvSpPr>
        <p:spPr>
          <a:xfrm>
            <a:off x="9880600" y="7950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2" name="Google Shape;1382;p58"/>
          <p:cNvSpPr/>
          <p:nvPr/>
        </p:nvSpPr>
        <p:spPr>
          <a:xfrm>
            <a:off x="66040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3" name="Google Shape;1383;p58"/>
          <p:cNvSpPr/>
          <p:nvPr/>
        </p:nvSpPr>
        <p:spPr>
          <a:xfrm>
            <a:off x="11531600" y="96774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4" name="Google Shape;1384;p58"/>
          <p:cNvSpPr/>
          <p:nvPr/>
        </p:nvSpPr>
        <p:spPr>
          <a:xfrm>
            <a:off x="121920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5" name="Google Shape;1385;p58"/>
          <p:cNvSpPr/>
          <p:nvPr/>
        </p:nvSpPr>
        <p:spPr>
          <a:xfrm>
            <a:off x="8940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386" name="Google Shape;1386;p58"/>
          <p:cNvCxnSpPr/>
          <p:nvPr/>
        </p:nvCxnSpPr>
        <p:spPr>
          <a:xfrm>
            <a:off x="6981825" y="8343900"/>
            <a:ext cx="7464426" cy="2419350"/>
          </a:xfrm>
          <a:prstGeom prst="straightConnector1">
            <a:avLst/>
          </a:prstGeom>
          <a:noFill/>
          <a:ln cap="flat" cmpd="sng" w="101600">
            <a:solidFill>
              <a:srgbClr val="3B00A4"/>
            </a:solidFill>
            <a:prstDash val="solid"/>
            <a:round/>
            <a:headEnd len="sm" w="sm" type="none"/>
            <a:tailEnd len="sm" w="sm" type="none"/>
          </a:ln>
        </p:spPr>
      </p:cxnSp>
      <p:sp>
        <p:nvSpPr>
          <p:cNvPr id="1387" name="Google Shape;1387;p58"/>
          <p:cNvSpPr/>
          <p:nvPr/>
        </p:nvSpPr>
        <p:spPr>
          <a:xfrm>
            <a:off x="8940800" y="86106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388" name="Google Shape;1388;p58"/>
          <p:cNvSpPr txBox="1"/>
          <p:nvPr/>
        </p:nvSpPr>
        <p:spPr>
          <a:xfrm>
            <a:off x="7823200" y="7518400"/>
            <a:ext cx="1796059" cy="67260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2B4714"/>
              </a:buClr>
              <a:buSzPts val="4800"/>
              <a:buFont typeface="Times New Roman"/>
              <a:buNone/>
            </a:pPr>
            <a:r>
              <a:rPr b="0" i="0" lang="en-US" sz="4800" u="none" cap="none" strike="noStrike">
                <a:solidFill>
                  <a:srgbClr val="2B4714"/>
                </a:solidFill>
                <a:latin typeface="Times New Roman"/>
                <a:ea typeface="Times New Roman"/>
                <a:cs typeface="Times New Roman"/>
                <a:sym typeface="Times New Roman"/>
              </a:rPr>
              <a:t>3 inlier</a:t>
            </a:r>
            <a:endParaRPr/>
          </a:p>
        </p:txBody>
      </p:sp>
      <p:sp>
        <p:nvSpPr>
          <p:cNvPr id="1389" name="Google Shape;1389;p58"/>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59"/>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395" name="Google Shape;1395;p59"/>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Simple example: fit a line</a:t>
            </a:r>
            <a:endParaRPr/>
          </a:p>
        </p:txBody>
      </p:sp>
      <p:sp>
        <p:nvSpPr>
          <p:cNvPr id="1396" name="Google Shape;1396;p59"/>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Arial"/>
              <a:buChar char="•"/>
            </a:pPr>
            <a:r>
              <a:rPr lang="en-US" sz="6400">
                <a:latin typeface="Arial"/>
                <a:ea typeface="Arial"/>
                <a:cs typeface="Arial"/>
                <a:sym typeface="Arial"/>
              </a:rPr>
              <a:t>Pick 2 points</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Fit line</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Count inliers</a:t>
            </a:r>
            <a:endParaRPr/>
          </a:p>
        </p:txBody>
      </p:sp>
      <p:cxnSp>
        <p:nvCxnSpPr>
          <p:cNvPr id="1397" name="Google Shape;1397;p59"/>
          <p:cNvCxnSpPr/>
          <p:nvPr/>
        </p:nvCxnSpPr>
        <p:spPr>
          <a:xfrm flipH="1">
            <a:off x="4063365" y="6832600"/>
            <a:ext cx="1" cy="6137277"/>
          </a:xfrm>
          <a:prstGeom prst="straightConnector1">
            <a:avLst/>
          </a:prstGeom>
          <a:noFill/>
          <a:ln cap="flat" cmpd="sng" w="25400">
            <a:solidFill>
              <a:srgbClr val="000000"/>
            </a:solidFill>
            <a:prstDash val="solid"/>
            <a:round/>
            <a:headEnd len="med" w="med" type="stealth"/>
            <a:tailEnd len="sm" w="sm" type="none"/>
          </a:ln>
        </p:spPr>
      </p:cxnSp>
      <p:cxnSp>
        <p:nvCxnSpPr>
          <p:cNvPr id="1398" name="Google Shape;1398;p59"/>
          <p:cNvCxnSpPr/>
          <p:nvPr/>
        </p:nvCxnSpPr>
        <p:spPr>
          <a:xfrm rot="10800000">
            <a:off x="3825875" y="12937490"/>
            <a:ext cx="10172701" cy="1"/>
          </a:xfrm>
          <a:prstGeom prst="straightConnector1">
            <a:avLst/>
          </a:prstGeom>
          <a:noFill/>
          <a:ln cap="flat" cmpd="sng" w="25400">
            <a:solidFill>
              <a:srgbClr val="000000"/>
            </a:solidFill>
            <a:prstDash val="solid"/>
            <a:round/>
            <a:headEnd len="med" w="med" type="stealth"/>
            <a:tailEnd len="sm" w="sm" type="none"/>
          </a:ln>
        </p:spPr>
      </p:cxnSp>
      <p:sp>
        <p:nvSpPr>
          <p:cNvPr id="1399" name="Google Shape;1399;p59"/>
          <p:cNvSpPr/>
          <p:nvPr/>
        </p:nvSpPr>
        <p:spPr>
          <a:xfrm>
            <a:off x="5054600" y="10490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0" name="Google Shape;1400;p59"/>
          <p:cNvSpPr/>
          <p:nvPr/>
        </p:nvSpPr>
        <p:spPr>
          <a:xfrm>
            <a:off x="6172200" y="97028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1" name="Google Shape;1401;p59"/>
          <p:cNvSpPr/>
          <p:nvPr/>
        </p:nvSpPr>
        <p:spPr>
          <a:xfrm>
            <a:off x="73914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2" name="Google Shape;1402;p59"/>
          <p:cNvSpPr/>
          <p:nvPr/>
        </p:nvSpPr>
        <p:spPr>
          <a:xfrm>
            <a:off x="8178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3" name="Google Shape;1403;p59"/>
          <p:cNvSpPr/>
          <p:nvPr/>
        </p:nvSpPr>
        <p:spPr>
          <a:xfrm>
            <a:off x="96774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4" name="Google Shape;1404;p59"/>
          <p:cNvSpPr/>
          <p:nvPr/>
        </p:nvSpPr>
        <p:spPr>
          <a:xfrm>
            <a:off x="10693400" y="7518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5" name="Google Shape;1405;p59"/>
          <p:cNvSpPr/>
          <p:nvPr/>
        </p:nvSpPr>
        <p:spPr>
          <a:xfrm>
            <a:off x="9880600" y="7950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6" name="Google Shape;1406;p59"/>
          <p:cNvSpPr/>
          <p:nvPr/>
        </p:nvSpPr>
        <p:spPr>
          <a:xfrm>
            <a:off x="66040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7" name="Google Shape;1407;p59"/>
          <p:cNvSpPr/>
          <p:nvPr/>
        </p:nvSpPr>
        <p:spPr>
          <a:xfrm>
            <a:off x="11531600" y="9677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8" name="Google Shape;1408;p59"/>
          <p:cNvSpPr/>
          <p:nvPr/>
        </p:nvSpPr>
        <p:spPr>
          <a:xfrm>
            <a:off x="12192000" y="86106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09" name="Google Shape;1409;p59"/>
          <p:cNvSpPr/>
          <p:nvPr/>
        </p:nvSpPr>
        <p:spPr>
          <a:xfrm>
            <a:off x="8940800" y="86106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410" name="Google Shape;1410;p59"/>
          <p:cNvCxnSpPr/>
          <p:nvPr/>
        </p:nvCxnSpPr>
        <p:spPr>
          <a:xfrm>
            <a:off x="5238749" y="8813799"/>
            <a:ext cx="10026652" cy="41278"/>
          </a:xfrm>
          <a:prstGeom prst="straightConnector1">
            <a:avLst/>
          </a:prstGeom>
          <a:noFill/>
          <a:ln cap="flat" cmpd="sng" w="101600">
            <a:solidFill>
              <a:srgbClr val="3B00A4"/>
            </a:solidFill>
            <a:prstDash val="solid"/>
            <a:round/>
            <a:headEnd len="sm" w="sm" type="none"/>
            <a:tailEnd len="sm" w="sm" type="none"/>
          </a:ln>
        </p:spPr>
      </p:cxnSp>
      <p:grpSp>
        <p:nvGrpSpPr>
          <p:cNvPr id="1411" name="Google Shape;1411;p59"/>
          <p:cNvGrpSpPr/>
          <p:nvPr/>
        </p:nvGrpSpPr>
        <p:grpSpPr>
          <a:xfrm>
            <a:off x="8178800" y="8610600"/>
            <a:ext cx="1905000" cy="406400"/>
            <a:chOff x="0" y="0"/>
            <a:chExt cx="1905000" cy="406400"/>
          </a:xfrm>
        </p:grpSpPr>
        <p:sp>
          <p:nvSpPr>
            <p:cNvPr id="1412" name="Google Shape;1412;p59"/>
            <p:cNvSpPr/>
            <p:nvPr/>
          </p:nvSpPr>
          <p:spPr>
            <a:xfrm>
              <a:off x="0" y="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13" name="Google Shape;1413;p59"/>
            <p:cNvSpPr/>
            <p:nvPr/>
          </p:nvSpPr>
          <p:spPr>
            <a:xfrm>
              <a:off x="1498600" y="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1414" name="Google Shape;1414;p59"/>
          <p:cNvSpPr txBox="1"/>
          <p:nvPr/>
        </p:nvSpPr>
        <p:spPr>
          <a:xfrm>
            <a:off x="7823200" y="7518400"/>
            <a:ext cx="1796059" cy="67260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2B4714"/>
              </a:buClr>
              <a:buSzPts val="4800"/>
              <a:buFont typeface="Times New Roman"/>
              <a:buNone/>
            </a:pPr>
            <a:r>
              <a:rPr b="0" i="0" lang="en-US" sz="4800" u="none" cap="none" strike="noStrike">
                <a:solidFill>
                  <a:srgbClr val="2B4714"/>
                </a:solidFill>
                <a:latin typeface="Times New Roman"/>
                <a:ea typeface="Times New Roman"/>
                <a:cs typeface="Times New Roman"/>
                <a:sym typeface="Times New Roman"/>
              </a:rPr>
              <a:t>4 inlier</a:t>
            </a:r>
            <a:endParaRPr/>
          </a:p>
        </p:txBody>
      </p:sp>
      <p:sp>
        <p:nvSpPr>
          <p:cNvPr id="1415" name="Google Shape;1415;p59"/>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60"/>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421" name="Google Shape;1421;p60"/>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Simple example: fit a line</a:t>
            </a:r>
            <a:endParaRPr/>
          </a:p>
        </p:txBody>
      </p:sp>
      <p:sp>
        <p:nvSpPr>
          <p:cNvPr id="1422" name="Google Shape;1422;p60"/>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Arial"/>
              <a:buChar char="•"/>
            </a:pPr>
            <a:r>
              <a:rPr lang="en-US" sz="6400">
                <a:latin typeface="Arial"/>
                <a:ea typeface="Arial"/>
                <a:cs typeface="Arial"/>
                <a:sym typeface="Arial"/>
              </a:rPr>
              <a:t>Pick 2 points</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Fit line</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Count inliers</a:t>
            </a:r>
            <a:endParaRPr/>
          </a:p>
        </p:txBody>
      </p:sp>
      <p:cxnSp>
        <p:nvCxnSpPr>
          <p:cNvPr id="1423" name="Google Shape;1423;p60"/>
          <p:cNvCxnSpPr/>
          <p:nvPr/>
        </p:nvCxnSpPr>
        <p:spPr>
          <a:xfrm flipH="1">
            <a:off x="4063365" y="6832600"/>
            <a:ext cx="1" cy="6137277"/>
          </a:xfrm>
          <a:prstGeom prst="straightConnector1">
            <a:avLst/>
          </a:prstGeom>
          <a:noFill/>
          <a:ln cap="flat" cmpd="sng" w="25400">
            <a:solidFill>
              <a:srgbClr val="000000"/>
            </a:solidFill>
            <a:prstDash val="solid"/>
            <a:round/>
            <a:headEnd len="med" w="med" type="stealth"/>
            <a:tailEnd len="sm" w="sm" type="none"/>
          </a:ln>
        </p:spPr>
      </p:cxnSp>
      <p:cxnSp>
        <p:nvCxnSpPr>
          <p:cNvPr id="1424" name="Google Shape;1424;p60"/>
          <p:cNvCxnSpPr/>
          <p:nvPr/>
        </p:nvCxnSpPr>
        <p:spPr>
          <a:xfrm rot="10800000">
            <a:off x="3825875" y="12937490"/>
            <a:ext cx="10172701" cy="1"/>
          </a:xfrm>
          <a:prstGeom prst="straightConnector1">
            <a:avLst/>
          </a:prstGeom>
          <a:noFill/>
          <a:ln cap="flat" cmpd="sng" w="25400">
            <a:solidFill>
              <a:srgbClr val="000000"/>
            </a:solidFill>
            <a:prstDash val="solid"/>
            <a:round/>
            <a:headEnd len="med" w="med" type="stealth"/>
            <a:tailEnd len="sm" w="sm" type="none"/>
          </a:ln>
        </p:spPr>
      </p:cxnSp>
      <p:sp>
        <p:nvSpPr>
          <p:cNvPr id="1425" name="Google Shape;1425;p60"/>
          <p:cNvSpPr/>
          <p:nvPr/>
        </p:nvSpPr>
        <p:spPr>
          <a:xfrm>
            <a:off x="5054600" y="104902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26" name="Google Shape;1426;p60"/>
          <p:cNvSpPr/>
          <p:nvPr/>
        </p:nvSpPr>
        <p:spPr>
          <a:xfrm>
            <a:off x="6172200" y="97028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27" name="Google Shape;1427;p60"/>
          <p:cNvSpPr/>
          <p:nvPr/>
        </p:nvSpPr>
        <p:spPr>
          <a:xfrm>
            <a:off x="73914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28" name="Google Shape;1428;p60"/>
          <p:cNvSpPr/>
          <p:nvPr/>
        </p:nvSpPr>
        <p:spPr>
          <a:xfrm>
            <a:off x="8178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29" name="Google Shape;1429;p60"/>
          <p:cNvSpPr/>
          <p:nvPr/>
        </p:nvSpPr>
        <p:spPr>
          <a:xfrm>
            <a:off x="96774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30" name="Google Shape;1430;p60"/>
          <p:cNvSpPr/>
          <p:nvPr/>
        </p:nvSpPr>
        <p:spPr>
          <a:xfrm>
            <a:off x="10693400" y="7518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31" name="Google Shape;1431;p60"/>
          <p:cNvSpPr/>
          <p:nvPr/>
        </p:nvSpPr>
        <p:spPr>
          <a:xfrm>
            <a:off x="9880600" y="7950200"/>
            <a:ext cx="406400" cy="406400"/>
          </a:xfrm>
          <a:prstGeom prst="ellipse">
            <a:avLst/>
          </a:prstGeom>
          <a:no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32" name="Google Shape;1432;p60"/>
          <p:cNvSpPr/>
          <p:nvPr/>
        </p:nvSpPr>
        <p:spPr>
          <a:xfrm>
            <a:off x="66040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33" name="Google Shape;1433;p60"/>
          <p:cNvSpPr/>
          <p:nvPr/>
        </p:nvSpPr>
        <p:spPr>
          <a:xfrm>
            <a:off x="11531600" y="9677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34" name="Google Shape;1434;p60"/>
          <p:cNvSpPr/>
          <p:nvPr/>
        </p:nvSpPr>
        <p:spPr>
          <a:xfrm>
            <a:off x="121920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35" name="Google Shape;1435;p60"/>
          <p:cNvSpPr/>
          <p:nvPr/>
        </p:nvSpPr>
        <p:spPr>
          <a:xfrm>
            <a:off x="8940800" y="86106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436" name="Google Shape;1436;p60"/>
          <p:cNvCxnSpPr/>
          <p:nvPr/>
        </p:nvCxnSpPr>
        <p:spPr>
          <a:xfrm flipH="1" rot="10800000">
            <a:off x="4133850" y="6886575"/>
            <a:ext cx="8877301" cy="4346575"/>
          </a:xfrm>
          <a:prstGeom prst="straightConnector1">
            <a:avLst/>
          </a:prstGeom>
          <a:noFill/>
          <a:ln cap="flat" cmpd="sng" w="101600">
            <a:solidFill>
              <a:srgbClr val="3B00A4"/>
            </a:solidFill>
            <a:prstDash val="solid"/>
            <a:round/>
            <a:headEnd len="sm" w="sm" type="none"/>
            <a:tailEnd len="sm" w="sm" type="none"/>
          </a:ln>
        </p:spPr>
      </p:cxnSp>
      <p:sp>
        <p:nvSpPr>
          <p:cNvPr id="1437" name="Google Shape;1437;p60"/>
          <p:cNvSpPr txBox="1"/>
          <p:nvPr/>
        </p:nvSpPr>
        <p:spPr>
          <a:xfrm>
            <a:off x="7823200" y="7518400"/>
            <a:ext cx="1796059" cy="67260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2B4714"/>
              </a:buClr>
              <a:buSzPts val="4800"/>
              <a:buFont typeface="Times New Roman"/>
              <a:buNone/>
            </a:pPr>
            <a:r>
              <a:rPr b="0" i="0" lang="en-US" sz="4800" u="none" cap="none" strike="noStrike">
                <a:solidFill>
                  <a:srgbClr val="2B4714"/>
                </a:solidFill>
                <a:latin typeface="Times New Roman"/>
                <a:ea typeface="Times New Roman"/>
                <a:cs typeface="Times New Roman"/>
                <a:sym typeface="Times New Roman"/>
              </a:rPr>
              <a:t>9 inlier</a:t>
            </a:r>
            <a:endParaRPr/>
          </a:p>
        </p:txBody>
      </p:sp>
      <p:grpSp>
        <p:nvGrpSpPr>
          <p:cNvPr id="1438" name="Google Shape;1438;p60"/>
          <p:cNvGrpSpPr/>
          <p:nvPr/>
        </p:nvGrpSpPr>
        <p:grpSpPr>
          <a:xfrm>
            <a:off x="6172200" y="7518400"/>
            <a:ext cx="4927600" cy="2590800"/>
            <a:chOff x="0" y="0"/>
            <a:chExt cx="4927600" cy="2590800"/>
          </a:xfrm>
        </p:grpSpPr>
        <p:sp>
          <p:nvSpPr>
            <p:cNvPr id="1439" name="Google Shape;1439;p60"/>
            <p:cNvSpPr/>
            <p:nvPr/>
          </p:nvSpPr>
          <p:spPr>
            <a:xfrm>
              <a:off x="0" y="21844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40" name="Google Shape;1440;p60"/>
            <p:cNvSpPr/>
            <p:nvPr/>
          </p:nvSpPr>
          <p:spPr>
            <a:xfrm>
              <a:off x="431800" y="1981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41" name="Google Shape;1441;p60"/>
            <p:cNvSpPr/>
            <p:nvPr/>
          </p:nvSpPr>
          <p:spPr>
            <a:xfrm>
              <a:off x="1219200" y="1981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42" name="Google Shape;1442;p60"/>
            <p:cNvSpPr/>
            <p:nvPr/>
          </p:nvSpPr>
          <p:spPr>
            <a:xfrm>
              <a:off x="2006600" y="1092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43" name="Google Shape;1443;p60"/>
            <p:cNvSpPr/>
            <p:nvPr/>
          </p:nvSpPr>
          <p:spPr>
            <a:xfrm>
              <a:off x="3505200" y="1092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44" name="Google Shape;1444;p60"/>
            <p:cNvSpPr/>
            <p:nvPr/>
          </p:nvSpPr>
          <p:spPr>
            <a:xfrm>
              <a:off x="4521200" y="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45" name="Google Shape;1445;p60"/>
            <p:cNvSpPr/>
            <p:nvPr/>
          </p:nvSpPr>
          <p:spPr>
            <a:xfrm>
              <a:off x="3708400" y="4318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1446" name="Google Shape;1446;p60"/>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61"/>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452" name="Google Shape;1452;p61"/>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Simple example: fit a line</a:t>
            </a:r>
            <a:endParaRPr/>
          </a:p>
        </p:txBody>
      </p:sp>
      <p:sp>
        <p:nvSpPr>
          <p:cNvPr id="1453" name="Google Shape;1453;p61"/>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Arial"/>
              <a:buChar char="•"/>
            </a:pPr>
            <a:r>
              <a:rPr lang="en-US" sz="6400">
                <a:latin typeface="Arial"/>
                <a:ea typeface="Arial"/>
                <a:cs typeface="Arial"/>
                <a:sym typeface="Arial"/>
              </a:rPr>
              <a:t>Pick 2 points</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Fit line</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Count inliers</a:t>
            </a:r>
            <a:endParaRPr/>
          </a:p>
        </p:txBody>
      </p:sp>
      <p:cxnSp>
        <p:nvCxnSpPr>
          <p:cNvPr id="1454" name="Google Shape;1454;p61"/>
          <p:cNvCxnSpPr/>
          <p:nvPr/>
        </p:nvCxnSpPr>
        <p:spPr>
          <a:xfrm flipH="1">
            <a:off x="4063365" y="6832600"/>
            <a:ext cx="1" cy="6137277"/>
          </a:xfrm>
          <a:prstGeom prst="straightConnector1">
            <a:avLst/>
          </a:prstGeom>
          <a:noFill/>
          <a:ln cap="flat" cmpd="sng" w="25400">
            <a:solidFill>
              <a:srgbClr val="000000"/>
            </a:solidFill>
            <a:prstDash val="solid"/>
            <a:round/>
            <a:headEnd len="med" w="med" type="stealth"/>
            <a:tailEnd len="sm" w="sm" type="none"/>
          </a:ln>
        </p:spPr>
      </p:cxnSp>
      <p:cxnSp>
        <p:nvCxnSpPr>
          <p:cNvPr id="1455" name="Google Shape;1455;p61"/>
          <p:cNvCxnSpPr/>
          <p:nvPr/>
        </p:nvCxnSpPr>
        <p:spPr>
          <a:xfrm rot="10800000">
            <a:off x="3825875" y="12937490"/>
            <a:ext cx="10172701" cy="1"/>
          </a:xfrm>
          <a:prstGeom prst="straightConnector1">
            <a:avLst/>
          </a:prstGeom>
          <a:noFill/>
          <a:ln cap="flat" cmpd="sng" w="25400">
            <a:solidFill>
              <a:srgbClr val="000000"/>
            </a:solidFill>
            <a:prstDash val="solid"/>
            <a:round/>
            <a:headEnd len="med" w="med" type="stealth"/>
            <a:tailEnd len="sm" w="sm" type="none"/>
          </a:ln>
        </p:spPr>
      </p:cxnSp>
      <p:sp>
        <p:nvSpPr>
          <p:cNvPr id="1456" name="Google Shape;1456;p61"/>
          <p:cNvSpPr/>
          <p:nvPr/>
        </p:nvSpPr>
        <p:spPr>
          <a:xfrm>
            <a:off x="5054600" y="104902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57" name="Google Shape;1457;p61"/>
          <p:cNvSpPr/>
          <p:nvPr/>
        </p:nvSpPr>
        <p:spPr>
          <a:xfrm>
            <a:off x="6172200" y="97028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58" name="Google Shape;1458;p61"/>
          <p:cNvSpPr/>
          <p:nvPr/>
        </p:nvSpPr>
        <p:spPr>
          <a:xfrm>
            <a:off x="73914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59" name="Google Shape;1459;p61"/>
          <p:cNvSpPr/>
          <p:nvPr/>
        </p:nvSpPr>
        <p:spPr>
          <a:xfrm>
            <a:off x="8178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0" name="Google Shape;1460;p61"/>
          <p:cNvSpPr/>
          <p:nvPr/>
        </p:nvSpPr>
        <p:spPr>
          <a:xfrm>
            <a:off x="96774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1" name="Google Shape;1461;p61"/>
          <p:cNvSpPr/>
          <p:nvPr/>
        </p:nvSpPr>
        <p:spPr>
          <a:xfrm>
            <a:off x="10693400" y="7518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2" name="Google Shape;1462;p61"/>
          <p:cNvSpPr/>
          <p:nvPr/>
        </p:nvSpPr>
        <p:spPr>
          <a:xfrm>
            <a:off x="9880600" y="7950200"/>
            <a:ext cx="406400" cy="406400"/>
          </a:xfrm>
          <a:prstGeom prst="ellipse">
            <a:avLst/>
          </a:prstGeom>
          <a:solidFill>
            <a:srgbClr val="4A00E6"/>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3" name="Google Shape;1463;p61"/>
          <p:cNvSpPr/>
          <p:nvPr/>
        </p:nvSpPr>
        <p:spPr>
          <a:xfrm>
            <a:off x="66040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4" name="Google Shape;1464;p61"/>
          <p:cNvSpPr/>
          <p:nvPr/>
        </p:nvSpPr>
        <p:spPr>
          <a:xfrm>
            <a:off x="11531600" y="9677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5" name="Google Shape;1465;p61"/>
          <p:cNvSpPr/>
          <p:nvPr/>
        </p:nvSpPr>
        <p:spPr>
          <a:xfrm>
            <a:off x="121920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66" name="Google Shape;1466;p61"/>
          <p:cNvSpPr/>
          <p:nvPr/>
        </p:nvSpPr>
        <p:spPr>
          <a:xfrm>
            <a:off x="8940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467" name="Google Shape;1467;p61"/>
          <p:cNvCxnSpPr/>
          <p:nvPr/>
        </p:nvCxnSpPr>
        <p:spPr>
          <a:xfrm flipH="1" rot="10800000">
            <a:off x="4133850" y="6661150"/>
            <a:ext cx="8670927" cy="4572000"/>
          </a:xfrm>
          <a:prstGeom prst="straightConnector1">
            <a:avLst/>
          </a:prstGeom>
          <a:noFill/>
          <a:ln cap="flat" cmpd="sng" w="101600">
            <a:solidFill>
              <a:srgbClr val="3B00A4"/>
            </a:solidFill>
            <a:prstDash val="solid"/>
            <a:round/>
            <a:headEnd len="sm" w="sm" type="none"/>
            <a:tailEnd len="sm" w="sm" type="none"/>
          </a:ln>
        </p:spPr>
      </p:cxnSp>
      <p:sp>
        <p:nvSpPr>
          <p:cNvPr id="1468" name="Google Shape;1468;p61"/>
          <p:cNvSpPr txBox="1"/>
          <p:nvPr/>
        </p:nvSpPr>
        <p:spPr>
          <a:xfrm>
            <a:off x="7823200" y="7518400"/>
            <a:ext cx="1796059" cy="67260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2B4714"/>
              </a:buClr>
              <a:buSzPts val="4800"/>
              <a:buFont typeface="Times New Roman"/>
              <a:buNone/>
            </a:pPr>
            <a:r>
              <a:rPr b="0" i="0" lang="en-US" sz="4800" u="none" cap="none" strike="noStrike">
                <a:solidFill>
                  <a:srgbClr val="2B4714"/>
                </a:solidFill>
                <a:latin typeface="Times New Roman"/>
                <a:ea typeface="Times New Roman"/>
                <a:cs typeface="Times New Roman"/>
                <a:sym typeface="Times New Roman"/>
              </a:rPr>
              <a:t>8 inlier</a:t>
            </a:r>
            <a:endParaRPr/>
          </a:p>
        </p:txBody>
      </p:sp>
      <p:grpSp>
        <p:nvGrpSpPr>
          <p:cNvPr id="1469" name="Google Shape;1469;p61"/>
          <p:cNvGrpSpPr/>
          <p:nvPr/>
        </p:nvGrpSpPr>
        <p:grpSpPr>
          <a:xfrm>
            <a:off x="6172200" y="7518400"/>
            <a:ext cx="4927600" cy="2590800"/>
            <a:chOff x="0" y="0"/>
            <a:chExt cx="4927600" cy="2590800"/>
          </a:xfrm>
        </p:grpSpPr>
        <p:sp>
          <p:nvSpPr>
            <p:cNvPr id="1470" name="Google Shape;1470;p61"/>
            <p:cNvSpPr/>
            <p:nvPr/>
          </p:nvSpPr>
          <p:spPr>
            <a:xfrm>
              <a:off x="0" y="21844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71" name="Google Shape;1471;p61"/>
            <p:cNvSpPr/>
            <p:nvPr/>
          </p:nvSpPr>
          <p:spPr>
            <a:xfrm>
              <a:off x="431800" y="1981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72" name="Google Shape;1472;p61"/>
            <p:cNvSpPr/>
            <p:nvPr/>
          </p:nvSpPr>
          <p:spPr>
            <a:xfrm>
              <a:off x="1219200" y="1981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73" name="Google Shape;1473;p61"/>
            <p:cNvSpPr/>
            <p:nvPr/>
          </p:nvSpPr>
          <p:spPr>
            <a:xfrm>
              <a:off x="2006600" y="1092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74" name="Google Shape;1474;p61"/>
            <p:cNvSpPr/>
            <p:nvPr/>
          </p:nvSpPr>
          <p:spPr>
            <a:xfrm>
              <a:off x="2768600" y="1092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75" name="Google Shape;1475;p61"/>
            <p:cNvSpPr/>
            <p:nvPr/>
          </p:nvSpPr>
          <p:spPr>
            <a:xfrm>
              <a:off x="4521200" y="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1476" name="Google Shape;1476;p61"/>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3">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62"/>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1482" name="Google Shape;1482;p62"/>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Arial"/>
              <a:buNone/>
            </a:pPr>
            <a:r>
              <a:rPr lang="en-US" sz="8800">
                <a:latin typeface="Arial"/>
                <a:ea typeface="Arial"/>
                <a:cs typeface="Arial"/>
                <a:sym typeface="Arial"/>
              </a:rPr>
              <a:t>Simple example: fit a line</a:t>
            </a:r>
            <a:endParaRPr/>
          </a:p>
        </p:txBody>
      </p:sp>
      <p:sp>
        <p:nvSpPr>
          <p:cNvPr id="1483" name="Google Shape;1483;p62"/>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Arial"/>
              <a:buChar char="•"/>
            </a:pPr>
            <a:r>
              <a:rPr lang="en-US" sz="6400">
                <a:latin typeface="Arial"/>
                <a:ea typeface="Arial"/>
                <a:cs typeface="Arial"/>
                <a:sym typeface="Arial"/>
              </a:rPr>
              <a:t>Use biggest set of inliers</a:t>
            </a:r>
            <a:endParaRPr/>
          </a:p>
          <a:p>
            <a:pPr indent="-685800" lvl="0" marL="685800" rtl="0" algn="l">
              <a:lnSpc>
                <a:spcPct val="100000"/>
              </a:lnSpc>
              <a:spcBef>
                <a:spcPts val="1500"/>
              </a:spcBef>
              <a:spcAft>
                <a:spcPts val="0"/>
              </a:spcAft>
              <a:buClr>
                <a:srgbClr val="000000"/>
              </a:buClr>
              <a:buSzPts val="6400"/>
              <a:buFont typeface="Arial"/>
              <a:buChar char="•"/>
            </a:pPr>
            <a:r>
              <a:rPr lang="en-US" sz="6400">
                <a:latin typeface="Arial"/>
                <a:ea typeface="Arial"/>
                <a:cs typeface="Arial"/>
                <a:sym typeface="Arial"/>
              </a:rPr>
              <a:t>Do least-square fit</a:t>
            </a:r>
            <a:endParaRPr/>
          </a:p>
        </p:txBody>
      </p:sp>
      <p:cxnSp>
        <p:nvCxnSpPr>
          <p:cNvPr id="1484" name="Google Shape;1484;p62"/>
          <p:cNvCxnSpPr/>
          <p:nvPr/>
        </p:nvCxnSpPr>
        <p:spPr>
          <a:xfrm flipH="1">
            <a:off x="4063365" y="6832600"/>
            <a:ext cx="1" cy="6137277"/>
          </a:xfrm>
          <a:prstGeom prst="straightConnector1">
            <a:avLst/>
          </a:prstGeom>
          <a:noFill/>
          <a:ln cap="flat" cmpd="sng" w="25400">
            <a:solidFill>
              <a:srgbClr val="000000"/>
            </a:solidFill>
            <a:prstDash val="solid"/>
            <a:round/>
            <a:headEnd len="med" w="med" type="stealth"/>
            <a:tailEnd len="sm" w="sm" type="none"/>
          </a:ln>
        </p:spPr>
      </p:cxnSp>
      <p:cxnSp>
        <p:nvCxnSpPr>
          <p:cNvPr id="1485" name="Google Shape;1485;p62"/>
          <p:cNvCxnSpPr/>
          <p:nvPr/>
        </p:nvCxnSpPr>
        <p:spPr>
          <a:xfrm rot="10800000">
            <a:off x="3825875" y="12937490"/>
            <a:ext cx="10172701" cy="1"/>
          </a:xfrm>
          <a:prstGeom prst="straightConnector1">
            <a:avLst/>
          </a:prstGeom>
          <a:noFill/>
          <a:ln cap="flat" cmpd="sng" w="25400">
            <a:solidFill>
              <a:srgbClr val="000000"/>
            </a:solidFill>
            <a:prstDash val="solid"/>
            <a:round/>
            <a:headEnd len="med" w="med" type="stealth"/>
            <a:tailEnd len="sm" w="sm" type="none"/>
          </a:ln>
        </p:spPr>
      </p:cxnSp>
      <p:sp>
        <p:nvSpPr>
          <p:cNvPr id="1486" name="Google Shape;1486;p62"/>
          <p:cNvSpPr/>
          <p:nvPr/>
        </p:nvSpPr>
        <p:spPr>
          <a:xfrm>
            <a:off x="5054600" y="10490200"/>
            <a:ext cx="406400" cy="406400"/>
          </a:xfrm>
          <a:prstGeom prst="ellipse">
            <a:avLst/>
          </a:prstGeom>
          <a:solidFill>
            <a:srgbClr val="3F691E"/>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87" name="Google Shape;1487;p62"/>
          <p:cNvSpPr/>
          <p:nvPr/>
        </p:nvSpPr>
        <p:spPr>
          <a:xfrm>
            <a:off x="6172200" y="97028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88" name="Google Shape;1488;p62"/>
          <p:cNvSpPr/>
          <p:nvPr/>
        </p:nvSpPr>
        <p:spPr>
          <a:xfrm>
            <a:off x="73914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89" name="Google Shape;1489;p62"/>
          <p:cNvSpPr/>
          <p:nvPr/>
        </p:nvSpPr>
        <p:spPr>
          <a:xfrm>
            <a:off x="81788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0" name="Google Shape;1490;p62"/>
          <p:cNvSpPr/>
          <p:nvPr/>
        </p:nvSpPr>
        <p:spPr>
          <a:xfrm>
            <a:off x="96774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1" name="Google Shape;1491;p62"/>
          <p:cNvSpPr/>
          <p:nvPr/>
        </p:nvSpPr>
        <p:spPr>
          <a:xfrm>
            <a:off x="10693400" y="7518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2" name="Google Shape;1492;p62"/>
          <p:cNvSpPr/>
          <p:nvPr/>
        </p:nvSpPr>
        <p:spPr>
          <a:xfrm>
            <a:off x="9880600" y="7950200"/>
            <a:ext cx="406400" cy="406400"/>
          </a:xfrm>
          <a:prstGeom prst="ellipse">
            <a:avLst/>
          </a:prstGeom>
          <a:no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3" name="Google Shape;1493;p62"/>
          <p:cNvSpPr/>
          <p:nvPr/>
        </p:nvSpPr>
        <p:spPr>
          <a:xfrm>
            <a:off x="6604000" y="94742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4" name="Google Shape;1494;p62"/>
          <p:cNvSpPr/>
          <p:nvPr/>
        </p:nvSpPr>
        <p:spPr>
          <a:xfrm>
            <a:off x="11531600" y="96774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5" name="Google Shape;1495;p62"/>
          <p:cNvSpPr/>
          <p:nvPr/>
        </p:nvSpPr>
        <p:spPr>
          <a:xfrm>
            <a:off x="12192000" y="8610600"/>
            <a:ext cx="406400" cy="406400"/>
          </a:xfrm>
          <a:prstGeom prst="ellipse">
            <a:avLst/>
          </a:prstGeom>
          <a:solidFill>
            <a:srgbClr val="FFFFFF"/>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496" name="Google Shape;1496;p62"/>
          <p:cNvSpPr/>
          <p:nvPr/>
        </p:nvSpPr>
        <p:spPr>
          <a:xfrm>
            <a:off x="8940800" y="8610600"/>
            <a:ext cx="406400" cy="406400"/>
          </a:xfrm>
          <a:prstGeom prst="ellipse">
            <a:avLst/>
          </a:prstGeom>
          <a:solidFill>
            <a:srgbClr val="3F691E"/>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497" name="Google Shape;1497;p62"/>
          <p:cNvCxnSpPr/>
          <p:nvPr/>
        </p:nvCxnSpPr>
        <p:spPr>
          <a:xfrm flipH="1" rot="10800000">
            <a:off x="4133850" y="6886575"/>
            <a:ext cx="8877301" cy="4346575"/>
          </a:xfrm>
          <a:prstGeom prst="straightConnector1">
            <a:avLst/>
          </a:prstGeom>
          <a:noFill/>
          <a:ln cap="flat" cmpd="sng" w="101600">
            <a:solidFill>
              <a:srgbClr val="3F691E"/>
            </a:solidFill>
            <a:prstDash val="solid"/>
            <a:round/>
            <a:headEnd len="sm" w="sm" type="none"/>
            <a:tailEnd len="sm" w="sm" type="none"/>
          </a:ln>
        </p:spPr>
      </p:cxnSp>
      <p:grpSp>
        <p:nvGrpSpPr>
          <p:cNvPr id="1498" name="Google Shape;1498;p62"/>
          <p:cNvGrpSpPr/>
          <p:nvPr/>
        </p:nvGrpSpPr>
        <p:grpSpPr>
          <a:xfrm>
            <a:off x="6172200" y="7518400"/>
            <a:ext cx="4927600" cy="2590800"/>
            <a:chOff x="0" y="0"/>
            <a:chExt cx="4927600" cy="2590800"/>
          </a:xfrm>
        </p:grpSpPr>
        <p:sp>
          <p:nvSpPr>
            <p:cNvPr id="1499" name="Google Shape;1499;p62"/>
            <p:cNvSpPr/>
            <p:nvPr/>
          </p:nvSpPr>
          <p:spPr>
            <a:xfrm>
              <a:off x="0" y="21844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500" name="Google Shape;1500;p62"/>
            <p:cNvSpPr/>
            <p:nvPr/>
          </p:nvSpPr>
          <p:spPr>
            <a:xfrm>
              <a:off x="431800" y="1981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501" name="Google Shape;1501;p62"/>
            <p:cNvSpPr/>
            <p:nvPr/>
          </p:nvSpPr>
          <p:spPr>
            <a:xfrm>
              <a:off x="1219200" y="1981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502" name="Google Shape;1502;p62"/>
            <p:cNvSpPr/>
            <p:nvPr/>
          </p:nvSpPr>
          <p:spPr>
            <a:xfrm>
              <a:off x="2006600" y="1092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503" name="Google Shape;1503;p62"/>
            <p:cNvSpPr/>
            <p:nvPr/>
          </p:nvSpPr>
          <p:spPr>
            <a:xfrm>
              <a:off x="3505200" y="10922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504" name="Google Shape;1504;p62"/>
            <p:cNvSpPr/>
            <p:nvPr/>
          </p:nvSpPr>
          <p:spPr>
            <a:xfrm>
              <a:off x="4521200" y="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505" name="Google Shape;1505;p62"/>
            <p:cNvSpPr/>
            <p:nvPr/>
          </p:nvSpPr>
          <p:spPr>
            <a:xfrm>
              <a:off x="3708400" y="431800"/>
              <a:ext cx="406400" cy="406400"/>
            </a:xfrm>
            <a:prstGeom prst="ellipse">
              <a:avLst/>
            </a:prstGeom>
            <a:solidFill>
              <a:srgbClr val="558E28"/>
            </a:solidFill>
            <a:ln cap="flat" cmpd="sng" w="254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1506" name="Google Shape;1506;p62"/>
          <p:cNvSpPr txBox="1"/>
          <p:nvPr/>
        </p:nvSpPr>
        <p:spPr>
          <a:xfrm>
            <a:off x="18767689" y="13123192"/>
            <a:ext cx="5049318"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Torralba, Freeman,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3">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6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Example: fitting a translation</a:t>
            </a:r>
            <a:endParaRPr/>
          </a:p>
        </p:txBody>
      </p:sp>
      <p:pic>
        <p:nvPicPr>
          <p:cNvPr descr="Picture 3" id="1512" name="Google Shape;1512;p63"/>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513" name="Google Shape;1513;p63"/>
          <p:cNvCxnSpPr/>
          <p:nvPr/>
        </p:nvCxnSpPr>
        <p:spPr>
          <a:xfrm flipH="1" rot="10800000">
            <a:off x="10820400" y="7315200"/>
            <a:ext cx="3200401"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14" name="Google Shape;1514;p63"/>
          <p:cNvCxnSpPr/>
          <p:nvPr/>
        </p:nvCxnSpPr>
        <p:spPr>
          <a:xfrm flipH="1" rot="10800000">
            <a:off x="11277600" y="57912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15" name="Google Shape;1515;p63"/>
          <p:cNvCxnSpPr/>
          <p:nvPr/>
        </p:nvCxnSpPr>
        <p:spPr>
          <a:xfrm flipH="1" rot="10800000">
            <a:off x="11277600" y="4114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16" name="Google Shape;1516;p63"/>
          <p:cNvCxnSpPr/>
          <p:nvPr/>
        </p:nvCxnSpPr>
        <p:spPr>
          <a:xfrm flipH="1" rot="10800000">
            <a:off x="10363200" y="4876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17" name="Google Shape;1517;p63"/>
          <p:cNvCxnSpPr/>
          <p:nvPr/>
        </p:nvCxnSpPr>
        <p:spPr>
          <a:xfrm flipH="1" rot="10800000">
            <a:off x="10363200" y="67056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18" name="Google Shape;1518;p63"/>
          <p:cNvCxnSpPr/>
          <p:nvPr/>
        </p:nvCxnSpPr>
        <p:spPr>
          <a:xfrm>
            <a:off x="8991600" y="5791199"/>
            <a:ext cx="5943601" cy="152402"/>
          </a:xfrm>
          <a:prstGeom prst="straightConnector1">
            <a:avLst/>
          </a:prstGeom>
          <a:noFill/>
          <a:ln cap="flat" cmpd="sng" w="101600">
            <a:solidFill>
              <a:srgbClr val="CC0000"/>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19" name="Google Shape;1519;p63"/>
          <p:cNvCxnSpPr/>
          <p:nvPr/>
        </p:nvCxnSpPr>
        <p:spPr>
          <a:xfrm>
            <a:off x="8991600" y="3962400"/>
            <a:ext cx="7162801" cy="457200"/>
          </a:xfrm>
          <a:prstGeom prst="straightConnector1">
            <a:avLst/>
          </a:prstGeom>
          <a:noFill/>
          <a:ln cap="flat" cmpd="sng" w="101600">
            <a:solidFill>
              <a:srgbClr val="CC0000"/>
            </a:solidFill>
            <a:prstDash val="solid"/>
            <a:round/>
            <a:headEnd len="sm" w="sm" type="none"/>
            <a:tailEnd len="med" w="med" type="triangle"/>
          </a:ln>
          <a:effectLst>
            <a:outerShdw blurRad="101600" rotWithShape="0" dir="2700000" dist="76200">
              <a:srgbClr val="000000">
                <a:alpha val="87843"/>
              </a:srgbClr>
            </a:outerShdw>
          </a:effectLst>
        </p:spPr>
      </p:cxnSp>
      <p:sp>
        <p:nvSpPr>
          <p:cNvPr id="1520" name="Google Shape;1520;p6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64"/>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u="sng"/>
              <a:t>RA</a:t>
            </a:r>
            <a:r>
              <a:rPr lang="en-US" u="none"/>
              <a:t>ndom </a:t>
            </a:r>
            <a:r>
              <a:rPr lang="en-US" u="sng"/>
              <a:t>SA</a:t>
            </a:r>
            <a:r>
              <a:rPr lang="en-US" u="none"/>
              <a:t>mple </a:t>
            </a:r>
            <a:r>
              <a:rPr lang="en-US" u="sng"/>
              <a:t>C</a:t>
            </a:r>
            <a:r>
              <a:rPr lang="en-US" u="none"/>
              <a:t>onsensus</a:t>
            </a:r>
            <a:endParaRPr/>
          </a:p>
        </p:txBody>
      </p:sp>
      <p:pic>
        <p:nvPicPr>
          <p:cNvPr descr="Picture 3" id="1526" name="Google Shape;1526;p64"/>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527" name="Google Shape;1527;p64"/>
          <p:cNvCxnSpPr/>
          <p:nvPr/>
        </p:nvCxnSpPr>
        <p:spPr>
          <a:xfrm flipH="1" rot="10800000">
            <a:off x="10820400" y="7315200"/>
            <a:ext cx="3200401"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28" name="Google Shape;1528;p64"/>
          <p:cNvCxnSpPr/>
          <p:nvPr/>
        </p:nvCxnSpPr>
        <p:spPr>
          <a:xfrm flipH="1" rot="10800000">
            <a:off x="11255827" y="5486391"/>
            <a:ext cx="3352801" cy="152401"/>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29" name="Google Shape;1529;p64"/>
          <p:cNvCxnSpPr/>
          <p:nvPr/>
        </p:nvCxnSpPr>
        <p:spPr>
          <a:xfrm flipH="1" rot="10800000">
            <a:off x="11277600" y="4114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30" name="Google Shape;1530;p64"/>
          <p:cNvCxnSpPr/>
          <p:nvPr/>
        </p:nvCxnSpPr>
        <p:spPr>
          <a:xfrm flipH="1" rot="10800000">
            <a:off x="10363200" y="4876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31" name="Google Shape;1531;p64"/>
          <p:cNvCxnSpPr/>
          <p:nvPr/>
        </p:nvCxnSpPr>
        <p:spPr>
          <a:xfrm flipH="1" rot="10800000">
            <a:off x="10363200" y="67056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32" name="Google Shape;1532;p64"/>
          <p:cNvCxnSpPr/>
          <p:nvPr/>
        </p:nvCxnSpPr>
        <p:spPr>
          <a:xfrm>
            <a:off x="8991600" y="5791199"/>
            <a:ext cx="5943601" cy="152402"/>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33" name="Google Shape;1533;p64"/>
          <p:cNvCxnSpPr/>
          <p:nvPr/>
        </p:nvCxnSpPr>
        <p:spPr>
          <a:xfrm>
            <a:off x="8991600" y="3962400"/>
            <a:ext cx="7162801" cy="4572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sp>
        <p:nvSpPr>
          <p:cNvPr id="1534" name="Google Shape;1534;p64"/>
          <p:cNvSpPr txBox="1"/>
          <p:nvPr/>
        </p:nvSpPr>
        <p:spPr>
          <a:xfrm>
            <a:off x="6096000" y="10820400"/>
            <a:ext cx="12039600" cy="64077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Select </a:t>
            </a:r>
            <a:r>
              <a:rPr b="0" i="1" lang="en-US" sz="3600" u="none" cap="none" strike="noStrike">
                <a:solidFill>
                  <a:srgbClr val="000000"/>
                </a:solidFill>
                <a:latin typeface="Calibri"/>
                <a:ea typeface="Calibri"/>
                <a:cs typeface="Calibri"/>
                <a:sym typeface="Calibri"/>
              </a:rPr>
              <a:t>one</a:t>
            </a:r>
            <a:r>
              <a:rPr b="0" i="0" lang="en-US" sz="3600" u="none" cap="none" strike="noStrike">
                <a:solidFill>
                  <a:srgbClr val="000000"/>
                </a:solidFill>
                <a:latin typeface="Calibri"/>
                <a:ea typeface="Calibri"/>
                <a:cs typeface="Calibri"/>
                <a:sym typeface="Calibri"/>
              </a:rPr>
              <a:t> match at random, count </a:t>
            </a:r>
            <a:r>
              <a:rPr b="0" i="1" lang="en-US" sz="3600" u="none" cap="none" strike="noStrike">
                <a:solidFill>
                  <a:srgbClr val="000000"/>
                </a:solidFill>
                <a:latin typeface="Calibri"/>
                <a:ea typeface="Calibri"/>
                <a:cs typeface="Calibri"/>
                <a:sym typeface="Calibri"/>
              </a:rPr>
              <a:t>inliers</a:t>
            </a:r>
            <a:endParaRPr/>
          </a:p>
        </p:txBody>
      </p:sp>
      <p:sp>
        <p:nvSpPr>
          <p:cNvPr id="1535" name="Google Shape;1535;p64"/>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65"/>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u="sng"/>
              <a:t>RA</a:t>
            </a:r>
            <a:r>
              <a:rPr lang="en-US" u="none"/>
              <a:t>ndom </a:t>
            </a:r>
            <a:r>
              <a:rPr lang="en-US" u="sng"/>
              <a:t>SA</a:t>
            </a:r>
            <a:r>
              <a:rPr lang="en-US" u="none"/>
              <a:t>mple </a:t>
            </a:r>
            <a:r>
              <a:rPr lang="en-US" u="sng"/>
              <a:t>C</a:t>
            </a:r>
            <a:r>
              <a:rPr lang="en-US" u="none"/>
              <a:t>onsensus</a:t>
            </a:r>
            <a:endParaRPr/>
          </a:p>
        </p:txBody>
      </p:sp>
      <p:pic>
        <p:nvPicPr>
          <p:cNvPr descr="Picture 3" id="1541" name="Google Shape;1541;p65"/>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542" name="Google Shape;1542;p65"/>
          <p:cNvCxnSpPr/>
          <p:nvPr/>
        </p:nvCxnSpPr>
        <p:spPr>
          <a:xfrm flipH="1" rot="10800000">
            <a:off x="10820400" y="7315200"/>
            <a:ext cx="3200401"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43" name="Google Shape;1543;p65"/>
          <p:cNvCxnSpPr/>
          <p:nvPr/>
        </p:nvCxnSpPr>
        <p:spPr>
          <a:xfrm flipH="1" rot="10800000">
            <a:off x="11255827" y="5486391"/>
            <a:ext cx="3352801" cy="152401"/>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44" name="Google Shape;1544;p65"/>
          <p:cNvCxnSpPr/>
          <p:nvPr/>
        </p:nvCxnSpPr>
        <p:spPr>
          <a:xfrm flipH="1" rot="10800000">
            <a:off x="11277600" y="4114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45" name="Google Shape;1545;p65"/>
          <p:cNvCxnSpPr/>
          <p:nvPr/>
        </p:nvCxnSpPr>
        <p:spPr>
          <a:xfrm flipH="1" rot="10800000">
            <a:off x="10363200" y="4876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46" name="Google Shape;1546;p65"/>
          <p:cNvCxnSpPr/>
          <p:nvPr/>
        </p:nvCxnSpPr>
        <p:spPr>
          <a:xfrm flipH="1" rot="10800000">
            <a:off x="10363200" y="67056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47" name="Google Shape;1547;p65"/>
          <p:cNvCxnSpPr/>
          <p:nvPr/>
        </p:nvCxnSpPr>
        <p:spPr>
          <a:xfrm>
            <a:off x="8991600" y="5791199"/>
            <a:ext cx="5943601" cy="152402"/>
          </a:xfrm>
          <a:prstGeom prst="straightConnector1">
            <a:avLst/>
          </a:prstGeom>
          <a:noFill/>
          <a:ln cap="flat" cmpd="sng" w="101600">
            <a:solidFill>
              <a:srgbClr val="FDFB65"/>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48" name="Google Shape;1548;p65"/>
          <p:cNvCxnSpPr/>
          <p:nvPr/>
        </p:nvCxnSpPr>
        <p:spPr>
          <a:xfrm>
            <a:off x="8991600" y="3962400"/>
            <a:ext cx="7162801" cy="4572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sp>
        <p:nvSpPr>
          <p:cNvPr id="1549" name="Google Shape;1549;p65"/>
          <p:cNvSpPr txBox="1"/>
          <p:nvPr/>
        </p:nvSpPr>
        <p:spPr>
          <a:xfrm>
            <a:off x="6096000" y="10820400"/>
            <a:ext cx="12039600" cy="64077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Select </a:t>
            </a:r>
            <a:r>
              <a:rPr b="0" i="1" lang="en-US" sz="3600" u="none" cap="none" strike="noStrike">
                <a:solidFill>
                  <a:srgbClr val="000000"/>
                </a:solidFill>
                <a:latin typeface="Calibri"/>
                <a:ea typeface="Calibri"/>
                <a:cs typeface="Calibri"/>
                <a:sym typeface="Calibri"/>
              </a:rPr>
              <a:t>one</a:t>
            </a:r>
            <a:r>
              <a:rPr b="0" i="0" lang="en-US" sz="3600" u="none" cap="none" strike="noStrike">
                <a:solidFill>
                  <a:srgbClr val="000000"/>
                </a:solidFill>
                <a:latin typeface="Calibri"/>
                <a:ea typeface="Calibri"/>
                <a:cs typeface="Calibri"/>
                <a:sym typeface="Calibri"/>
              </a:rPr>
              <a:t> match at random, count </a:t>
            </a:r>
            <a:r>
              <a:rPr b="0" i="1" lang="en-US" sz="3600" u="none" cap="none" strike="noStrike">
                <a:solidFill>
                  <a:srgbClr val="000000"/>
                </a:solidFill>
                <a:latin typeface="Calibri"/>
                <a:ea typeface="Calibri"/>
                <a:cs typeface="Calibri"/>
                <a:sym typeface="Calibri"/>
              </a:rPr>
              <a:t>inliers</a:t>
            </a:r>
            <a:endParaRPr/>
          </a:p>
        </p:txBody>
      </p:sp>
      <p:sp>
        <p:nvSpPr>
          <p:cNvPr id="1550" name="Google Shape;1550;p65"/>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6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u="sng"/>
              <a:t>RA</a:t>
            </a:r>
            <a:r>
              <a:rPr lang="en-US" u="none"/>
              <a:t>ndom </a:t>
            </a:r>
            <a:r>
              <a:rPr lang="en-US" u="sng"/>
              <a:t>SA</a:t>
            </a:r>
            <a:r>
              <a:rPr lang="en-US" u="none"/>
              <a:t>mple </a:t>
            </a:r>
            <a:r>
              <a:rPr lang="en-US" u="sng"/>
              <a:t>C</a:t>
            </a:r>
            <a:r>
              <a:rPr lang="en-US" u="none"/>
              <a:t>onsensus</a:t>
            </a:r>
            <a:endParaRPr/>
          </a:p>
        </p:txBody>
      </p:sp>
      <p:pic>
        <p:nvPicPr>
          <p:cNvPr descr="Picture 3" id="1556" name="Google Shape;1556;p66"/>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557" name="Google Shape;1557;p66"/>
          <p:cNvCxnSpPr/>
          <p:nvPr/>
        </p:nvCxnSpPr>
        <p:spPr>
          <a:xfrm flipH="1" rot="10800000">
            <a:off x="10820400" y="7315200"/>
            <a:ext cx="3200401" cy="1524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58" name="Google Shape;1558;p66"/>
          <p:cNvCxnSpPr/>
          <p:nvPr/>
        </p:nvCxnSpPr>
        <p:spPr>
          <a:xfrm flipH="1" rot="10800000">
            <a:off x="11255827" y="5486391"/>
            <a:ext cx="3352801" cy="152401"/>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59" name="Google Shape;1559;p66"/>
          <p:cNvCxnSpPr/>
          <p:nvPr/>
        </p:nvCxnSpPr>
        <p:spPr>
          <a:xfrm flipH="1" rot="10800000">
            <a:off x="11277600" y="4114800"/>
            <a:ext cx="3352800" cy="1524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60" name="Google Shape;1560;p66"/>
          <p:cNvCxnSpPr/>
          <p:nvPr/>
        </p:nvCxnSpPr>
        <p:spPr>
          <a:xfrm flipH="1" rot="10800000">
            <a:off x="10363200" y="4876800"/>
            <a:ext cx="3352800" cy="1524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61" name="Google Shape;1561;p66"/>
          <p:cNvCxnSpPr/>
          <p:nvPr/>
        </p:nvCxnSpPr>
        <p:spPr>
          <a:xfrm flipH="1" rot="10800000">
            <a:off x="10363200" y="6705600"/>
            <a:ext cx="3352800" cy="1524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62" name="Google Shape;1562;p66"/>
          <p:cNvCxnSpPr/>
          <p:nvPr/>
        </p:nvCxnSpPr>
        <p:spPr>
          <a:xfrm>
            <a:off x="8991600" y="5791199"/>
            <a:ext cx="5943601" cy="152402"/>
          </a:xfrm>
          <a:prstGeom prst="straightConnector1">
            <a:avLst/>
          </a:prstGeom>
          <a:noFill/>
          <a:ln cap="flat" cmpd="sng" w="101600">
            <a:solidFill>
              <a:srgbClr val="FDFB65"/>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63" name="Google Shape;1563;p66"/>
          <p:cNvCxnSpPr/>
          <p:nvPr/>
        </p:nvCxnSpPr>
        <p:spPr>
          <a:xfrm>
            <a:off x="8991600" y="3962400"/>
            <a:ext cx="7162801" cy="4572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sp>
        <p:nvSpPr>
          <p:cNvPr id="1564" name="Google Shape;1564;p66"/>
          <p:cNvSpPr txBox="1"/>
          <p:nvPr/>
        </p:nvSpPr>
        <p:spPr>
          <a:xfrm>
            <a:off x="6096000" y="10820400"/>
            <a:ext cx="12039600" cy="64077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Select </a:t>
            </a:r>
            <a:r>
              <a:rPr b="0" i="1" lang="en-US" sz="3600" u="none" cap="none" strike="noStrike">
                <a:solidFill>
                  <a:srgbClr val="000000"/>
                </a:solidFill>
                <a:latin typeface="Calibri"/>
                <a:ea typeface="Calibri"/>
                <a:cs typeface="Calibri"/>
                <a:sym typeface="Calibri"/>
              </a:rPr>
              <a:t>one</a:t>
            </a:r>
            <a:r>
              <a:rPr b="0" i="0" lang="en-US" sz="3600" u="none" cap="none" strike="noStrike">
                <a:solidFill>
                  <a:srgbClr val="000000"/>
                </a:solidFill>
                <a:latin typeface="Calibri"/>
                <a:ea typeface="Calibri"/>
                <a:cs typeface="Calibri"/>
                <a:sym typeface="Calibri"/>
              </a:rPr>
              <a:t> match at random, count </a:t>
            </a:r>
            <a:r>
              <a:rPr b="0" i="1" lang="en-US" sz="3600" u="none" cap="none" strike="noStrike">
                <a:solidFill>
                  <a:srgbClr val="000000"/>
                </a:solidFill>
                <a:latin typeface="Calibri"/>
                <a:ea typeface="Calibri"/>
                <a:cs typeface="Calibri"/>
                <a:sym typeface="Calibri"/>
              </a:rPr>
              <a:t>inliers</a:t>
            </a:r>
            <a:endParaRPr/>
          </a:p>
        </p:txBody>
      </p:sp>
      <p:sp>
        <p:nvSpPr>
          <p:cNvPr id="1565" name="Google Shape;1565;p66"/>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67"/>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u="sng"/>
              <a:t>RA</a:t>
            </a:r>
            <a:r>
              <a:rPr lang="en-US" u="none"/>
              <a:t>ndom </a:t>
            </a:r>
            <a:r>
              <a:rPr lang="en-US" u="sng"/>
              <a:t>SA</a:t>
            </a:r>
            <a:r>
              <a:rPr lang="en-US" u="none"/>
              <a:t>mple </a:t>
            </a:r>
            <a:r>
              <a:rPr lang="en-US" u="sng"/>
              <a:t>C</a:t>
            </a:r>
            <a:r>
              <a:rPr lang="en-US" u="none"/>
              <a:t>onsensus</a:t>
            </a:r>
            <a:endParaRPr/>
          </a:p>
        </p:txBody>
      </p:sp>
      <p:pic>
        <p:nvPicPr>
          <p:cNvPr descr="Picture 3" id="1571" name="Google Shape;1571;p67"/>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572" name="Google Shape;1572;p67"/>
          <p:cNvCxnSpPr/>
          <p:nvPr/>
        </p:nvCxnSpPr>
        <p:spPr>
          <a:xfrm flipH="1" rot="10800000">
            <a:off x="10820400" y="7315200"/>
            <a:ext cx="3200401" cy="152400"/>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73" name="Google Shape;1573;p67"/>
          <p:cNvCxnSpPr/>
          <p:nvPr/>
        </p:nvCxnSpPr>
        <p:spPr>
          <a:xfrm flipH="1" rot="10800000">
            <a:off x="11255827" y="5486391"/>
            <a:ext cx="3352801" cy="152401"/>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74" name="Google Shape;1574;p67"/>
          <p:cNvCxnSpPr/>
          <p:nvPr/>
        </p:nvCxnSpPr>
        <p:spPr>
          <a:xfrm flipH="1" rot="10800000">
            <a:off x="11277600" y="4114800"/>
            <a:ext cx="3352800" cy="152400"/>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75" name="Google Shape;1575;p67"/>
          <p:cNvCxnSpPr/>
          <p:nvPr/>
        </p:nvCxnSpPr>
        <p:spPr>
          <a:xfrm flipH="1" rot="10800000">
            <a:off x="10363200" y="4876800"/>
            <a:ext cx="3352800" cy="152400"/>
          </a:xfrm>
          <a:prstGeom prst="straightConnector1">
            <a:avLst/>
          </a:prstGeom>
          <a:noFill/>
          <a:ln cap="flat" cmpd="sng" w="101600">
            <a:solidFill>
              <a:srgbClr val="FDFB65"/>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76" name="Google Shape;1576;p67"/>
          <p:cNvCxnSpPr/>
          <p:nvPr/>
        </p:nvCxnSpPr>
        <p:spPr>
          <a:xfrm flipH="1" rot="10800000">
            <a:off x="10363200" y="6705600"/>
            <a:ext cx="3352800" cy="152400"/>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77" name="Google Shape;1577;p67"/>
          <p:cNvCxnSpPr/>
          <p:nvPr/>
        </p:nvCxnSpPr>
        <p:spPr>
          <a:xfrm>
            <a:off x="8991600" y="5791199"/>
            <a:ext cx="5943601" cy="152402"/>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78" name="Google Shape;1578;p67"/>
          <p:cNvCxnSpPr/>
          <p:nvPr/>
        </p:nvCxnSpPr>
        <p:spPr>
          <a:xfrm>
            <a:off x="8991600" y="3962400"/>
            <a:ext cx="7162801" cy="4572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sp>
        <p:nvSpPr>
          <p:cNvPr id="1579" name="Google Shape;1579;p67"/>
          <p:cNvSpPr txBox="1"/>
          <p:nvPr/>
        </p:nvSpPr>
        <p:spPr>
          <a:xfrm>
            <a:off x="6096000" y="10820400"/>
            <a:ext cx="12039600" cy="64077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Select another match at random, count </a:t>
            </a:r>
            <a:r>
              <a:rPr b="0" i="1" lang="en-US" sz="3600" u="none" cap="none" strike="noStrike">
                <a:solidFill>
                  <a:srgbClr val="000000"/>
                </a:solidFill>
                <a:latin typeface="Calibri"/>
                <a:ea typeface="Calibri"/>
                <a:cs typeface="Calibri"/>
                <a:sym typeface="Calibri"/>
              </a:rPr>
              <a:t>inliers</a:t>
            </a:r>
            <a:endParaRPr/>
          </a:p>
        </p:txBody>
      </p:sp>
      <p:sp>
        <p:nvSpPr>
          <p:cNvPr id="1580" name="Google Shape;1580;p67"/>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6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u="sng"/>
              <a:t>RA</a:t>
            </a:r>
            <a:r>
              <a:rPr lang="en-US" u="none"/>
              <a:t>ndom </a:t>
            </a:r>
            <a:r>
              <a:rPr lang="en-US" u="sng"/>
              <a:t>SA</a:t>
            </a:r>
            <a:r>
              <a:rPr lang="en-US" u="none"/>
              <a:t>mple </a:t>
            </a:r>
            <a:r>
              <a:rPr lang="en-US" u="sng"/>
              <a:t>C</a:t>
            </a:r>
            <a:r>
              <a:rPr lang="en-US" u="none"/>
              <a:t>onsensus</a:t>
            </a:r>
            <a:endParaRPr/>
          </a:p>
        </p:txBody>
      </p:sp>
      <p:pic>
        <p:nvPicPr>
          <p:cNvPr descr="Picture 3" id="1586" name="Google Shape;1586;p68"/>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587" name="Google Shape;1587;p68"/>
          <p:cNvCxnSpPr/>
          <p:nvPr/>
        </p:nvCxnSpPr>
        <p:spPr>
          <a:xfrm flipH="1" rot="10800000">
            <a:off x="10820400" y="7315200"/>
            <a:ext cx="3200401"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88" name="Google Shape;1588;p68"/>
          <p:cNvCxnSpPr/>
          <p:nvPr/>
        </p:nvCxnSpPr>
        <p:spPr>
          <a:xfrm flipH="1" rot="10800000">
            <a:off x="11255827" y="5486391"/>
            <a:ext cx="3352801" cy="152401"/>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89" name="Google Shape;1589;p68"/>
          <p:cNvCxnSpPr/>
          <p:nvPr/>
        </p:nvCxnSpPr>
        <p:spPr>
          <a:xfrm flipH="1" rot="10800000">
            <a:off x="11277600" y="41148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90" name="Google Shape;1590;p68"/>
          <p:cNvCxnSpPr/>
          <p:nvPr/>
        </p:nvCxnSpPr>
        <p:spPr>
          <a:xfrm flipH="1" rot="10800000">
            <a:off x="10363200" y="4876800"/>
            <a:ext cx="3352800" cy="152400"/>
          </a:xfrm>
          <a:prstGeom prst="straightConnector1">
            <a:avLst/>
          </a:prstGeom>
          <a:noFill/>
          <a:ln cap="flat" cmpd="sng" w="101600">
            <a:solidFill>
              <a:srgbClr val="FDFB65"/>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91" name="Google Shape;1591;p68"/>
          <p:cNvCxnSpPr/>
          <p:nvPr/>
        </p:nvCxnSpPr>
        <p:spPr>
          <a:xfrm flipH="1" rot="10800000">
            <a:off x="10363200" y="6705600"/>
            <a:ext cx="3352800" cy="1524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92" name="Google Shape;1592;p68"/>
          <p:cNvCxnSpPr/>
          <p:nvPr/>
        </p:nvCxnSpPr>
        <p:spPr>
          <a:xfrm>
            <a:off x="8991600" y="5791199"/>
            <a:ext cx="5943601" cy="152402"/>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593" name="Google Shape;1593;p68"/>
          <p:cNvCxnSpPr/>
          <p:nvPr/>
        </p:nvCxnSpPr>
        <p:spPr>
          <a:xfrm>
            <a:off x="8991600" y="3962400"/>
            <a:ext cx="7162801" cy="457200"/>
          </a:xfrm>
          <a:prstGeom prst="straightConnector1">
            <a:avLst/>
          </a:prstGeom>
          <a:noFill/>
          <a:ln cap="flat" cmpd="sng" w="101600">
            <a:solidFill>
              <a:srgbClr val="FFFFFF"/>
            </a:solidFill>
            <a:prstDash val="solid"/>
            <a:round/>
            <a:headEnd len="sm" w="sm" type="none"/>
            <a:tailEnd len="med" w="med" type="triangle"/>
          </a:ln>
          <a:effectLst>
            <a:outerShdw blurRad="101600" rotWithShape="0" dir="2700000" dist="76200">
              <a:srgbClr val="000000">
                <a:alpha val="87843"/>
              </a:srgbClr>
            </a:outerShdw>
          </a:effectLst>
        </p:spPr>
      </p:cxnSp>
      <p:sp>
        <p:nvSpPr>
          <p:cNvPr id="1594" name="Google Shape;1594;p68"/>
          <p:cNvSpPr txBox="1"/>
          <p:nvPr/>
        </p:nvSpPr>
        <p:spPr>
          <a:xfrm>
            <a:off x="6096000" y="10820400"/>
            <a:ext cx="12039600" cy="64077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Select another match at random, count </a:t>
            </a:r>
            <a:r>
              <a:rPr b="0" i="1" lang="en-US" sz="3600" u="none" cap="none" strike="noStrike">
                <a:solidFill>
                  <a:srgbClr val="000000"/>
                </a:solidFill>
                <a:latin typeface="Calibri"/>
                <a:ea typeface="Calibri"/>
                <a:cs typeface="Calibri"/>
                <a:sym typeface="Calibri"/>
              </a:rPr>
              <a:t>inliers</a:t>
            </a:r>
            <a:endParaRPr/>
          </a:p>
        </p:txBody>
      </p:sp>
      <p:sp>
        <p:nvSpPr>
          <p:cNvPr id="1595" name="Google Shape;1595;p68"/>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sp>
        <p:nvSpPr>
          <p:cNvPr id="1600" name="Google Shape;1600;p69"/>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u="sng"/>
              <a:t>RA</a:t>
            </a:r>
            <a:r>
              <a:rPr lang="en-US" u="none"/>
              <a:t>ndom </a:t>
            </a:r>
            <a:r>
              <a:rPr lang="en-US" u="sng"/>
              <a:t>SA</a:t>
            </a:r>
            <a:r>
              <a:rPr lang="en-US" u="none"/>
              <a:t>mple </a:t>
            </a:r>
            <a:r>
              <a:rPr lang="en-US" u="sng"/>
              <a:t>C</a:t>
            </a:r>
            <a:r>
              <a:rPr lang="en-US" u="none"/>
              <a:t>onsensus</a:t>
            </a:r>
            <a:endParaRPr/>
          </a:p>
        </p:txBody>
      </p:sp>
      <p:pic>
        <p:nvPicPr>
          <p:cNvPr descr="Picture 3" id="1601" name="Google Shape;1601;p69"/>
          <p:cNvPicPr preferRelativeResize="0"/>
          <p:nvPr/>
        </p:nvPicPr>
        <p:blipFill rotWithShape="1">
          <a:blip r:embed="rId3">
            <a:alphaModFix/>
          </a:blip>
          <a:srcRect b="0" l="0" r="0" t="0"/>
          <a:stretch/>
        </p:blipFill>
        <p:spPr>
          <a:xfrm>
            <a:off x="5676900" y="3505200"/>
            <a:ext cx="13030200" cy="8686800"/>
          </a:xfrm>
          <a:prstGeom prst="rect">
            <a:avLst/>
          </a:prstGeom>
          <a:noFill/>
          <a:ln>
            <a:noFill/>
          </a:ln>
        </p:spPr>
      </p:pic>
      <p:cxnSp>
        <p:nvCxnSpPr>
          <p:cNvPr id="1602" name="Google Shape;1602;p69"/>
          <p:cNvCxnSpPr/>
          <p:nvPr/>
        </p:nvCxnSpPr>
        <p:spPr>
          <a:xfrm flipH="1" rot="10800000">
            <a:off x="10820400" y="7315200"/>
            <a:ext cx="3200401" cy="152400"/>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603" name="Google Shape;1603;p69"/>
          <p:cNvCxnSpPr/>
          <p:nvPr/>
        </p:nvCxnSpPr>
        <p:spPr>
          <a:xfrm flipH="1" rot="10800000">
            <a:off x="11255827" y="5486391"/>
            <a:ext cx="3352801" cy="152401"/>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604" name="Google Shape;1604;p69"/>
          <p:cNvCxnSpPr/>
          <p:nvPr/>
        </p:nvCxnSpPr>
        <p:spPr>
          <a:xfrm flipH="1" rot="10800000">
            <a:off x="11277600" y="4114800"/>
            <a:ext cx="3352800" cy="152400"/>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605" name="Google Shape;1605;p69"/>
          <p:cNvCxnSpPr/>
          <p:nvPr/>
        </p:nvCxnSpPr>
        <p:spPr>
          <a:xfrm flipH="1" rot="10800000">
            <a:off x="10363200" y="4876800"/>
            <a:ext cx="3352800" cy="152400"/>
          </a:xfrm>
          <a:prstGeom prst="straightConnector1">
            <a:avLst/>
          </a:prstGeom>
          <a:noFill/>
          <a:ln cap="flat" cmpd="sng" w="101600">
            <a:solidFill>
              <a:srgbClr val="FDFB65"/>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606" name="Google Shape;1606;p69"/>
          <p:cNvCxnSpPr/>
          <p:nvPr/>
        </p:nvCxnSpPr>
        <p:spPr>
          <a:xfrm flipH="1" rot="10800000">
            <a:off x="10363200" y="6705600"/>
            <a:ext cx="3352800" cy="152400"/>
          </a:xfrm>
          <a:prstGeom prst="straightConnector1">
            <a:avLst/>
          </a:prstGeom>
          <a:noFill/>
          <a:ln cap="flat" cmpd="sng" w="101600">
            <a:solidFill>
              <a:srgbClr val="87F84D"/>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607" name="Google Shape;1607;p69"/>
          <p:cNvCxnSpPr/>
          <p:nvPr/>
        </p:nvCxnSpPr>
        <p:spPr>
          <a:xfrm>
            <a:off x="8991600" y="5791199"/>
            <a:ext cx="5943601" cy="152402"/>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cxnSp>
        <p:nvCxnSpPr>
          <p:cNvPr id="1608" name="Google Shape;1608;p69"/>
          <p:cNvCxnSpPr/>
          <p:nvPr/>
        </p:nvCxnSpPr>
        <p:spPr>
          <a:xfrm>
            <a:off x="8991600" y="3962400"/>
            <a:ext cx="7162801" cy="457200"/>
          </a:xfrm>
          <a:prstGeom prst="straightConnector1">
            <a:avLst/>
          </a:prstGeom>
          <a:noFill/>
          <a:ln cap="flat" cmpd="sng" w="101600">
            <a:solidFill>
              <a:srgbClr val="EB220C"/>
            </a:solidFill>
            <a:prstDash val="solid"/>
            <a:round/>
            <a:headEnd len="sm" w="sm" type="none"/>
            <a:tailEnd len="med" w="med" type="triangle"/>
          </a:ln>
          <a:effectLst>
            <a:outerShdw blurRad="101600" rotWithShape="0" dir="2700000" dist="76200">
              <a:srgbClr val="000000">
                <a:alpha val="87843"/>
              </a:srgbClr>
            </a:outerShdw>
          </a:effectLst>
        </p:spPr>
      </p:cxnSp>
      <p:sp>
        <p:nvSpPr>
          <p:cNvPr id="1609" name="Google Shape;1609;p69"/>
          <p:cNvSpPr txBox="1"/>
          <p:nvPr/>
        </p:nvSpPr>
        <p:spPr>
          <a:xfrm>
            <a:off x="6096000" y="10566400"/>
            <a:ext cx="12039600" cy="64077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Choose the translation with the highest number of inliers</a:t>
            </a:r>
            <a:endParaRPr/>
          </a:p>
        </p:txBody>
      </p:sp>
      <p:sp>
        <p:nvSpPr>
          <p:cNvPr id="1610" name="Google Shape;1610;p69"/>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611" name="Google Shape;1611;p69"/>
          <p:cNvSpPr txBox="1"/>
          <p:nvPr/>
        </p:nvSpPr>
        <p:spPr>
          <a:xfrm>
            <a:off x="6096000" y="11336866"/>
            <a:ext cx="12039600" cy="640776"/>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Then compute average translation, using only inliers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5" name="Shape 1615"/>
        <p:cNvGrpSpPr/>
        <p:nvPr/>
      </p:nvGrpSpPr>
      <p:grpSpPr>
        <a:xfrm>
          <a:off x="0" y="0"/>
          <a:ext cx="0" cy="0"/>
          <a:chOff x="0" y="0"/>
          <a:chExt cx="0" cy="0"/>
        </a:xfrm>
      </p:grpSpPr>
      <p:sp>
        <p:nvSpPr>
          <p:cNvPr id="1616" name="Google Shape;1616;g37fae8905c8_0_839"/>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Evaluating the results</a:t>
            </a:r>
            <a:endParaRPr/>
          </a:p>
        </p:txBody>
      </p:sp>
      <p:sp>
        <p:nvSpPr>
          <p:cNvPr id="1617" name="Google Shape;1617;g37fae8905c8_0_839"/>
          <p:cNvSpPr txBox="1"/>
          <p:nvPr>
            <p:ph idx="1" type="body"/>
          </p:nvPr>
        </p:nvSpPr>
        <p:spPr>
          <a:xfrm>
            <a:off x="3962400" y="3048000"/>
            <a:ext cx="16459200" cy="1371600"/>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4800"/>
              <a:buFont typeface="Arial"/>
              <a:buNone/>
            </a:pPr>
            <a:r>
              <a:rPr lang="en-US" sz="4800"/>
              <a:t>How can we measure the performance of a feature matcher?</a:t>
            </a:r>
            <a:endParaRPr/>
          </a:p>
        </p:txBody>
      </p:sp>
      <p:pic>
        <p:nvPicPr>
          <p:cNvPr descr="http://farm1.static.flickr.com/47/136915456_c6f719ea3f.jpg?v=0" id="1618" name="Google Shape;1618;g37fae8905c8_0_839"/>
          <p:cNvPicPr preferRelativeResize="0"/>
          <p:nvPr/>
        </p:nvPicPr>
        <p:blipFill rotWithShape="1">
          <a:blip r:embed="rId3">
            <a:alphaModFix/>
          </a:blip>
          <a:srcRect b="0" l="0" r="0" t="0"/>
          <a:stretch/>
        </p:blipFill>
        <p:spPr>
          <a:xfrm>
            <a:off x="5029200" y="4124323"/>
            <a:ext cx="6172200" cy="4629151"/>
          </a:xfrm>
          <a:prstGeom prst="rect">
            <a:avLst/>
          </a:prstGeom>
          <a:noFill/>
          <a:ln>
            <a:noFill/>
          </a:ln>
        </p:spPr>
      </p:pic>
      <p:pic>
        <p:nvPicPr>
          <p:cNvPr descr="http://farm1.static.flickr.com/133/328570837_37b6289916.jpg?v=0" id="1619" name="Google Shape;1619;g37fae8905c8_0_839"/>
          <p:cNvPicPr preferRelativeResize="0"/>
          <p:nvPr/>
        </p:nvPicPr>
        <p:blipFill rotWithShape="1">
          <a:blip r:embed="rId4">
            <a:alphaModFix/>
          </a:blip>
          <a:srcRect b="0" l="0" r="0" t="0"/>
          <a:stretch/>
        </p:blipFill>
        <p:spPr>
          <a:xfrm>
            <a:off x="12833350" y="4114800"/>
            <a:ext cx="6521450" cy="4578350"/>
          </a:xfrm>
          <a:prstGeom prst="rect">
            <a:avLst/>
          </a:prstGeom>
          <a:noFill/>
          <a:ln>
            <a:noFill/>
          </a:ln>
        </p:spPr>
      </p:pic>
      <p:sp>
        <p:nvSpPr>
          <p:cNvPr id="1620" name="Google Shape;1620;g37fae8905c8_0_839"/>
          <p:cNvSpPr/>
          <p:nvPr/>
        </p:nvSpPr>
        <p:spPr>
          <a:xfrm>
            <a:off x="7924800" y="5248273"/>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21" name="Google Shape;1621;g37fae8905c8_0_839"/>
          <p:cNvSpPr/>
          <p:nvPr/>
        </p:nvSpPr>
        <p:spPr>
          <a:xfrm>
            <a:off x="15779750" y="5175250"/>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22" name="Google Shape;1622;g37fae8905c8_0_839"/>
          <p:cNvSpPr/>
          <p:nvPr/>
        </p:nvSpPr>
        <p:spPr>
          <a:xfrm>
            <a:off x="6553200" y="4943473"/>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23" name="Google Shape;1623;g37fae8905c8_0_839"/>
          <p:cNvSpPr/>
          <p:nvPr/>
        </p:nvSpPr>
        <p:spPr>
          <a:xfrm>
            <a:off x="14478000" y="4486273"/>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24" name="Google Shape;1624;g37fae8905c8_0_839"/>
          <p:cNvSpPr/>
          <p:nvPr/>
        </p:nvSpPr>
        <p:spPr>
          <a:xfrm>
            <a:off x="6096000" y="4181473"/>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25" name="Google Shape;1625;g37fae8905c8_0_839"/>
          <p:cNvSpPr/>
          <p:nvPr/>
        </p:nvSpPr>
        <p:spPr>
          <a:xfrm>
            <a:off x="13868400" y="5857873"/>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1626" name="Google Shape;1626;g37fae8905c8_0_839"/>
          <p:cNvCxnSpPr/>
          <p:nvPr/>
        </p:nvCxnSpPr>
        <p:spPr>
          <a:xfrm flipH="1" rot="10800000">
            <a:off x="6857999" y="4613274"/>
            <a:ext cx="7620000" cy="457200"/>
          </a:xfrm>
          <a:prstGeom prst="straightConnector1">
            <a:avLst/>
          </a:prstGeom>
          <a:noFill/>
          <a:ln cap="flat" cmpd="sng" w="50800">
            <a:solidFill>
              <a:srgbClr val="3333FF"/>
            </a:solidFill>
            <a:prstDash val="solid"/>
            <a:round/>
            <a:headEnd len="sm" w="sm" type="none"/>
            <a:tailEnd len="med" w="med" type="triangle"/>
          </a:ln>
        </p:spPr>
      </p:cxnSp>
      <p:sp>
        <p:nvSpPr>
          <p:cNvPr id="1627" name="Google Shape;1627;g37fae8905c8_0_839"/>
          <p:cNvSpPr/>
          <p:nvPr/>
        </p:nvSpPr>
        <p:spPr>
          <a:xfrm>
            <a:off x="11410950" y="4302123"/>
            <a:ext cx="760500" cy="7377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333FF"/>
              </a:buClr>
              <a:buSzPts val="4000"/>
              <a:buFont typeface="Arial"/>
              <a:buNone/>
            </a:pPr>
            <a:r>
              <a:rPr b="0" i="0" lang="en-US" sz="4000" u="none" cap="none" strike="noStrike">
                <a:solidFill>
                  <a:srgbClr val="3333FF"/>
                </a:solidFill>
                <a:latin typeface="Arial"/>
                <a:ea typeface="Arial"/>
                <a:cs typeface="Arial"/>
                <a:sym typeface="Arial"/>
              </a:rPr>
              <a:t>50</a:t>
            </a:r>
            <a:endParaRPr/>
          </a:p>
        </p:txBody>
      </p:sp>
      <p:cxnSp>
        <p:nvCxnSpPr>
          <p:cNvPr id="1628" name="Google Shape;1628;g37fae8905c8_0_839"/>
          <p:cNvCxnSpPr/>
          <p:nvPr/>
        </p:nvCxnSpPr>
        <p:spPr>
          <a:xfrm flipH="1" rot="10800000">
            <a:off x="8229600" y="5248274"/>
            <a:ext cx="7550100" cy="152400"/>
          </a:xfrm>
          <a:prstGeom prst="straightConnector1">
            <a:avLst/>
          </a:prstGeom>
          <a:noFill/>
          <a:ln cap="flat" cmpd="sng" w="50800">
            <a:solidFill>
              <a:srgbClr val="3333FF"/>
            </a:solidFill>
            <a:prstDash val="solid"/>
            <a:round/>
            <a:headEnd len="sm" w="sm" type="none"/>
            <a:tailEnd len="med" w="med" type="triangle"/>
          </a:ln>
        </p:spPr>
      </p:cxnSp>
      <p:sp>
        <p:nvSpPr>
          <p:cNvPr id="1629" name="Google Shape;1629;g37fae8905c8_0_839"/>
          <p:cNvSpPr/>
          <p:nvPr/>
        </p:nvSpPr>
        <p:spPr>
          <a:xfrm>
            <a:off x="11582400" y="4943473"/>
            <a:ext cx="760500" cy="7377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333FF"/>
              </a:buClr>
              <a:buSzPts val="4000"/>
              <a:buFont typeface="Arial"/>
              <a:buNone/>
            </a:pPr>
            <a:r>
              <a:rPr b="0" i="0" lang="en-US" sz="4000" u="none" cap="none" strike="noStrike">
                <a:solidFill>
                  <a:srgbClr val="3333FF"/>
                </a:solidFill>
                <a:latin typeface="Arial"/>
                <a:ea typeface="Arial"/>
                <a:cs typeface="Arial"/>
                <a:sym typeface="Arial"/>
              </a:rPr>
              <a:t>75</a:t>
            </a:r>
            <a:endParaRPr/>
          </a:p>
        </p:txBody>
      </p:sp>
      <p:sp>
        <p:nvSpPr>
          <p:cNvPr id="1630" name="Google Shape;1630;g37fae8905c8_0_839"/>
          <p:cNvSpPr/>
          <p:nvPr/>
        </p:nvSpPr>
        <p:spPr>
          <a:xfrm>
            <a:off x="6219598" y="4486273"/>
            <a:ext cx="7648799" cy="2287767"/>
          </a:xfrm>
          <a:custGeom>
            <a:rect b="b" l="l" r="r" t="t"/>
            <a:pathLst>
              <a:path extrusionOk="0" h="21379" w="21467">
                <a:moveTo>
                  <a:pt x="81" y="0"/>
                </a:moveTo>
                <a:cubicBezTo>
                  <a:pt x="-26" y="6053"/>
                  <a:pt x="-133" y="12105"/>
                  <a:pt x="509" y="15666"/>
                </a:cubicBezTo>
                <a:cubicBezTo>
                  <a:pt x="1150" y="19226"/>
                  <a:pt x="437" y="21600"/>
                  <a:pt x="3930" y="21363"/>
                </a:cubicBezTo>
                <a:cubicBezTo>
                  <a:pt x="7423" y="21125"/>
                  <a:pt x="14445" y="17684"/>
                  <a:pt x="21467" y="14242"/>
                </a:cubicBezTo>
              </a:path>
            </a:pathLst>
          </a:custGeom>
          <a:noFill/>
          <a:ln cap="flat" cmpd="sng" w="76200">
            <a:solidFill>
              <a:srgbClr val="3333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333FF"/>
              </a:buClr>
              <a:buSzPts val="3600"/>
              <a:buFont typeface="Calibri"/>
              <a:buNone/>
            </a:pPr>
            <a:r>
              <a:t/>
            </a:r>
            <a:endParaRPr b="0" i="0" sz="3600" u="none" cap="none" strike="noStrike">
              <a:solidFill>
                <a:srgbClr val="3333FF"/>
              </a:solidFill>
              <a:latin typeface="Calibri"/>
              <a:ea typeface="Calibri"/>
              <a:cs typeface="Calibri"/>
              <a:sym typeface="Calibri"/>
            </a:endParaRPr>
          </a:p>
        </p:txBody>
      </p:sp>
      <p:sp>
        <p:nvSpPr>
          <p:cNvPr id="1631" name="Google Shape;1631;g37fae8905c8_0_839"/>
          <p:cNvSpPr/>
          <p:nvPr/>
        </p:nvSpPr>
        <p:spPr>
          <a:xfrm>
            <a:off x="11430000" y="5857873"/>
            <a:ext cx="1043100" cy="7377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333FF"/>
              </a:buClr>
              <a:buSzPts val="4000"/>
              <a:buFont typeface="Arial"/>
              <a:buNone/>
            </a:pPr>
            <a:r>
              <a:rPr b="0" i="0" lang="en-US" sz="4000" u="none" cap="none" strike="noStrike">
                <a:solidFill>
                  <a:srgbClr val="3333FF"/>
                </a:solidFill>
                <a:latin typeface="Arial"/>
                <a:ea typeface="Arial"/>
                <a:cs typeface="Arial"/>
                <a:sym typeface="Arial"/>
              </a:rPr>
              <a:t>200</a:t>
            </a:r>
            <a:endParaRPr/>
          </a:p>
        </p:txBody>
      </p:sp>
      <p:sp>
        <p:nvSpPr>
          <p:cNvPr id="1632" name="Google Shape;1632;g37fae8905c8_0_839"/>
          <p:cNvSpPr/>
          <p:nvPr/>
        </p:nvSpPr>
        <p:spPr>
          <a:xfrm>
            <a:off x="10363200" y="9232900"/>
            <a:ext cx="3522600" cy="693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feature distance</a:t>
            </a:r>
            <a:endParaRPr/>
          </a:p>
        </p:txBody>
      </p:sp>
      <p:cxnSp>
        <p:nvCxnSpPr>
          <p:cNvPr id="1633" name="Google Shape;1633;g37fae8905c8_0_839"/>
          <p:cNvCxnSpPr/>
          <p:nvPr/>
        </p:nvCxnSpPr>
        <p:spPr>
          <a:xfrm rot="10800000">
            <a:off x="12039600" y="6858100"/>
            <a:ext cx="152400" cy="2374800"/>
          </a:xfrm>
          <a:prstGeom prst="straightConnector1">
            <a:avLst/>
          </a:prstGeom>
          <a:noFill/>
          <a:ln cap="flat" cmpd="sng" w="50800">
            <a:solidFill>
              <a:srgbClr val="000000"/>
            </a:solidFill>
            <a:prstDash val="solid"/>
            <a:round/>
            <a:headEnd len="sm" w="sm" type="none"/>
            <a:tailEnd len="med" w="med" type="triangle"/>
          </a:ln>
        </p:spPr>
      </p:cxnSp>
      <p:sp>
        <p:nvSpPr>
          <p:cNvPr id="1634" name="Google Shape;1634;g37fae8905c8_0_839"/>
          <p:cNvSpPr txBox="1"/>
          <p:nvPr>
            <p:ph idx="12" type="sldNum"/>
          </p:nvPr>
        </p:nvSpPr>
        <p:spPr>
          <a:xfrm>
            <a:off x="20067815" y="12835870"/>
            <a:ext cx="353700" cy="55410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500"/>
                                        <p:tgtEl>
                                          <p:spTgt spid="16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500"/>
                                        <p:tgtEl>
                                          <p:spTgt spid="16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500"/>
                                        <p:tgtEl>
                                          <p:spTgt spid="162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500"/>
                                        <p:tgtEl>
                                          <p:spTgt spid="16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22"/>
                                        </p:tgtEl>
                                        <p:attrNameLst>
                                          <p:attrName>style.visibility</p:attrName>
                                        </p:attrNameLst>
                                      </p:cBhvr>
                                      <p:to>
                                        <p:strVal val="visible"/>
                                      </p:to>
                                    </p:set>
                                    <p:animEffect filter="fade" transition="in">
                                      <p:cBhvr>
                                        <p:cTn dur="500"/>
                                        <p:tgtEl>
                                          <p:spTgt spid="162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623"/>
                                        </p:tgtEl>
                                        <p:attrNameLst>
                                          <p:attrName>style.visibility</p:attrName>
                                        </p:attrNameLst>
                                      </p:cBhvr>
                                      <p:to>
                                        <p:strVal val="visible"/>
                                      </p:to>
                                    </p:set>
                                    <p:animEffect filter="fade" transition="in">
                                      <p:cBhvr>
                                        <p:cTn dur="500"/>
                                        <p:tgtEl>
                                          <p:spTgt spid="162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24"/>
                                        </p:tgtEl>
                                        <p:attrNameLst>
                                          <p:attrName>style.visibility</p:attrName>
                                        </p:attrNameLst>
                                      </p:cBhvr>
                                      <p:to>
                                        <p:strVal val="visible"/>
                                      </p:to>
                                    </p:set>
                                    <p:animEffect filter="fade" transition="in">
                                      <p:cBhvr>
                                        <p:cTn dur="500"/>
                                        <p:tgtEl>
                                          <p:spTgt spid="162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500"/>
                                        <p:tgtEl>
                                          <p:spTgt spid="162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500"/>
                                        <p:tgtEl>
                                          <p:spTgt spid="162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627"/>
                                        </p:tgtEl>
                                        <p:attrNameLst>
                                          <p:attrName>style.visibility</p:attrName>
                                        </p:attrNameLst>
                                      </p:cBhvr>
                                      <p:to>
                                        <p:strVal val="visible"/>
                                      </p:to>
                                    </p:set>
                                    <p:animEffect filter="fade" transition="in">
                                      <p:cBhvr>
                                        <p:cTn dur="500"/>
                                        <p:tgtEl>
                                          <p:spTgt spid="1627"/>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628"/>
                                        </p:tgtEl>
                                        <p:attrNameLst>
                                          <p:attrName>style.visibility</p:attrName>
                                        </p:attrNameLst>
                                      </p:cBhvr>
                                      <p:to>
                                        <p:strVal val="visible"/>
                                      </p:to>
                                    </p:set>
                                    <p:animEffect filter="fade" transition="in">
                                      <p:cBhvr>
                                        <p:cTn dur="500"/>
                                        <p:tgtEl>
                                          <p:spTgt spid="1628"/>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629"/>
                                        </p:tgtEl>
                                        <p:attrNameLst>
                                          <p:attrName>style.visibility</p:attrName>
                                        </p:attrNameLst>
                                      </p:cBhvr>
                                      <p:to>
                                        <p:strVal val="visible"/>
                                      </p:to>
                                    </p:set>
                                    <p:animEffect filter="fade" transition="in">
                                      <p:cBhvr>
                                        <p:cTn dur="500"/>
                                        <p:tgtEl>
                                          <p:spTgt spid="1629"/>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630"/>
                                        </p:tgtEl>
                                        <p:attrNameLst>
                                          <p:attrName>style.visibility</p:attrName>
                                        </p:attrNameLst>
                                      </p:cBhvr>
                                      <p:to>
                                        <p:strVal val="visible"/>
                                      </p:to>
                                    </p:set>
                                    <p:animEffect filter="fade" transition="in">
                                      <p:cBhvr>
                                        <p:cTn dur="500"/>
                                        <p:tgtEl>
                                          <p:spTgt spid="1630"/>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631"/>
                                        </p:tgtEl>
                                        <p:attrNameLst>
                                          <p:attrName>style.visibility</p:attrName>
                                        </p:attrNameLst>
                                      </p:cBhvr>
                                      <p:to>
                                        <p:strVal val="visible"/>
                                      </p:to>
                                    </p:set>
                                    <p:animEffect filter="fade" transition="in">
                                      <p:cBhvr>
                                        <p:cTn dur="500"/>
                                        <p:tgtEl>
                                          <p:spTgt spid="1631"/>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632"/>
                                        </p:tgtEl>
                                        <p:attrNameLst>
                                          <p:attrName>style.visibility</p:attrName>
                                        </p:attrNameLst>
                                      </p:cBhvr>
                                      <p:to>
                                        <p:strVal val="visible"/>
                                      </p:to>
                                    </p:set>
                                    <p:animEffect filter="fade" transition="in">
                                      <p:cBhvr>
                                        <p:cTn dur="500"/>
                                        <p:tgtEl>
                                          <p:spTgt spid="1632"/>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1633"/>
                                        </p:tgtEl>
                                        <p:attrNameLst>
                                          <p:attrName>style.visibility</p:attrName>
                                        </p:attrNameLst>
                                      </p:cBhvr>
                                      <p:to>
                                        <p:strVal val="visible"/>
                                      </p:to>
                                    </p:set>
                                    <p:animEffect filter="fade" transition="in">
                                      <p:cBhvr>
                                        <p:cTn dur="500"/>
                                        <p:tgtEl>
                                          <p:spTgt spid="16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g37fae8905c8_0_861"/>
          <p:cNvSpPr txBox="1"/>
          <p:nvPr>
            <p:ph idx="4294967295"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True/false positives</a:t>
            </a:r>
            <a:endParaRPr/>
          </a:p>
        </p:txBody>
      </p:sp>
      <p:sp>
        <p:nvSpPr>
          <p:cNvPr id="1640" name="Google Shape;1640;g37fae8905c8_0_861"/>
          <p:cNvSpPr txBox="1"/>
          <p:nvPr>
            <p:ph idx="4294967295" type="body"/>
          </p:nvPr>
        </p:nvSpPr>
        <p:spPr>
          <a:xfrm>
            <a:off x="3962400" y="3887294"/>
            <a:ext cx="20002200" cy="10210800"/>
          </a:xfrm>
          <a:prstGeom prst="rect">
            <a:avLst/>
          </a:prstGeom>
          <a:noFill/>
          <a:ln>
            <a:noFill/>
          </a:ln>
        </p:spPr>
        <p:txBody>
          <a:bodyPr anchorCtr="0" anchor="t" bIns="91425" lIns="91425" spcFirstLastPara="1" rIns="91425" wrap="square" tIns="91425">
            <a:noAutofit/>
          </a:bodyPr>
          <a:lstStyle/>
          <a:p>
            <a:pPr indent="-644650" lvl="0" marL="644650" rtl="0" algn="l">
              <a:lnSpc>
                <a:spcPct val="90000"/>
              </a:lnSpc>
              <a:spcBef>
                <a:spcPts val="0"/>
              </a:spcBef>
              <a:spcAft>
                <a:spcPts val="0"/>
              </a:spcAft>
              <a:buClr>
                <a:srgbClr val="000000"/>
              </a:buClr>
              <a:buSzPts val="3759"/>
              <a:buFont typeface="Arial"/>
              <a:buNone/>
            </a:pPr>
            <a:r>
              <a:t/>
            </a:r>
            <a:endParaRPr sz="4800">
              <a:latin typeface="Calibri"/>
              <a:ea typeface="Calibri"/>
              <a:cs typeface="Calibri"/>
              <a:sym typeface="Calibri"/>
            </a:endParaRPr>
          </a:p>
          <a:p>
            <a:pPr indent="-644650" lvl="0" marL="644650" rtl="0" algn="l">
              <a:lnSpc>
                <a:spcPct val="90000"/>
              </a:lnSpc>
              <a:spcBef>
                <a:spcPts val="1400"/>
              </a:spcBef>
              <a:spcAft>
                <a:spcPts val="0"/>
              </a:spcAft>
              <a:buClr>
                <a:srgbClr val="000000"/>
              </a:buClr>
              <a:buSzPts val="3759"/>
              <a:buFont typeface="Arial"/>
              <a:buNone/>
            </a:pPr>
            <a:r>
              <a:t/>
            </a:r>
            <a:endParaRPr sz="4800">
              <a:latin typeface="Calibri"/>
              <a:ea typeface="Calibri"/>
              <a:cs typeface="Calibri"/>
              <a:sym typeface="Calibri"/>
            </a:endParaRPr>
          </a:p>
          <a:p>
            <a:pPr indent="-644650" lvl="0" marL="644650" rtl="0" algn="l">
              <a:lnSpc>
                <a:spcPct val="90000"/>
              </a:lnSpc>
              <a:spcBef>
                <a:spcPts val="1400"/>
              </a:spcBef>
              <a:spcAft>
                <a:spcPts val="0"/>
              </a:spcAft>
              <a:buClr>
                <a:srgbClr val="000000"/>
              </a:buClr>
              <a:buSzPts val="3759"/>
              <a:buFont typeface="Arial"/>
              <a:buNone/>
            </a:pPr>
            <a:r>
              <a:t/>
            </a:r>
            <a:endParaRPr sz="4800">
              <a:latin typeface="Calibri"/>
              <a:ea typeface="Calibri"/>
              <a:cs typeface="Calibri"/>
              <a:sym typeface="Calibri"/>
            </a:endParaRPr>
          </a:p>
          <a:p>
            <a:pPr indent="-644650" lvl="0" marL="644650" rtl="0" algn="l">
              <a:lnSpc>
                <a:spcPct val="90000"/>
              </a:lnSpc>
              <a:spcBef>
                <a:spcPts val="1400"/>
              </a:spcBef>
              <a:spcAft>
                <a:spcPts val="0"/>
              </a:spcAft>
              <a:buClr>
                <a:srgbClr val="000000"/>
              </a:buClr>
              <a:buSzPts val="3759"/>
              <a:buFont typeface="Arial"/>
              <a:buNone/>
            </a:pPr>
            <a:r>
              <a:t/>
            </a:r>
            <a:endParaRPr sz="4800">
              <a:latin typeface="Calibri"/>
              <a:ea typeface="Calibri"/>
              <a:cs typeface="Calibri"/>
              <a:sym typeface="Calibri"/>
            </a:endParaRPr>
          </a:p>
          <a:p>
            <a:pPr indent="-644650" lvl="0" marL="644650" rtl="0" algn="l">
              <a:lnSpc>
                <a:spcPct val="90000"/>
              </a:lnSpc>
              <a:spcBef>
                <a:spcPts val="1400"/>
              </a:spcBef>
              <a:spcAft>
                <a:spcPts val="0"/>
              </a:spcAft>
              <a:buClr>
                <a:srgbClr val="000000"/>
              </a:buClr>
              <a:buSzPts val="3759"/>
              <a:buFont typeface="Arial"/>
              <a:buNone/>
            </a:pPr>
            <a:r>
              <a:t/>
            </a:r>
            <a:endParaRPr sz="4800">
              <a:latin typeface="Calibri"/>
              <a:ea typeface="Calibri"/>
              <a:cs typeface="Calibri"/>
              <a:sym typeface="Calibri"/>
            </a:endParaRPr>
          </a:p>
          <a:p>
            <a:pPr indent="-644650" lvl="0" marL="644650" rtl="0" algn="l">
              <a:lnSpc>
                <a:spcPct val="90000"/>
              </a:lnSpc>
              <a:spcBef>
                <a:spcPts val="1400"/>
              </a:spcBef>
              <a:spcAft>
                <a:spcPts val="0"/>
              </a:spcAft>
              <a:buClr>
                <a:srgbClr val="000000"/>
              </a:buClr>
              <a:buSzPts val="3759"/>
              <a:buFont typeface="Arial"/>
              <a:buNone/>
            </a:pPr>
            <a:r>
              <a:t/>
            </a:r>
            <a:endParaRPr sz="4800">
              <a:latin typeface="Calibri"/>
              <a:ea typeface="Calibri"/>
              <a:cs typeface="Calibri"/>
              <a:sym typeface="Calibri"/>
            </a:endParaRPr>
          </a:p>
          <a:p>
            <a:pPr indent="0" lvl="0" marL="0" rtl="0" algn="l">
              <a:lnSpc>
                <a:spcPct val="90000"/>
              </a:lnSpc>
              <a:spcBef>
                <a:spcPts val="1400"/>
              </a:spcBef>
              <a:spcAft>
                <a:spcPts val="0"/>
              </a:spcAft>
              <a:buClr>
                <a:srgbClr val="000000"/>
              </a:buClr>
              <a:buSzPts val="3759"/>
              <a:buFont typeface="Arial"/>
              <a:buNone/>
            </a:pPr>
            <a:r>
              <a:t/>
            </a:r>
            <a:endParaRPr sz="4800">
              <a:latin typeface="Calibri"/>
              <a:ea typeface="Calibri"/>
              <a:cs typeface="Calibri"/>
              <a:sym typeface="Calibri"/>
            </a:endParaRPr>
          </a:p>
          <a:p>
            <a:pPr indent="-644650" lvl="0" marL="644650" rtl="0" algn="l">
              <a:lnSpc>
                <a:spcPct val="90000"/>
              </a:lnSpc>
              <a:spcBef>
                <a:spcPts val="900"/>
              </a:spcBef>
              <a:spcAft>
                <a:spcPts val="0"/>
              </a:spcAft>
              <a:buClr>
                <a:srgbClr val="000000"/>
              </a:buClr>
              <a:buSzPts val="3759"/>
              <a:buFont typeface="Arial"/>
              <a:buNone/>
            </a:pPr>
            <a:r>
              <a:rPr lang="en-US" sz="4800">
                <a:latin typeface="Calibri"/>
                <a:ea typeface="Calibri"/>
                <a:cs typeface="Calibri"/>
                <a:sym typeface="Calibri"/>
              </a:rPr>
              <a:t>The distance threshold affects performance</a:t>
            </a:r>
            <a:endParaRPr sz="4800"/>
          </a:p>
          <a:p>
            <a:pPr indent="-627124" lvl="1" marL="966976" rtl="0" algn="l">
              <a:lnSpc>
                <a:spcPct val="90000"/>
              </a:lnSpc>
              <a:spcBef>
                <a:spcPts val="800"/>
              </a:spcBef>
              <a:spcAft>
                <a:spcPts val="0"/>
              </a:spcAft>
              <a:buClr>
                <a:srgbClr val="000000"/>
              </a:buClr>
              <a:buSzPts val="4800"/>
              <a:buFont typeface="Arial"/>
              <a:buChar char="–"/>
            </a:pPr>
            <a:r>
              <a:rPr lang="en-US" sz="4800">
                <a:latin typeface="Calibri"/>
                <a:ea typeface="Calibri"/>
                <a:cs typeface="Calibri"/>
                <a:sym typeface="Calibri"/>
              </a:rPr>
              <a:t>True positives = # of detected matches that are correct</a:t>
            </a:r>
            <a:endParaRPr sz="4800"/>
          </a:p>
          <a:p>
            <a:pPr indent="-543559" lvl="2" marL="1289302" rtl="0" algn="l">
              <a:lnSpc>
                <a:spcPct val="90000"/>
              </a:lnSpc>
              <a:spcBef>
                <a:spcPts val="700"/>
              </a:spcBef>
              <a:spcAft>
                <a:spcPts val="0"/>
              </a:spcAft>
              <a:buClr>
                <a:srgbClr val="000000"/>
              </a:buClr>
              <a:buSzPts val="4800"/>
              <a:buFont typeface="Arial"/>
              <a:buChar char="•"/>
            </a:pPr>
            <a:r>
              <a:rPr lang="en-US" sz="4800">
                <a:latin typeface="Calibri"/>
                <a:ea typeface="Calibri"/>
                <a:cs typeface="Calibri"/>
                <a:sym typeface="Calibri"/>
              </a:rPr>
              <a:t>Suppose we want to maximize these—how to choose threshold?</a:t>
            </a:r>
            <a:endParaRPr sz="4800"/>
          </a:p>
          <a:p>
            <a:pPr indent="-627124" lvl="1" marL="966976" rtl="0" algn="l">
              <a:lnSpc>
                <a:spcPct val="90000"/>
              </a:lnSpc>
              <a:spcBef>
                <a:spcPts val="800"/>
              </a:spcBef>
              <a:spcAft>
                <a:spcPts val="0"/>
              </a:spcAft>
              <a:buClr>
                <a:srgbClr val="000000"/>
              </a:buClr>
              <a:buSzPts val="4800"/>
              <a:buFont typeface="Arial"/>
              <a:buChar char="–"/>
            </a:pPr>
            <a:r>
              <a:rPr lang="en-US" sz="4800">
                <a:latin typeface="Calibri"/>
                <a:ea typeface="Calibri"/>
                <a:cs typeface="Calibri"/>
                <a:sym typeface="Calibri"/>
              </a:rPr>
              <a:t>False positives = # of detected matches that are incorrect</a:t>
            </a:r>
            <a:endParaRPr sz="4800"/>
          </a:p>
          <a:p>
            <a:pPr indent="-543559" lvl="2" marL="1289302" rtl="0" algn="l">
              <a:lnSpc>
                <a:spcPct val="90000"/>
              </a:lnSpc>
              <a:spcBef>
                <a:spcPts val="700"/>
              </a:spcBef>
              <a:spcAft>
                <a:spcPts val="0"/>
              </a:spcAft>
              <a:buClr>
                <a:srgbClr val="000000"/>
              </a:buClr>
              <a:buSzPts val="4800"/>
              <a:buFont typeface="Arial"/>
              <a:buChar char="•"/>
            </a:pPr>
            <a:r>
              <a:rPr lang="en-US" sz="4800">
                <a:latin typeface="Calibri"/>
                <a:ea typeface="Calibri"/>
                <a:cs typeface="Calibri"/>
                <a:sym typeface="Calibri"/>
              </a:rPr>
              <a:t>Suppose we want to minimize these—how to choose threshold?</a:t>
            </a:r>
            <a:endParaRPr sz="4800"/>
          </a:p>
        </p:txBody>
      </p:sp>
      <p:pic>
        <p:nvPicPr>
          <p:cNvPr descr="http://farm1.static.flickr.com/47/136915456_c6f719ea3f.jpg?v=0" id="1641" name="Google Shape;1641;g37fae8905c8_0_861"/>
          <p:cNvPicPr preferRelativeResize="0"/>
          <p:nvPr/>
        </p:nvPicPr>
        <p:blipFill rotWithShape="1">
          <a:blip r:embed="rId3">
            <a:alphaModFix/>
          </a:blip>
          <a:srcRect b="0" l="0" r="0" t="0"/>
          <a:stretch/>
        </p:blipFill>
        <p:spPr>
          <a:xfrm>
            <a:off x="5029200" y="4146550"/>
            <a:ext cx="6172200" cy="4629150"/>
          </a:xfrm>
          <a:prstGeom prst="rect">
            <a:avLst/>
          </a:prstGeom>
          <a:noFill/>
          <a:ln>
            <a:noFill/>
          </a:ln>
        </p:spPr>
      </p:pic>
      <p:pic>
        <p:nvPicPr>
          <p:cNvPr descr="http://farm1.static.flickr.com/133/328570837_37b6289916.jpg?v=0" id="1642" name="Google Shape;1642;g37fae8905c8_0_861"/>
          <p:cNvPicPr preferRelativeResize="0"/>
          <p:nvPr/>
        </p:nvPicPr>
        <p:blipFill rotWithShape="1">
          <a:blip r:embed="rId4">
            <a:alphaModFix/>
          </a:blip>
          <a:srcRect b="0" l="0" r="0" t="0"/>
          <a:stretch/>
        </p:blipFill>
        <p:spPr>
          <a:xfrm>
            <a:off x="12833350" y="4137023"/>
            <a:ext cx="6521450" cy="4578351"/>
          </a:xfrm>
          <a:prstGeom prst="rect">
            <a:avLst/>
          </a:prstGeom>
          <a:noFill/>
          <a:ln>
            <a:noFill/>
          </a:ln>
        </p:spPr>
      </p:pic>
      <p:sp>
        <p:nvSpPr>
          <p:cNvPr id="1643" name="Google Shape;1643;g37fae8905c8_0_861"/>
          <p:cNvSpPr/>
          <p:nvPr/>
        </p:nvSpPr>
        <p:spPr>
          <a:xfrm>
            <a:off x="7924800" y="5270500"/>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44" name="Google Shape;1644;g37fae8905c8_0_861"/>
          <p:cNvSpPr/>
          <p:nvPr/>
        </p:nvSpPr>
        <p:spPr>
          <a:xfrm>
            <a:off x="15779750" y="5197473"/>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45" name="Google Shape;1645;g37fae8905c8_0_861"/>
          <p:cNvSpPr/>
          <p:nvPr/>
        </p:nvSpPr>
        <p:spPr>
          <a:xfrm>
            <a:off x="6553200" y="4965700"/>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46" name="Google Shape;1646;g37fae8905c8_0_861"/>
          <p:cNvSpPr/>
          <p:nvPr/>
        </p:nvSpPr>
        <p:spPr>
          <a:xfrm>
            <a:off x="14478000" y="4508500"/>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47" name="Google Shape;1647;g37fae8905c8_0_861"/>
          <p:cNvSpPr/>
          <p:nvPr/>
        </p:nvSpPr>
        <p:spPr>
          <a:xfrm>
            <a:off x="6096000" y="4203700"/>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48" name="Google Shape;1648;g37fae8905c8_0_861"/>
          <p:cNvSpPr/>
          <p:nvPr/>
        </p:nvSpPr>
        <p:spPr>
          <a:xfrm>
            <a:off x="13868400" y="5880100"/>
            <a:ext cx="304800" cy="304800"/>
          </a:xfrm>
          <a:prstGeom prst="rect">
            <a:avLst/>
          </a:prstGeom>
          <a:noFill/>
          <a:ln cap="flat" cmpd="sng" w="76200">
            <a:solidFill>
              <a:srgbClr val="FFFF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1649" name="Google Shape;1649;g37fae8905c8_0_861"/>
          <p:cNvCxnSpPr/>
          <p:nvPr/>
        </p:nvCxnSpPr>
        <p:spPr>
          <a:xfrm flipH="1" rot="10800000">
            <a:off x="6857999" y="4635501"/>
            <a:ext cx="7620000" cy="457200"/>
          </a:xfrm>
          <a:prstGeom prst="straightConnector1">
            <a:avLst/>
          </a:prstGeom>
          <a:noFill/>
          <a:ln cap="flat" cmpd="sng" w="50800">
            <a:solidFill>
              <a:srgbClr val="00FF00"/>
            </a:solidFill>
            <a:prstDash val="solid"/>
            <a:round/>
            <a:headEnd len="sm" w="sm" type="none"/>
            <a:tailEnd len="med" w="med" type="triangle"/>
          </a:ln>
        </p:spPr>
      </p:cxnSp>
      <p:sp>
        <p:nvSpPr>
          <p:cNvPr id="1650" name="Google Shape;1650;g37fae8905c8_0_861"/>
          <p:cNvSpPr/>
          <p:nvPr/>
        </p:nvSpPr>
        <p:spPr>
          <a:xfrm>
            <a:off x="11410950" y="4324350"/>
            <a:ext cx="760500" cy="7377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B050"/>
              </a:buClr>
              <a:buSzPts val="4000"/>
              <a:buFont typeface="Arial"/>
              <a:buNone/>
            </a:pPr>
            <a:r>
              <a:rPr b="0" i="0" lang="en-US" sz="4000" u="none" cap="none" strike="noStrike">
                <a:solidFill>
                  <a:srgbClr val="00B050"/>
                </a:solidFill>
                <a:latin typeface="Arial"/>
                <a:ea typeface="Arial"/>
                <a:cs typeface="Arial"/>
                <a:sym typeface="Arial"/>
              </a:rPr>
              <a:t>50</a:t>
            </a:r>
            <a:endParaRPr/>
          </a:p>
        </p:txBody>
      </p:sp>
      <p:cxnSp>
        <p:nvCxnSpPr>
          <p:cNvPr id="1651" name="Google Shape;1651;g37fae8905c8_0_861"/>
          <p:cNvCxnSpPr/>
          <p:nvPr/>
        </p:nvCxnSpPr>
        <p:spPr>
          <a:xfrm flipH="1" rot="10800000">
            <a:off x="8229600" y="5270500"/>
            <a:ext cx="7550100" cy="152400"/>
          </a:xfrm>
          <a:prstGeom prst="straightConnector1">
            <a:avLst/>
          </a:prstGeom>
          <a:noFill/>
          <a:ln cap="flat" cmpd="sng" w="50800">
            <a:solidFill>
              <a:srgbClr val="00FF00"/>
            </a:solidFill>
            <a:prstDash val="solid"/>
            <a:round/>
            <a:headEnd len="sm" w="sm" type="none"/>
            <a:tailEnd len="med" w="med" type="triangle"/>
          </a:ln>
        </p:spPr>
      </p:cxnSp>
      <p:sp>
        <p:nvSpPr>
          <p:cNvPr id="1652" name="Google Shape;1652;g37fae8905c8_0_861"/>
          <p:cNvSpPr/>
          <p:nvPr/>
        </p:nvSpPr>
        <p:spPr>
          <a:xfrm>
            <a:off x="11582400" y="4965700"/>
            <a:ext cx="760500" cy="7377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B050"/>
              </a:buClr>
              <a:buSzPts val="4000"/>
              <a:buFont typeface="Arial"/>
              <a:buNone/>
            </a:pPr>
            <a:r>
              <a:rPr b="0" i="0" lang="en-US" sz="4000" u="none" cap="none" strike="noStrike">
                <a:solidFill>
                  <a:srgbClr val="00B050"/>
                </a:solidFill>
                <a:latin typeface="Arial"/>
                <a:ea typeface="Arial"/>
                <a:cs typeface="Arial"/>
                <a:sym typeface="Arial"/>
              </a:rPr>
              <a:t>75</a:t>
            </a:r>
            <a:endParaRPr/>
          </a:p>
        </p:txBody>
      </p:sp>
      <p:sp>
        <p:nvSpPr>
          <p:cNvPr id="1653" name="Google Shape;1653;g37fae8905c8_0_861"/>
          <p:cNvSpPr/>
          <p:nvPr/>
        </p:nvSpPr>
        <p:spPr>
          <a:xfrm>
            <a:off x="6219598" y="4508500"/>
            <a:ext cx="7648799" cy="2287767"/>
          </a:xfrm>
          <a:custGeom>
            <a:rect b="b" l="l" r="r" t="t"/>
            <a:pathLst>
              <a:path extrusionOk="0" h="21379" w="21467">
                <a:moveTo>
                  <a:pt x="81" y="0"/>
                </a:moveTo>
                <a:cubicBezTo>
                  <a:pt x="-26" y="6053"/>
                  <a:pt x="-133" y="12105"/>
                  <a:pt x="509" y="15666"/>
                </a:cubicBezTo>
                <a:cubicBezTo>
                  <a:pt x="1150" y="19226"/>
                  <a:pt x="437" y="21600"/>
                  <a:pt x="3930" y="21363"/>
                </a:cubicBezTo>
                <a:cubicBezTo>
                  <a:pt x="7423" y="21125"/>
                  <a:pt x="14445" y="17684"/>
                  <a:pt x="21467" y="14242"/>
                </a:cubicBezTo>
              </a:path>
            </a:pathLst>
          </a:custGeom>
          <a:noFill/>
          <a:ln cap="flat" cmpd="sng" w="762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54" name="Google Shape;1654;g37fae8905c8_0_861"/>
          <p:cNvSpPr/>
          <p:nvPr/>
        </p:nvSpPr>
        <p:spPr>
          <a:xfrm>
            <a:off x="11430000" y="5880100"/>
            <a:ext cx="1043100" cy="7377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0000"/>
              </a:buClr>
              <a:buSzPts val="4000"/>
              <a:buFont typeface="Arial"/>
              <a:buNone/>
            </a:pPr>
            <a:r>
              <a:rPr b="0" i="0" lang="en-US" sz="4000" u="none" cap="none" strike="noStrike">
                <a:solidFill>
                  <a:srgbClr val="FF0000"/>
                </a:solidFill>
                <a:latin typeface="Arial"/>
                <a:ea typeface="Arial"/>
                <a:cs typeface="Arial"/>
                <a:sym typeface="Arial"/>
              </a:rPr>
              <a:t>200</a:t>
            </a:r>
            <a:endParaRPr/>
          </a:p>
        </p:txBody>
      </p:sp>
      <p:sp>
        <p:nvSpPr>
          <p:cNvPr id="1655" name="Google Shape;1655;g37fae8905c8_0_861"/>
          <p:cNvSpPr txBox="1"/>
          <p:nvPr/>
        </p:nvSpPr>
        <p:spPr>
          <a:xfrm>
            <a:off x="11077575" y="6330950"/>
            <a:ext cx="1754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false match</a:t>
            </a:r>
            <a:endParaRPr/>
          </a:p>
        </p:txBody>
      </p:sp>
      <p:sp>
        <p:nvSpPr>
          <p:cNvPr id="1656" name="Google Shape;1656;g37fae8905c8_0_861"/>
          <p:cNvSpPr txBox="1"/>
          <p:nvPr/>
        </p:nvSpPr>
        <p:spPr>
          <a:xfrm>
            <a:off x="11147425" y="4746623"/>
            <a:ext cx="1635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C0504D"/>
              </a:buClr>
              <a:buSzPts val="2400"/>
              <a:buFont typeface="Arial"/>
              <a:buNone/>
            </a:pPr>
            <a:r>
              <a:rPr b="0" i="0" lang="en-US" sz="2400" u="none" cap="none" strike="noStrike">
                <a:solidFill>
                  <a:srgbClr val="C0504D"/>
                </a:solidFill>
                <a:latin typeface="Arial"/>
                <a:ea typeface="Arial"/>
                <a:cs typeface="Arial"/>
                <a:sym typeface="Arial"/>
              </a:rPr>
              <a:t>true match</a:t>
            </a:r>
            <a:endParaRPr/>
          </a:p>
        </p:txBody>
      </p:sp>
      <p:sp>
        <p:nvSpPr>
          <p:cNvPr id="1657" name="Google Shape;1657;g37fae8905c8_0_861"/>
          <p:cNvSpPr/>
          <p:nvPr/>
        </p:nvSpPr>
        <p:spPr>
          <a:xfrm>
            <a:off x="10363200" y="8871953"/>
            <a:ext cx="3522600" cy="693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feature distance</a:t>
            </a:r>
            <a:endParaRPr/>
          </a:p>
        </p:txBody>
      </p:sp>
      <p:cxnSp>
        <p:nvCxnSpPr>
          <p:cNvPr id="1658" name="Google Shape;1658;g37fae8905c8_0_861"/>
          <p:cNvCxnSpPr/>
          <p:nvPr/>
        </p:nvCxnSpPr>
        <p:spPr>
          <a:xfrm rot="10800000">
            <a:off x="12039500" y="6858175"/>
            <a:ext cx="145200" cy="1728000"/>
          </a:xfrm>
          <a:prstGeom prst="straightConnector1">
            <a:avLst/>
          </a:prstGeom>
          <a:noFill/>
          <a:ln cap="flat" cmpd="sng" w="50800">
            <a:solidFill>
              <a:srgbClr val="000000"/>
            </a:solidFill>
            <a:prstDash val="solid"/>
            <a:round/>
            <a:headEnd len="sm" w="sm" type="none"/>
            <a:tailEnd len="med" w="med" type="triangle"/>
          </a:ln>
        </p:spPr>
      </p:cxnSp>
      <p:sp>
        <p:nvSpPr>
          <p:cNvPr id="1659" name="Google Shape;1659;g37fae8905c8_0_861"/>
          <p:cNvSpPr txBox="1"/>
          <p:nvPr/>
        </p:nvSpPr>
        <p:spPr>
          <a:xfrm>
            <a:off x="3962400" y="3048000"/>
            <a:ext cx="16459200" cy="923400"/>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How can we measure the performance of a feature matcher?</a:t>
            </a:r>
            <a:endParaRPr/>
          </a:p>
        </p:txBody>
      </p:sp>
      <p:sp>
        <p:nvSpPr>
          <p:cNvPr id="1660" name="Google Shape;1660;g37fae8905c8_0_861"/>
          <p:cNvSpPr txBox="1"/>
          <p:nvPr>
            <p:ph idx="12" type="sldNum"/>
          </p:nvPr>
        </p:nvSpPr>
        <p:spPr>
          <a:xfrm>
            <a:off x="20067815" y="12835870"/>
            <a:ext cx="353700" cy="5541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cxnSp>
        <p:nvCxnSpPr>
          <p:cNvPr id="1665" name="Google Shape;1665;g37fae8905c8_0_886"/>
          <p:cNvCxnSpPr/>
          <p:nvPr/>
        </p:nvCxnSpPr>
        <p:spPr>
          <a:xfrm rot="10800000">
            <a:off x="10058400" y="6565900"/>
            <a:ext cx="838200" cy="0"/>
          </a:xfrm>
          <a:prstGeom prst="straightConnector1">
            <a:avLst/>
          </a:prstGeom>
          <a:noFill/>
          <a:ln cap="flat" cmpd="sng" w="12700">
            <a:solidFill>
              <a:srgbClr val="000000"/>
            </a:solidFill>
            <a:prstDash val="dash"/>
            <a:round/>
            <a:headEnd len="sm" w="sm" type="none"/>
            <a:tailEnd len="sm" w="sm" type="none"/>
          </a:ln>
        </p:spPr>
      </p:cxnSp>
      <p:cxnSp>
        <p:nvCxnSpPr>
          <p:cNvPr id="1666" name="Google Shape;1666;g37fae8905c8_0_886"/>
          <p:cNvCxnSpPr/>
          <p:nvPr/>
        </p:nvCxnSpPr>
        <p:spPr>
          <a:xfrm>
            <a:off x="10893426" y="6489700"/>
            <a:ext cx="0" cy="4172100"/>
          </a:xfrm>
          <a:prstGeom prst="straightConnector1">
            <a:avLst/>
          </a:prstGeom>
          <a:noFill/>
          <a:ln cap="flat" cmpd="sng" w="12700">
            <a:solidFill>
              <a:srgbClr val="000000"/>
            </a:solidFill>
            <a:prstDash val="dash"/>
            <a:round/>
            <a:headEnd len="sm" w="sm" type="none"/>
            <a:tailEnd len="sm" w="sm" type="none"/>
          </a:ln>
        </p:spPr>
      </p:cxnSp>
      <p:sp>
        <p:nvSpPr>
          <p:cNvPr id="1667" name="Google Shape;1667;g37fae8905c8_0_886"/>
          <p:cNvSpPr txBox="1"/>
          <p:nvPr/>
        </p:nvSpPr>
        <p:spPr>
          <a:xfrm>
            <a:off x="9232900" y="6210300"/>
            <a:ext cx="1524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0.7</a:t>
            </a:r>
            <a:endParaRPr/>
          </a:p>
        </p:txBody>
      </p:sp>
      <p:sp>
        <p:nvSpPr>
          <p:cNvPr id="1668" name="Google Shape;1668;g37fae8905c8_0_886"/>
          <p:cNvSpPr txBox="1"/>
          <p:nvPr>
            <p:ph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Evaluating the results</a:t>
            </a:r>
            <a:endParaRPr/>
          </a:p>
        </p:txBody>
      </p:sp>
      <p:sp>
        <p:nvSpPr>
          <p:cNvPr id="1669" name="Google Shape;1669;g37fae8905c8_0_886"/>
          <p:cNvSpPr/>
          <p:nvPr/>
        </p:nvSpPr>
        <p:spPr>
          <a:xfrm>
            <a:off x="10363200" y="5270500"/>
            <a:ext cx="5181600" cy="5181600"/>
          </a:xfrm>
          <a:prstGeom prst="rect">
            <a:avLst/>
          </a:prstGeom>
          <a:no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70" name="Google Shape;1670;g37fae8905c8_0_886"/>
          <p:cNvSpPr txBox="1"/>
          <p:nvPr/>
        </p:nvSpPr>
        <p:spPr>
          <a:xfrm>
            <a:off x="9906000" y="10299700"/>
            <a:ext cx="914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0</a:t>
            </a:r>
            <a:endParaRPr/>
          </a:p>
        </p:txBody>
      </p:sp>
      <p:sp>
        <p:nvSpPr>
          <p:cNvPr id="1671" name="Google Shape;1671;g37fae8905c8_0_886"/>
          <p:cNvSpPr txBox="1"/>
          <p:nvPr/>
        </p:nvSpPr>
        <p:spPr>
          <a:xfrm>
            <a:off x="15240000" y="10388600"/>
            <a:ext cx="609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1</a:t>
            </a:r>
            <a:endParaRPr/>
          </a:p>
        </p:txBody>
      </p:sp>
      <p:sp>
        <p:nvSpPr>
          <p:cNvPr id="1672" name="Google Shape;1672;g37fae8905c8_0_886"/>
          <p:cNvSpPr txBox="1"/>
          <p:nvPr/>
        </p:nvSpPr>
        <p:spPr>
          <a:xfrm>
            <a:off x="9906000" y="4965700"/>
            <a:ext cx="609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1</a:t>
            </a:r>
            <a:endParaRPr/>
          </a:p>
        </p:txBody>
      </p:sp>
      <p:sp>
        <p:nvSpPr>
          <p:cNvPr id="1673" name="Google Shape;1673;g37fae8905c8_0_886"/>
          <p:cNvSpPr txBox="1"/>
          <p:nvPr/>
        </p:nvSpPr>
        <p:spPr>
          <a:xfrm>
            <a:off x="9601200" y="10452100"/>
            <a:ext cx="6858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0000"/>
              </a:buClr>
              <a:buSzPts val="2800"/>
              <a:buFont typeface="Arial"/>
              <a:buNone/>
            </a:pPr>
            <a:r>
              <a:rPr b="0" i="1" lang="en-US" sz="2800" u="none" cap="none" strike="noStrike">
                <a:solidFill>
                  <a:srgbClr val="FF0000"/>
                </a:solidFill>
                <a:latin typeface="Arial"/>
                <a:ea typeface="Arial"/>
                <a:cs typeface="Arial"/>
                <a:sym typeface="Arial"/>
              </a:rPr>
              <a:t>false positive rate</a:t>
            </a:r>
            <a:endParaRPr/>
          </a:p>
        </p:txBody>
      </p:sp>
      <p:sp>
        <p:nvSpPr>
          <p:cNvPr id="1674" name="Google Shape;1674;g37fae8905c8_0_886"/>
          <p:cNvSpPr txBox="1"/>
          <p:nvPr/>
        </p:nvSpPr>
        <p:spPr>
          <a:xfrm>
            <a:off x="8382000" y="7251700"/>
            <a:ext cx="2438400" cy="169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0000"/>
              </a:buClr>
              <a:buSzPts val="2800"/>
              <a:buFont typeface="Arial"/>
              <a:buNone/>
            </a:pPr>
            <a:r>
              <a:rPr b="0" i="1" lang="en-US" sz="2800" u="none" cap="none" strike="noStrike">
                <a:solidFill>
                  <a:srgbClr val="FF0000"/>
                </a:solidFill>
                <a:latin typeface="Arial"/>
                <a:ea typeface="Arial"/>
                <a:cs typeface="Arial"/>
                <a:sym typeface="Arial"/>
              </a:rPr>
              <a:t>true</a:t>
            </a:r>
            <a:br>
              <a:rPr b="0" i="1" lang="en-US" sz="2800" u="none" cap="none" strike="noStrike">
                <a:solidFill>
                  <a:srgbClr val="FF0000"/>
                </a:solidFill>
                <a:latin typeface="Arial"/>
                <a:ea typeface="Arial"/>
                <a:cs typeface="Arial"/>
                <a:sym typeface="Arial"/>
              </a:rPr>
            </a:br>
            <a:r>
              <a:rPr b="0" i="1" lang="en-US" sz="2800" u="none" cap="none" strike="noStrike">
                <a:solidFill>
                  <a:srgbClr val="FF0000"/>
                </a:solidFill>
                <a:latin typeface="Arial"/>
                <a:ea typeface="Arial"/>
                <a:cs typeface="Arial"/>
                <a:sym typeface="Arial"/>
              </a:rPr>
              <a:t>positive</a:t>
            </a:r>
            <a:br>
              <a:rPr b="0" i="1" lang="en-US" sz="2800" u="none" cap="none" strike="noStrike">
                <a:solidFill>
                  <a:srgbClr val="FF0000"/>
                </a:solidFill>
                <a:latin typeface="Arial"/>
                <a:ea typeface="Arial"/>
                <a:cs typeface="Arial"/>
                <a:sym typeface="Arial"/>
              </a:rPr>
            </a:br>
            <a:r>
              <a:rPr b="0" i="1" lang="en-US" sz="2800" u="none" cap="none" strike="noStrike">
                <a:solidFill>
                  <a:srgbClr val="FF0000"/>
                </a:solidFill>
                <a:latin typeface="Arial"/>
                <a:ea typeface="Arial"/>
                <a:cs typeface="Arial"/>
                <a:sym typeface="Arial"/>
              </a:rPr>
              <a:t>rate</a:t>
            </a:r>
            <a:br>
              <a:rPr b="0" i="1" lang="en-US" sz="2800" u="none" cap="none" strike="noStrike">
                <a:solidFill>
                  <a:srgbClr val="FF0000"/>
                </a:solidFill>
                <a:latin typeface="Arial"/>
                <a:ea typeface="Arial"/>
                <a:cs typeface="Arial"/>
                <a:sym typeface="Arial"/>
              </a:rPr>
            </a:br>
            <a:endParaRPr/>
          </a:p>
        </p:txBody>
      </p:sp>
      <p:grpSp>
        <p:nvGrpSpPr>
          <p:cNvPr id="1675" name="Google Shape;1675;g37fae8905c8_0_886"/>
          <p:cNvGrpSpPr/>
          <p:nvPr/>
        </p:nvGrpSpPr>
        <p:grpSpPr>
          <a:xfrm>
            <a:off x="3352800" y="7499349"/>
            <a:ext cx="5791200" cy="1046700"/>
            <a:chOff x="0" y="0"/>
            <a:chExt cx="5791200" cy="1046700"/>
          </a:xfrm>
        </p:grpSpPr>
        <p:sp>
          <p:nvSpPr>
            <p:cNvPr id="1676" name="Google Shape;1676;g37fae8905c8_0_886"/>
            <p:cNvSpPr txBox="1"/>
            <p:nvPr/>
          </p:nvSpPr>
          <p:spPr>
            <a:xfrm>
              <a:off x="0" y="0"/>
              <a:ext cx="57912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true positives</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matching features (positives)</a:t>
              </a:r>
              <a:endParaRPr/>
            </a:p>
          </p:txBody>
        </p:sp>
        <p:cxnSp>
          <p:nvCxnSpPr>
            <p:cNvPr id="1677" name="Google Shape;1677;g37fae8905c8_0_886"/>
            <p:cNvCxnSpPr/>
            <p:nvPr/>
          </p:nvCxnSpPr>
          <p:spPr>
            <a:xfrm>
              <a:off x="482599" y="539750"/>
              <a:ext cx="4864500" cy="0"/>
            </a:xfrm>
            <a:prstGeom prst="straightConnector1">
              <a:avLst/>
            </a:prstGeom>
            <a:noFill/>
            <a:ln cap="flat" cmpd="sng" w="38100">
              <a:solidFill>
                <a:srgbClr val="000000"/>
              </a:solidFill>
              <a:prstDash val="solid"/>
              <a:round/>
              <a:headEnd len="sm" w="sm" type="none"/>
              <a:tailEnd len="sm" w="sm" type="none"/>
            </a:ln>
          </p:spPr>
        </p:cxnSp>
      </p:grpSp>
      <p:sp>
        <p:nvSpPr>
          <p:cNvPr id="1678" name="Google Shape;1678;g37fae8905c8_0_886"/>
          <p:cNvSpPr/>
          <p:nvPr/>
        </p:nvSpPr>
        <p:spPr>
          <a:xfrm>
            <a:off x="10820400" y="6489700"/>
            <a:ext cx="152400" cy="152400"/>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1679" name="Google Shape;1679;g37fae8905c8_0_886"/>
          <p:cNvCxnSpPr/>
          <p:nvPr/>
        </p:nvCxnSpPr>
        <p:spPr>
          <a:xfrm>
            <a:off x="10896600" y="10204450"/>
            <a:ext cx="0" cy="457200"/>
          </a:xfrm>
          <a:prstGeom prst="straightConnector1">
            <a:avLst/>
          </a:prstGeom>
          <a:noFill/>
          <a:ln cap="flat" cmpd="sng" w="38100">
            <a:solidFill>
              <a:srgbClr val="000000"/>
            </a:solidFill>
            <a:prstDash val="solid"/>
            <a:round/>
            <a:headEnd len="sm" w="sm" type="none"/>
            <a:tailEnd len="sm" w="sm" type="none"/>
          </a:ln>
        </p:spPr>
      </p:cxnSp>
      <p:cxnSp>
        <p:nvCxnSpPr>
          <p:cNvPr id="1680" name="Google Shape;1680;g37fae8905c8_0_886"/>
          <p:cNvCxnSpPr/>
          <p:nvPr/>
        </p:nvCxnSpPr>
        <p:spPr>
          <a:xfrm>
            <a:off x="10059669" y="6567169"/>
            <a:ext cx="457200" cy="0"/>
          </a:xfrm>
          <a:prstGeom prst="straightConnector1">
            <a:avLst/>
          </a:prstGeom>
          <a:noFill/>
          <a:ln cap="flat" cmpd="sng" w="38100">
            <a:solidFill>
              <a:srgbClr val="000000"/>
            </a:solidFill>
            <a:prstDash val="solid"/>
            <a:round/>
            <a:headEnd len="sm" w="sm" type="none"/>
            <a:tailEnd len="sm" w="sm" type="none"/>
          </a:ln>
        </p:spPr>
      </p:cxnSp>
      <p:sp>
        <p:nvSpPr>
          <p:cNvPr id="1681" name="Google Shape;1681;g37fae8905c8_0_886"/>
          <p:cNvSpPr txBox="1"/>
          <p:nvPr/>
        </p:nvSpPr>
        <p:spPr>
          <a:xfrm>
            <a:off x="10414000" y="10452100"/>
            <a:ext cx="1524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0.1</a:t>
            </a:r>
            <a:endParaRPr/>
          </a:p>
        </p:txBody>
      </p:sp>
      <p:cxnSp>
        <p:nvCxnSpPr>
          <p:cNvPr id="1682" name="Google Shape;1682;g37fae8905c8_0_886"/>
          <p:cNvCxnSpPr/>
          <p:nvPr/>
        </p:nvCxnSpPr>
        <p:spPr>
          <a:xfrm flipH="1" rot="10800000">
            <a:off x="10363199" y="5270501"/>
            <a:ext cx="5181600" cy="5181600"/>
          </a:xfrm>
          <a:prstGeom prst="straightConnector1">
            <a:avLst/>
          </a:prstGeom>
          <a:noFill/>
          <a:ln cap="flat" cmpd="sng" w="12700">
            <a:solidFill>
              <a:srgbClr val="000000"/>
            </a:solidFill>
            <a:prstDash val="solid"/>
            <a:round/>
            <a:headEnd len="sm" w="sm" type="none"/>
            <a:tailEnd len="sm" w="sm" type="none"/>
          </a:ln>
        </p:spPr>
      </p:cxnSp>
      <p:sp>
        <p:nvSpPr>
          <p:cNvPr id="1683" name="Google Shape;1683;g37fae8905c8_0_886"/>
          <p:cNvSpPr txBox="1"/>
          <p:nvPr/>
        </p:nvSpPr>
        <p:spPr>
          <a:xfrm>
            <a:off x="3962400" y="3048000"/>
            <a:ext cx="16459200" cy="797700"/>
          </a:xfrm>
          <a:prstGeom prst="rect">
            <a:avLst/>
          </a:prstGeom>
          <a:noFill/>
          <a:ln>
            <a:noFill/>
          </a:ln>
        </p:spPr>
        <p:txBody>
          <a:bodyPr anchorCtr="0" anchor="t" bIns="91425" lIns="91425" spcFirstLastPara="1" rIns="91425" wrap="square" tIns="91425">
            <a:normAutofit lnSpcReduction="20000"/>
          </a:bodyPr>
          <a:lstStyle/>
          <a:p>
            <a:pPr indent="-685800" lvl="0" marL="685800" marR="0" rtl="0" algn="l">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How can we measure the performance of a feature matcher?</a:t>
            </a:r>
            <a:endParaRPr/>
          </a:p>
        </p:txBody>
      </p:sp>
      <p:sp>
        <p:nvSpPr>
          <p:cNvPr id="1684" name="Google Shape;1684;g37fae8905c8_0_886"/>
          <p:cNvSpPr txBox="1"/>
          <p:nvPr/>
        </p:nvSpPr>
        <p:spPr>
          <a:xfrm>
            <a:off x="5225156" y="8534400"/>
            <a:ext cx="3083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4800" u="none" cap="none" strike="noStrike">
                <a:solidFill>
                  <a:srgbClr val="000000"/>
                </a:solidFill>
                <a:latin typeface="Calibri"/>
                <a:ea typeface="Calibri"/>
                <a:cs typeface="Calibri"/>
                <a:sym typeface="Calibri"/>
              </a:rPr>
              <a:t>“recall”</a:t>
            </a:r>
            <a:endParaRPr sz="4800"/>
          </a:p>
        </p:txBody>
      </p:sp>
      <p:grpSp>
        <p:nvGrpSpPr>
          <p:cNvPr id="1685" name="Google Shape;1685;g37fae8905c8_0_886"/>
          <p:cNvGrpSpPr/>
          <p:nvPr/>
        </p:nvGrpSpPr>
        <p:grpSpPr>
          <a:xfrm>
            <a:off x="10210800" y="11156949"/>
            <a:ext cx="5791200" cy="1046700"/>
            <a:chOff x="0" y="0"/>
            <a:chExt cx="5791200" cy="1046700"/>
          </a:xfrm>
        </p:grpSpPr>
        <p:sp>
          <p:nvSpPr>
            <p:cNvPr id="1686" name="Google Shape;1686;g37fae8905c8_0_886"/>
            <p:cNvSpPr txBox="1"/>
            <p:nvPr/>
          </p:nvSpPr>
          <p:spPr>
            <a:xfrm>
              <a:off x="0" y="0"/>
              <a:ext cx="57912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false positives</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unmatched features (negatives)</a:t>
              </a:r>
              <a:endParaRPr/>
            </a:p>
          </p:txBody>
        </p:sp>
        <p:cxnSp>
          <p:nvCxnSpPr>
            <p:cNvPr id="1687" name="Google Shape;1687;g37fae8905c8_0_886"/>
            <p:cNvCxnSpPr/>
            <p:nvPr/>
          </p:nvCxnSpPr>
          <p:spPr>
            <a:xfrm>
              <a:off x="463295" y="539750"/>
              <a:ext cx="4951500" cy="0"/>
            </a:xfrm>
            <a:prstGeom prst="straightConnector1">
              <a:avLst/>
            </a:prstGeom>
            <a:noFill/>
            <a:ln cap="flat" cmpd="sng" w="38100">
              <a:solidFill>
                <a:srgbClr val="000000"/>
              </a:solidFill>
              <a:prstDash val="solid"/>
              <a:round/>
              <a:headEnd len="sm" w="sm" type="none"/>
              <a:tailEnd len="sm" w="sm" type="none"/>
            </a:ln>
          </p:spPr>
        </p:cxnSp>
      </p:grpSp>
      <p:sp>
        <p:nvSpPr>
          <p:cNvPr id="1688" name="Google Shape;1688;g37fae8905c8_0_886"/>
          <p:cNvSpPr txBox="1"/>
          <p:nvPr/>
        </p:nvSpPr>
        <p:spPr>
          <a:xfrm>
            <a:off x="11586875" y="12192000"/>
            <a:ext cx="3452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4800" u="none" cap="none" strike="noStrike">
                <a:solidFill>
                  <a:srgbClr val="000000"/>
                </a:solidFill>
                <a:latin typeface="Calibri"/>
                <a:ea typeface="Calibri"/>
                <a:cs typeface="Calibri"/>
                <a:sym typeface="Calibri"/>
              </a:rPr>
              <a:t>“precision”</a:t>
            </a:r>
            <a:endParaRPr sz="4800"/>
          </a:p>
        </p:txBody>
      </p:sp>
      <p:sp>
        <p:nvSpPr>
          <p:cNvPr id="1689" name="Google Shape;1689;g37fae8905c8_0_886"/>
          <p:cNvSpPr txBox="1"/>
          <p:nvPr>
            <p:ph idx="12" type="sldNum"/>
          </p:nvPr>
        </p:nvSpPr>
        <p:spPr>
          <a:xfrm>
            <a:off x="20067815" y="12835870"/>
            <a:ext cx="353700" cy="55410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g37fae8905c8_0_914"/>
          <p:cNvSpPr txBox="1"/>
          <p:nvPr/>
        </p:nvSpPr>
        <p:spPr>
          <a:xfrm>
            <a:off x="9232900" y="6210300"/>
            <a:ext cx="1524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0.7</a:t>
            </a:r>
            <a:endParaRPr/>
          </a:p>
        </p:txBody>
      </p:sp>
      <p:sp>
        <p:nvSpPr>
          <p:cNvPr id="1695" name="Google Shape;1695;g37fae8905c8_0_914"/>
          <p:cNvSpPr txBox="1"/>
          <p:nvPr>
            <p:ph idx="4294967295" type="title"/>
          </p:nvPr>
        </p:nvSpPr>
        <p:spPr>
          <a:xfrm>
            <a:off x="3962400" y="549276"/>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Evaluating the results</a:t>
            </a:r>
            <a:endParaRPr/>
          </a:p>
        </p:txBody>
      </p:sp>
      <p:sp>
        <p:nvSpPr>
          <p:cNvPr id="1696" name="Google Shape;1696;g37fae8905c8_0_914"/>
          <p:cNvSpPr/>
          <p:nvPr/>
        </p:nvSpPr>
        <p:spPr>
          <a:xfrm>
            <a:off x="10363200" y="5270500"/>
            <a:ext cx="5181600" cy="5181600"/>
          </a:xfrm>
          <a:prstGeom prst="rect">
            <a:avLst/>
          </a:prstGeom>
          <a:no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97" name="Google Shape;1697;g37fae8905c8_0_914"/>
          <p:cNvSpPr txBox="1"/>
          <p:nvPr/>
        </p:nvSpPr>
        <p:spPr>
          <a:xfrm>
            <a:off x="9906000" y="10299700"/>
            <a:ext cx="914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0</a:t>
            </a:r>
            <a:endParaRPr/>
          </a:p>
        </p:txBody>
      </p:sp>
      <p:sp>
        <p:nvSpPr>
          <p:cNvPr id="1698" name="Google Shape;1698;g37fae8905c8_0_914"/>
          <p:cNvSpPr txBox="1"/>
          <p:nvPr/>
        </p:nvSpPr>
        <p:spPr>
          <a:xfrm>
            <a:off x="15240000" y="10388600"/>
            <a:ext cx="609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1</a:t>
            </a:r>
            <a:endParaRPr/>
          </a:p>
        </p:txBody>
      </p:sp>
      <p:sp>
        <p:nvSpPr>
          <p:cNvPr id="1699" name="Google Shape;1699;g37fae8905c8_0_914"/>
          <p:cNvSpPr txBox="1"/>
          <p:nvPr/>
        </p:nvSpPr>
        <p:spPr>
          <a:xfrm>
            <a:off x="9906000" y="4965700"/>
            <a:ext cx="609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1</a:t>
            </a:r>
            <a:endParaRPr/>
          </a:p>
        </p:txBody>
      </p:sp>
      <p:sp>
        <p:nvSpPr>
          <p:cNvPr id="1700" name="Google Shape;1700;g37fae8905c8_0_914"/>
          <p:cNvSpPr txBox="1"/>
          <p:nvPr/>
        </p:nvSpPr>
        <p:spPr>
          <a:xfrm>
            <a:off x="9601200" y="10452100"/>
            <a:ext cx="6858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0000"/>
              </a:buClr>
              <a:buSzPts val="2800"/>
              <a:buFont typeface="Arial"/>
              <a:buNone/>
            </a:pPr>
            <a:r>
              <a:rPr b="0" i="1" lang="en-US" sz="2800" u="none" cap="none" strike="noStrike">
                <a:solidFill>
                  <a:srgbClr val="FF0000"/>
                </a:solidFill>
                <a:latin typeface="Arial"/>
                <a:ea typeface="Arial"/>
                <a:cs typeface="Arial"/>
                <a:sym typeface="Arial"/>
              </a:rPr>
              <a:t>false positive rate</a:t>
            </a:r>
            <a:endParaRPr/>
          </a:p>
        </p:txBody>
      </p:sp>
      <p:sp>
        <p:nvSpPr>
          <p:cNvPr id="1701" name="Google Shape;1701;g37fae8905c8_0_914"/>
          <p:cNvSpPr txBox="1"/>
          <p:nvPr/>
        </p:nvSpPr>
        <p:spPr>
          <a:xfrm>
            <a:off x="8382000" y="7251700"/>
            <a:ext cx="2438400" cy="169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0000"/>
              </a:buClr>
              <a:buSzPts val="2800"/>
              <a:buFont typeface="Arial"/>
              <a:buNone/>
            </a:pPr>
            <a:r>
              <a:rPr b="0" i="1" lang="en-US" sz="2800" u="none" cap="none" strike="noStrike">
                <a:solidFill>
                  <a:srgbClr val="FF0000"/>
                </a:solidFill>
                <a:latin typeface="Arial"/>
                <a:ea typeface="Arial"/>
                <a:cs typeface="Arial"/>
                <a:sym typeface="Arial"/>
              </a:rPr>
              <a:t>true</a:t>
            </a:r>
            <a:br>
              <a:rPr b="0" i="1" lang="en-US" sz="2800" u="none" cap="none" strike="noStrike">
                <a:solidFill>
                  <a:srgbClr val="FF0000"/>
                </a:solidFill>
                <a:latin typeface="Arial"/>
                <a:ea typeface="Arial"/>
                <a:cs typeface="Arial"/>
                <a:sym typeface="Arial"/>
              </a:rPr>
            </a:br>
            <a:r>
              <a:rPr b="0" i="1" lang="en-US" sz="2800" u="none" cap="none" strike="noStrike">
                <a:solidFill>
                  <a:srgbClr val="FF0000"/>
                </a:solidFill>
                <a:latin typeface="Arial"/>
                <a:ea typeface="Arial"/>
                <a:cs typeface="Arial"/>
                <a:sym typeface="Arial"/>
              </a:rPr>
              <a:t>positive</a:t>
            </a:r>
            <a:br>
              <a:rPr b="0" i="1" lang="en-US" sz="2800" u="none" cap="none" strike="noStrike">
                <a:solidFill>
                  <a:srgbClr val="FF0000"/>
                </a:solidFill>
                <a:latin typeface="Arial"/>
                <a:ea typeface="Arial"/>
                <a:cs typeface="Arial"/>
                <a:sym typeface="Arial"/>
              </a:rPr>
            </a:br>
            <a:r>
              <a:rPr b="0" i="1" lang="en-US" sz="2800" u="none" cap="none" strike="noStrike">
                <a:solidFill>
                  <a:srgbClr val="FF0000"/>
                </a:solidFill>
                <a:latin typeface="Arial"/>
                <a:ea typeface="Arial"/>
                <a:cs typeface="Arial"/>
                <a:sym typeface="Arial"/>
              </a:rPr>
              <a:t>rate</a:t>
            </a:r>
            <a:br>
              <a:rPr b="0" i="1" lang="en-US" sz="2800" u="none" cap="none" strike="noStrike">
                <a:solidFill>
                  <a:srgbClr val="FF0000"/>
                </a:solidFill>
                <a:latin typeface="Arial"/>
                <a:ea typeface="Arial"/>
                <a:cs typeface="Arial"/>
                <a:sym typeface="Arial"/>
              </a:rPr>
            </a:br>
            <a:endParaRPr/>
          </a:p>
        </p:txBody>
      </p:sp>
      <p:grpSp>
        <p:nvGrpSpPr>
          <p:cNvPr id="1702" name="Google Shape;1702;g37fae8905c8_0_914"/>
          <p:cNvGrpSpPr/>
          <p:nvPr/>
        </p:nvGrpSpPr>
        <p:grpSpPr>
          <a:xfrm>
            <a:off x="3352800" y="7499349"/>
            <a:ext cx="5791200" cy="1046700"/>
            <a:chOff x="0" y="0"/>
            <a:chExt cx="5791200" cy="1046700"/>
          </a:xfrm>
        </p:grpSpPr>
        <p:sp>
          <p:nvSpPr>
            <p:cNvPr id="1703" name="Google Shape;1703;g37fae8905c8_0_914"/>
            <p:cNvSpPr txBox="1"/>
            <p:nvPr/>
          </p:nvSpPr>
          <p:spPr>
            <a:xfrm>
              <a:off x="0" y="0"/>
              <a:ext cx="57912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true positives</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matching features (positives)</a:t>
              </a:r>
              <a:endParaRPr/>
            </a:p>
          </p:txBody>
        </p:sp>
        <p:cxnSp>
          <p:nvCxnSpPr>
            <p:cNvPr id="1704" name="Google Shape;1704;g37fae8905c8_0_914"/>
            <p:cNvCxnSpPr/>
            <p:nvPr/>
          </p:nvCxnSpPr>
          <p:spPr>
            <a:xfrm>
              <a:off x="482599" y="539750"/>
              <a:ext cx="4864500" cy="0"/>
            </a:xfrm>
            <a:prstGeom prst="straightConnector1">
              <a:avLst/>
            </a:prstGeom>
            <a:noFill/>
            <a:ln cap="flat" cmpd="sng" w="38100">
              <a:solidFill>
                <a:srgbClr val="000000"/>
              </a:solidFill>
              <a:prstDash val="solid"/>
              <a:round/>
              <a:headEnd len="sm" w="sm" type="none"/>
              <a:tailEnd len="sm" w="sm" type="none"/>
            </a:ln>
          </p:spPr>
        </p:cxnSp>
      </p:grpSp>
      <p:sp>
        <p:nvSpPr>
          <p:cNvPr id="1705" name="Google Shape;1705;g37fae8905c8_0_914"/>
          <p:cNvSpPr/>
          <p:nvPr/>
        </p:nvSpPr>
        <p:spPr>
          <a:xfrm>
            <a:off x="10820400" y="6489700"/>
            <a:ext cx="152400" cy="152400"/>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1706" name="Google Shape;1706;g37fae8905c8_0_914"/>
          <p:cNvCxnSpPr/>
          <p:nvPr/>
        </p:nvCxnSpPr>
        <p:spPr>
          <a:xfrm>
            <a:off x="10896600" y="10204450"/>
            <a:ext cx="0" cy="457200"/>
          </a:xfrm>
          <a:prstGeom prst="straightConnector1">
            <a:avLst/>
          </a:prstGeom>
          <a:noFill/>
          <a:ln cap="flat" cmpd="sng" w="38100">
            <a:solidFill>
              <a:srgbClr val="000000"/>
            </a:solidFill>
            <a:prstDash val="solid"/>
            <a:round/>
            <a:headEnd len="sm" w="sm" type="none"/>
            <a:tailEnd len="sm" w="sm" type="none"/>
          </a:ln>
        </p:spPr>
      </p:cxnSp>
      <p:cxnSp>
        <p:nvCxnSpPr>
          <p:cNvPr id="1707" name="Google Shape;1707;g37fae8905c8_0_914"/>
          <p:cNvCxnSpPr/>
          <p:nvPr/>
        </p:nvCxnSpPr>
        <p:spPr>
          <a:xfrm>
            <a:off x="10059669" y="6567169"/>
            <a:ext cx="457200" cy="0"/>
          </a:xfrm>
          <a:prstGeom prst="straightConnector1">
            <a:avLst/>
          </a:prstGeom>
          <a:noFill/>
          <a:ln cap="flat" cmpd="sng" w="38100">
            <a:solidFill>
              <a:srgbClr val="000000"/>
            </a:solidFill>
            <a:prstDash val="solid"/>
            <a:round/>
            <a:headEnd len="sm" w="sm" type="none"/>
            <a:tailEnd len="sm" w="sm" type="none"/>
          </a:ln>
        </p:spPr>
      </p:cxnSp>
      <p:sp>
        <p:nvSpPr>
          <p:cNvPr id="1708" name="Google Shape;1708;g37fae8905c8_0_914"/>
          <p:cNvSpPr txBox="1"/>
          <p:nvPr/>
        </p:nvSpPr>
        <p:spPr>
          <a:xfrm>
            <a:off x="10414000" y="10452100"/>
            <a:ext cx="1524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0.1</a:t>
            </a:r>
            <a:endParaRPr/>
          </a:p>
        </p:txBody>
      </p:sp>
      <p:grpSp>
        <p:nvGrpSpPr>
          <p:cNvPr id="1709" name="Google Shape;1709;g37fae8905c8_0_914"/>
          <p:cNvGrpSpPr/>
          <p:nvPr/>
        </p:nvGrpSpPr>
        <p:grpSpPr>
          <a:xfrm>
            <a:off x="10210800" y="11156949"/>
            <a:ext cx="5791200" cy="1046700"/>
            <a:chOff x="0" y="0"/>
            <a:chExt cx="5791200" cy="1046700"/>
          </a:xfrm>
        </p:grpSpPr>
        <p:sp>
          <p:nvSpPr>
            <p:cNvPr id="1710" name="Google Shape;1710;g37fae8905c8_0_914"/>
            <p:cNvSpPr txBox="1"/>
            <p:nvPr/>
          </p:nvSpPr>
          <p:spPr>
            <a:xfrm>
              <a:off x="0" y="0"/>
              <a:ext cx="57912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false positives</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unmatched features (negatives)</a:t>
              </a:r>
              <a:endParaRPr/>
            </a:p>
          </p:txBody>
        </p:sp>
        <p:cxnSp>
          <p:nvCxnSpPr>
            <p:cNvPr id="1711" name="Google Shape;1711;g37fae8905c8_0_914"/>
            <p:cNvCxnSpPr/>
            <p:nvPr/>
          </p:nvCxnSpPr>
          <p:spPr>
            <a:xfrm>
              <a:off x="463295" y="539750"/>
              <a:ext cx="4951500" cy="0"/>
            </a:xfrm>
            <a:prstGeom prst="straightConnector1">
              <a:avLst/>
            </a:prstGeom>
            <a:noFill/>
            <a:ln cap="flat" cmpd="sng" w="38100">
              <a:solidFill>
                <a:srgbClr val="000000"/>
              </a:solidFill>
              <a:prstDash val="solid"/>
              <a:round/>
              <a:headEnd len="sm" w="sm" type="none"/>
              <a:tailEnd len="sm" w="sm" type="none"/>
            </a:ln>
          </p:spPr>
        </p:cxnSp>
      </p:grpSp>
      <p:cxnSp>
        <p:nvCxnSpPr>
          <p:cNvPr id="1712" name="Google Shape;1712;g37fae8905c8_0_914"/>
          <p:cNvCxnSpPr/>
          <p:nvPr/>
        </p:nvCxnSpPr>
        <p:spPr>
          <a:xfrm flipH="1" rot="10800000">
            <a:off x="10363199" y="5270501"/>
            <a:ext cx="5181600" cy="5181600"/>
          </a:xfrm>
          <a:prstGeom prst="straightConnector1">
            <a:avLst/>
          </a:prstGeom>
          <a:noFill/>
          <a:ln cap="flat" cmpd="sng" w="12700">
            <a:solidFill>
              <a:srgbClr val="000000"/>
            </a:solidFill>
            <a:prstDash val="solid"/>
            <a:round/>
            <a:headEnd len="sm" w="sm" type="none"/>
            <a:tailEnd len="sm" w="sm" type="none"/>
          </a:ln>
        </p:spPr>
      </p:cxnSp>
      <p:sp>
        <p:nvSpPr>
          <p:cNvPr id="1713" name="Google Shape;1713;g37fae8905c8_0_914"/>
          <p:cNvSpPr/>
          <p:nvPr/>
        </p:nvSpPr>
        <p:spPr>
          <a:xfrm>
            <a:off x="10363200" y="5270500"/>
            <a:ext cx="5181624" cy="5181624"/>
          </a:xfrm>
          <a:custGeom>
            <a:rect b="b" l="l" r="r" t="t"/>
            <a:pathLst>
              <a:path extrusionOk="0" h="21600" w="21600">
                <a:moveTo>
                  <a:pt x="0" y="21600"/>
                </a:moveTo>
                <a:cubicBezTo>
                  <a:pt x="212" y="19271"/>
                  <a:pt x="424" y="16941"/>
                  <a:pt x="635" y="14612"/>
                </a:cubicBezTo>
                <a:cubicBezTo>
                  <a:pt x="847" y="12282"/>
                  <a:pt x="953" y="9212"/>
                  <a:pt x="1271" y="7624"/>
                </a:cubicBezTo>
                <a:cubicBezTo>
                  <a:pt x="1588" y="6035"/>
                  <a:pt x="1694" y="5929"/>
                  <a:pt x="2541" y="5082"/>
                </a:cubicBezTo>
                <a:cubicBezTo>
                  <a:pt x="3388" y="4235"/>
                  <a:pt x="4024" y="3282"/>
                  <a:pt x="6353" y="2541"/>
                </a:cubicBezTo>
                <a:cubicBezTo>
                  <a:pt x="8682" y="1800"/>
                  <a:pt x="13976" y="1059"/>
                  <a:pt x="16518" y="635"/>
                </a:cubicBezTo>
                <a:cubicBezTo>
                  <a:pt x="19059" y="212"/>
                  <a:pt x="20329" y="106"/>
                  <a:pt x="21600" y="0"/>
                </a:cubicBezTo>
              </a:path>
            </a:pathLst>
          </a:custGeom>
          <a:noFill/>
          <a:ln cap="flat" cmpd="sng" w="76200">
            <a:solidFill>
              <a:srgbClr val="33CC3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714" name="Google Shape;1714;g37fae8905c8_0_914"/>
          <p:cNvSpPr txBox="1"/>
          <p:nvPr/>
        </p:nvSpPr>
        <p:spPr>
          <a:xfrm>
            <a:off x="8686800" y="4572000"/>
            <a:ext cx="11582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33CC33"/>
              </a:buClr>
              <a:buSzPts val="3600"/>
              <a:buFont typeface="Arial"/>
              <a:buNone/>
            </a:pPr>
            <a:r>
              <a:rPr b="0" i="0" lang="en-US" sz="3600" u="none" cap="none" strike="noStrike">
                <a:solidFill>
                  <a:srgbClr val="33CC33"/>
                </a:solidFill>
                <a:latin typeface="Arial"/>
                <a:ea typeface="Arial"/>
                <a:cs typeface="Arial"/>
                <a:sym typeface="Arial"/>
              </a:rPr>
              <a:t>ROC curve  </a:t>
            </a:r>
            <a:r>
              <a:rPr b="0" i="0" lang="en-US" sz="2400" u="none" cap="none" strike="noStrike">
                <a:solidFill>
                  <a:srgbClr val="33CC33"/>
                </a:solidFill>
                <a:latin typeface="Arial"/>
                <a:ea typeface="Arial"/>
                <a:cs typeface="Arial"/>
                <a:sym typeface="Arial"/>
              </a:rPr>
              <a:t>(“Receiver Operator Characteristic”)</a:t>
            </a:r>
            <a:endParaRPr/>
          </a:p>
        </p:txBody>
      </p:sp>
      <p:sp>
        <p:nvSpPr>
          <p:cNvPr id="1715" name="Google Shape;1715;g37fae8905c8_0_914"/>
          <p:cNvSpPr txBox="1"/>
          <p:nvPr/>
        </p:nvSpPr>
        <p:spPr>
          <a:xfrm>
            <a:off x="3962400" y="3048000"/>
            <a:ext cx="16459200" cy="797700"/>
          </a:xfrm>
          <a:prstGeom prst="rect">
            <a:avLst/>
          </a:prstGeom>
          <a:noFill/>
          <a:ln>
            <a:noFill/>
          </a:ln>
        </p:spPr>
        <p:txBody>
          <a:bodyPr anchorCtr="0" anchor="t" bIns="91425" lIns="91425" spcFirstLastPara="1" rIns="91425" wrap="square" tIns="91425">
            <a:normAutofit lnSpcReduction="20000"/>
          </a:bodyPr>
          <a:lstStyle/>
          <a:p>
            <a:pPr indent="-685800" lvl="0" marL="685800" marR="0" rtl="0" algn="l">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How can we measure the performance of a feature matcher?</a:t>
            </a:r>
            <a:endParaRPr/>
          </a:p>
        </p:txBody>
      </p:sp>
      <p:sp>
        <p:nvSpPr>
          <p:cNvPr id="1716" name="Google Shape;1716;g37fae8905c8_0_914"/>
          <p:cNvSpPr txBox="1"/>
          <p:nvPr/>
        </p:nvSpPr>
        <p:spPr>
          <a:xfrm>
            <a:off x="5225157" y="8534400"/>
            <a:ext cx="31569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4800" u="none" cap="none" strike="noStrike">
                <a:solidFill>
                  <a:srgbClr val="000000"/>
                </a:solidFill>
                <a:latin typeface="Calibri"/>
                <a:ea typeface="Calibri"/>
                <a:cs typeface="Calibri"/>
                <a:sym typeface="Calibri"/>
              </a:rPr>
              <a:t>“recall”</a:t>
            </a:r>
            <a:endParaRPr sz="4800"/>
          </a:p>
        </p:txBody>
      </p:sp>
      <p:sp>
        <p:nvSpPr>
          <p:cNvPr id="1717" name="Google Shape;1717;g37fae8905c8_0_914"/>
          <p:cNvSpPr txBox="1"/>
          <p:nvPr/>
        </p:nvSpPr>
        <p:spPr>
          <a:xfrm>
            <a:off x="11586875" y="12192000"/>
            <a:ext cx="3653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4800" u="none" cap="none" strike="noStrike">
                <a:solidFill>
                  <a:srgbClr val="000000"/>
                </a:solidFill>
                <a:latin typeface="Calibri"/>
                <a:ea typeface="Calibri"/>
                <a:cs typeface="Calibri"/>
                <a:sym typeface="Calibri"/>
              </a:rPr>
              <a:t>“precision”</a:t>
            </a:r>
            <a:endParaRPr sz="4800"/>
          </a:p>
        </p:txBody>
      </p:sp>
      <p:sp>
        <p:nvSpPr>
          <p:cNvPr id="1718" name="Google Shape;1718;g37fae8905c8_0_914"/>
          <p:cNvSpPr txBox="1"/>
          <p:nvPr>
            <p:ph idx="12" type="sldNum"/>
          </p:nvPr>
        </p:nvSpPr>
        <p:spPr>
          <a:xfrm>
            <a:off x="20067815" y="12835870"/>
            <a:ext cx="353700" cy="5541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pic>
        <p:nvPicPr>
          <p:cNvPr descr="image113.jpg" id="1723" name="Google Shape;1723;p70"/>
          <p:cNvPicPr preferRelativeResize="0"/>
          <p:nvPr/>
        </p:nvPicPr>
        <p:blipFill rotWithShape="1">
          <a:blip r:embed="rId3">
            <a:alphaModFix/>
          </a:blip>
          <a:srcRect b="0" l="0" r="0" t="0"/>
          <a:stretch/>
        </p:blipFill>
        <p:spPr>
          <a:xfrm>
            <a:off x="4724400" y="2286000"/>
            <a:ext cx="7353300" cy="5321300"/>
          </a:xfrm>
          <a:prstGeom prst="rect">
            <a:avLst/>
          </a:prstGeom>
          <a:noFill/>
          <a:ln>
            <a:noFill/>
          </a:ln>
        </p:spPr>
      </p:pic>
      <p:pic>
        <p:nvPicPr>
          <p:cNvPr descr="image114.jpg" id="1724" name="Google Shape;1724;p70"/>
          <p:cNvPicPr preferRelativeResize="0"/>
          <p:nvPr/>
        </p:nvPicPr>
        <p:blipFill rotWithShape="1">
          <a:blip r:embed="rId4">
            <a:alphaModFix/>
          </a:blip>
          <a:srcRect b="0" l="0" r="0" t="0"/>
          <a:stretch/>
        </p:blipFill>
        <p:spPr>
          <a:xfrm>
            <a:off x="12344400" y="2286000"/>
            <a:ext cx="7353300" cy="5321300"/>
          </a:xfrm>
          <a:prstGeom prst="rect">
            <a:avLst/>
          </a:prstGeom>
          <a:noFill/>
          <a:ln>
            <a:noFill/>
          </a:ln>
        </p:spPr>
      </p:pic>
      <p:sp>
        <p:nvSpPr>
          <p:cNvPr id="1725" name="Google Shape;1725;p70"/>
          <p:cNvSpPr txBox="1"/>
          <p:nvPr>
            <p:ph type="title"/>
          </p:nvPr>
        </p:nvSpPr>
        <p:spPr>
          <a:xfrm>
            <a:off x="3067976" y="-635000"/>
            <a:ext cx="18248048" cy="3200400"/>
          </a:xfrm>
          <a:prstGeom prst="rect">
            <a:avLst/>
          </a:prstGeom>
          <a:noFill/>
          <a:ln>
            <a:noFill/>
          </a:ln>
        </p:spPr>
        <p:txBody>
          <a:bodyPr anchorCtr="0" anchor="ctr" bIns="101600" lIns="101600" spcFirstLastPara="1" rIns="101600" wrap="square" tIns="101600">
            <a:normAutofit/>
          </a:bodyPr>
          <a:lstStyle/>
          <a:p>
            <a:pPr indent="39687"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Warping with a homography (PS3)</a:t>
            </a:r>
            <a:endParaRPr/>
          </a:p>
        </p:txBody>
      </p:sp>
      <p:pic>
        <p:nvPicPr>
          <p:cNvPr descr="image117.jpg" id="1726" name="Google Shape;1726;p70"/>
          <p:cNvPicPr preferRelativeResize="0"/>
          <p:nvPr/>
        </p:nvPicPr>
        <p:blipFill rotWithShape="1">
          <a:blip r:embed="rId5">
            <a:alphaModFix/>
          </a:blip>
          <a:srcRect b="0" l="0" r="0" t="0"/>
          <a:stretch/>
        </p:blipFill>
        <p:spPr>
          <a:xfrm>
            <a:off x="6524626" y="7845425"/>
            <a:ext cx="11382375" cy="5692775"/>
          </a:xfrm>
          <a:prstGeom prst="rect">
            <a:avLst/>
          </a:prstGeom>
          <a:noFill/>
          <a:ln>
            <a:noFill/>
          </a:ln>
        </p:spPr>
      </p:pic>
      <p:sp>
        <p:nvSpPr>
          <p:cNvPr id="1727" name="Google Shape;1727;p70"/>
          <p:cNvSpPr/>
          <p:nvPr/>
        </p:nvSpPr>
        <p:spPr>
          <a:xfrm>
            <a:off x="11452225" y="7418665"/>
            <a:ext cx="1479551" cy="1390751"/>
          </a:xfrm>
          <a:custGeom>
            <a:rect b="b" l="l" r="r" t="t"/>
            <a:pathLst>
              <a:path extrusionOk="0" h="21600" w="21600">
                <a:moveTo>
                  <a:pt x="0" y="16200"/>
                </a:moveTo>
                <a:lnTo>
                  <a:pt x="5400" y="16200"/>
                </a:lnTo>
                <a:lnTo>
                  <a:pt x="5400" y="0"/>
                </a:lnTo>
                <a:lnTo>
                  <a:pt x="16200" y="0"/>
                </a:lnTo>
                <a:lnTo>
                  <a:pt x="16200" y="16200"/>
                </a:lnTo>
                <a:lnTo>
                  <a:pt x="21600" y="16200"/>
                </a:lnTo>
                <a:lnTo>
                  <a:pt x="10800" y="21600"/>
                </a:lnTo>
                <a:close/>
              </a:path>
            </a:pathLst>
          </a:custGeom>
          <a:solidFill>
            <a:srgbClr val="00CC99"/>
          </a:solidFill>
          <a:ln cap="flat" cmpd="sng" w="25400">
            <a:solidFill>
              <a:srgbClr val="FFFFFF"/>
            </a:solidFill>
            <a:prstDash val="solid"/>
            <a:miter lim="8000"/>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728" name="Google Shape;1728;p70"/>
          <p:cNvSpPr/>
          <p:nvPr/>
        </p:nvSpPr>
        <p:spPr>
          <a:xfrm>
            <a:off x="9525000" y="4089400"/>
            <a:ext cx="302485" cy="302485"/>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29" name="Google Shape;1729;p70"/>
          <p:cNvSpPr/>
          <p:nvPr/>
        </p:nvSpPr>
        <p:spPr>
          <a:xfrm>
            <a:off x="13224933" y="3725333"/>
            <a:ext cx="302486"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30" name="Google Shape;1730;p70"/>
          <p:cNvSpPr/>
          <p:nvPr/>
        </p:nvSpPr>
        <p:spPr>
          <a:xfrm>
            <a:off x="11243733" y="4271433"/>
            <a:ext cx="302485" cy="302485"/>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31" name="Google Shape;1731;p70"/>
          <p:cNvSpPr/>
          <p:nvPr/>
        </p:nvSpPr>
        <p:spPr>
          <a:xfrm>
            <a:off x="14994467" y="4398433"/>
            <a:ext cx="302486"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32" name="Google Shape;1732;p70"/>
          <p:cNvSpPr/>
          <p:nvPr/>
        </p:nvSpPr>
        <p:spPr>
          <a:xfrm>
            <a:off x="10190790" y="5989070"/>
            <a:ext cx="302486"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33" name="Google Shape;1733;p70"/>
          <p:cNvSpPr/>
          <p:nvPr/>
        </p:nvSpPr>
        <p:spPr>
          <a:xfrm>
            <a:off x="13806058" y="5777404"/>
            <a:ext cx="302485"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34" name="Google Shape;1734;p70"/>
          <p:cNvSpPr txBox="1"/>
          <p:nvPr/>
        </p:nvSpPr>
        <p:spPr>
          <a:xfrm>
            <a:off x="4874768" y="2455819"/>
            <a:ext cx="7052565" cy="721865"/>
          </a:xfrm>
          <a:prstGeom prst="rect">
            <a:avLst/>
          </a:prstGeom>
          <a:solidFill>
            <a:srgbClr val="FFFFFF"/>
          </a:solidFill>
          <a:ln cap="flat" cmpd="sng" w="12700">
            <a:solidFill>
              <a:srgbClr val="000000"/>
            </a:solidFill>
            <a:prstDash val="solid"/>
            <a:round/>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4000"/>
              <a:buFont typeface="Helvetica Neue Light"/>
              <a:buNone/>
            </a:pPr>
            <a:r>
              <a:rPr b="0" i="0" lang="en-US" sz="4000" u="none" cap="none" strike="noStrike">
                <a:solidFill>
                  <a:srgbClr val="000000"/>
                </a:solidFill>
                <a:latin typeface="Helvetica Neue Light"/>
                <a:ea typeface="Helvetica Neue Light"/>
                <a:cs typeface="Helvetica Neue Light"/>
                <a:sym typeface="Helvetica Neue Light"/>
              </a:rPr>
              <a:t>1. Compute features using SIFT</a:t>
            </a:r>
            <a:endParaRPr/>
          </a:p>
        </p:txBody>
      </p:sp>
      <p:sp>
        <p:nvSpPr>
          <p:cNvPr id="1735" name="Google Shape;1735;p70"/>
          <p:cNvSpPr txBox="1"/>
          <p:nvPr/>
        </p:nvSpPr>
        <p:spPr>
          <a:xfrm>
            <a:off x="15562523" y="4844480"/>
            <a:ext cx="3941573" cy="721866"/>
          </a:xfrm>
          <a:prstGeom prst="rect">
            <a:avLst/>
          </a:prstGeom>
          <a:solidFill>
            <a:srgbClr val="FFFFFF"/>
          </a:solidFill>
          <a:ln cap="flat" cmpd="sng" w="12700">
            <a:solidFill>
              <a:srgbClr val="000000"/>
            </a:solidFill>
            <a:prstDash val="solid"/>
            <a:round/>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4000"/>
              <a:buFont typeface="Helvetica Neue Light"/>
              <a:buNone/>
            </a:pPr>
            <a:r>
              <a:rPr b="0" i="0" lang="en-US" sz="4000" u="none" cap="none" strike="noStrike">
                <a:solidFill>
                  <a:srgbClr val="000000"/>
                </a:solidFill>
                <a:latin typeface="Helvetica Neue Light"/>
                <a:ea typeface="Helvetica Neue Light"/>
                <a:cs typeface="Helvetica Neue Light"/>
                <a:sym typeface="Helvetica Neue Light"/>
              </a:rPr>
              <a:t>2. Match features</a:t>
            </a:r>
            <a:endParaRPr/>
          </a:p>
        </p:txBody>
      </p:sp>
      <p:sp>
        <p:nvSpPr>
          <p:cNvPr id="1736" name="Google Shape;1736;p70"/>
          <p:cNvSpPr/>
          <p:nvPr/>
        </p:nvSpPr>
        <p:spPr>
          <a:xfrm>
            <a:off x="18017067" y="2518833"/>
            <a:ext cx="302486"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37" name="Google Shape;1737;p70"/>
          <p:cNvSpPr/>
          <p:nvPr/>
        </p:nvSpPr>
        <p:spPr>
          <a:xfrm>
            <a:off x="6685590" y="4399236"/>
            <a:ext cx="302486" cy="302486"/>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cxnSp>
        <p:nvCxnSpPr>
          <p:cNvPr id="1738" name="Google Shape;1738;p70"/>
          <p:cNvCxnSpPr/>
          <p:nvPr/>
        </p:nvCxnSpPr>
        <p:spPr>
          <a:xfrm flipH="1" rot="10800000">
            <a:off x="9707959" y="3869663"/>
            <a:ext cx="3672616" cy="372932"/>
          </a:xfrm>
          <a:prstGeom prst="straightConnector1">
            <a:avLst/>
          </a:prstGeom>
          <a:noFill/>
          <a:ln cap="flat" cmpd="sng" w="25400">
            <a:solidFill>
              <a:srgbClr val="000000"/>
            </a:solidFill>
            <a:prstDash val="solid"/>
            <a:miter lim="400000"/>
            <a:headEnd len="sm" w="sm" type="none"/>
            <a:tailEnd len="sm" w="sm" type="none"/>
          </a:ln>
        </p:spPr>
      </p:cxnSp>
      <p:cxnSp>
        <p:nvCxnSpPr>
          <p:cNvPr id="1739" name="Google Shape;1739;p70"/>
          <p:cNvCxnSpPr/>
          <p:nvPr/>
        </p:nvCxnSpPr>
        <p:spPr>
          <a:xfrm>
            <a:off x="11439392" y="4411927"/>
            <a:ext cx="3664084" cy="137584"/>
          </a:xfrm>
          <a:prstGeom prst="straightConnector1">
            <a:avLst/>
          </a:prstGeom>
          <a:noFill/>
          <a:ln cap="flat" cmpd="sng" w="25400">
            <a:solidFill>
              <a:srgbClr val="000000"/>
            </a:solidFill>
            <a:prstDash val="solid"/>
            <a:miter lim="400000"/>
            <a:headEnd len="sm" w="sm" type="none"/>
            <a:tailEnd len="sm" w="sm" type="none"/>
          </a:ln>
        </p:spPr>
      </p:cxnSp>
      <p:cxnSp>
        <p:nvCxnSpPr>
          <p:cNvPr id="1740" name="Google Shape;1740;p70"/>
          <p:cNvCxnSpPr/>
          <p:nvPr/>
        </p:nvCxnSpPr>
        <p:spPr>
          <a:xfrm flipH="1" rot="10800000">
            <a:off x="10386449" y="5958389"/>
            <a:ext cx="3566651" cy="171177"/>
          </a:xfrm>
          <a:prstGeom prst="straightConnector1">
            <a:avLst/>
          </a:prstGeom>
          <a:noFill/>
          <a:ln cap="flat" cmpd="sng" w="25400">
            <a:solidFill>
              <a:srgbClr val="000000"/>
            </a:solidFill>
            <a:prstDash val="solid"/>
            <a:miter lim="400000"/>
            <a:headEnd len="sm" w="sm" type="none"/>
            <a:tailEnd len="sm" w="sm" type="none"/>
          </a:ln>
        </p:spPr>
      </p:cxnSp>
      <p:cxnSp>
        <p:nvCxnSpPr>
          <p:cNvPr id="1741" name="Google Shape;1741;p70"/>
          <p:cNvCxnSpPr/>
          <p:nvPr/>
        </p:nvCxnSpPr>
        <p:spPr>
          <a:xfrm flipH="1" rot="10800000">
            <a:off x="6822453" y="2686101"/>
            <a:ext cx="11320497" cy="1840604"/>
          </a:xfrm>
          <a:prstGeom prst="straightConnector1">
            <a:avLst/>
          </a:prstGeom>
          <a:noFill/>
          <a:ln cap="flat" cmpd="sng" w="25400">
            <a:solidFill>
              <a:srgbClr val="000000"/>
            </a:solidFill>
            <a:prstDash val="solid"/>
            <a:miter lim="400000"/>
            <a:headEnd len="sm" w="sm" type="none"/>
            <a:tailEnd len="sm" w="sm" type="none"/>
          </a:ln>
        </p:spPr>
      </p:cxnSp>
      <p:sp>
        <p:nvSpPr>
          <p:cNvPr id="1742" name="Google Shape;1742;p70"/>
          <p:cNvSpPr txBox="1"/>
          <p:nvPr/>
        </p:nvSpPr>
        <p:spPr>
          <a:xfrm>
            <a:off x="7639812" y="6487828"/>
            <a:ext cx="9104377" cy="721865"/>
          </a:xfrm>
          <a:prstGeom prst="rect">
            <a:avLst/>
          </a:prstGeom>
          <a:solidFill>
            <a:srgbClr val="FFFFFF"/>
          </a:solidFill>
          <a:ln cap="flat" cmpd="sng" w="12700">
            <a:solidFill>
              <a:srgbClr val="000000"/>
            </a:solidFill>
            <a:prstDash val="solid"/>
            <a:round/>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4000"/>
              <a:buFont typeface="Helvetica Neue Light"/>
              <a:buNone/>
            </a:pPr>
            <a:r>
              <a:rPr b="0" i="0" lang="en-US" sz="4000" u="none" cap="none" strike="noStrike">
                <a:solidFill>
                  <a:srgbClr val="000000"/>
                </a:solidFill>
                <a:latin typeface="Helvetica Neue Light"/>
                <a:ea typeface="Helvetica Neue Light"/>
                <a:cs typeface="Helvetica Neue Light"/>
                <a:sym typeface="Helvetica Neue Light"/>
              </a:rPr>
              <a:t>3. Compute homography using RANSAC</a:t>
            </a:r>
            <a:endParaRPr/>
          </a:p>
        </p:txBody>
      </p:sp>
      <p:sp>
        <p:nvSpPr>
          <p:cNvPr id="1743" name="Google Shape;1743;p70"/>
          <p:cNvSpPr txBox="1"/>
          <p:nvPr>
            <p:ph idx="12" type="sldNum"/>
          </p:nvPr>
        </p:nvSpPr>
        <p:spPr>
          <a:xfrm>
            <a:off x="23854410" y="12598400"/>
            <a:ext cx="551181" cy="574174"/>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Clr>
                <a:srgbClr val="000000"/>
              </a:buClr>
              <a:buSzPts val="2800"/>
              <a:buFont typeface="Times New Roman"/>
              <a:buNone/>
            </a:pPr>
            <a:fld id="{00000000-1234-1234-1234-123412341234}" type="slidenum">
              <a:rPr lang="en-US" sz="2800">
                <a:latin typeface="Times New Roman"/>
                <a:ea typeface="Times New Roman"/>
                <a:cs typeface="Times New Roman"/>
                <a:sym typeface="Times New Roman"/>
              </a:rPr>
              <a:t>‹#›</a:t>
            </a:fld>
            <a:endParaRPr/>
          </a:p>
        </p:txBody>
      </p:sp>
      <p:sp>
        <p:nvSpPr>
          <p:cNvPr id="1744" name="Google Shape;1744;p70"/>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72"/>
          <p:cNvSpPr txBox="1"/>
          <p:nvPr>
            <p:ph type="title"/>
          </p:nvPr>
        </p:nvSpPr>
        <p:spPr>
          <a:xfrm>
            <a:off x="1594201" y="5532437"/>
            <a:ext cx="21195600" cy="2651100"/>
          </a:xfrm>
          <a:prstGeom prst="rect">
            <a:avLst/>
          </a:prstGeom>
          <a:noFill/>
          <a:ln>
            <a:noFill/>
          </a:ln>
        </p:spPr>
        <p:txBody>
          <a:bodyPr anchorCtr="0" anchor="ctr" bIns="91425" lIns="91425" spcFirstLastPara="1" rIns="91425" wrap="square" tIns="91425">
            <a:normAutofit/>
          </a:bodyPr>
          <a:lstStyle/>
          <a:p>
            <a:pPr indent="0" lvl="0" marL="0" marR="0" rtl="0" algn="ctr">
              <a:lnSpc>
                <a:spcPct val="90000"/>
              </a:lnSpc>
              <a:spcBef>
                <a:spcPts val="0"/>
              </a:spcBef>
              <a:spcAft>
                <a:spcPts val="0"/>
              </a:spcAft>
              <a:buClr>
                <a:srgbClr val="000000"/>
              </a:buClr>
              <a:buSzPts val="7600"/>
              <a:buFont typeface="Helvetica Neue"/>
              <a:buNone/>
            </a:pPr>
            <a:r>
              <a:rPr lang="en-US">
                <a:latin typeface="Helvetica Neue"/>
                <a:ea typeface="Helvetica Neue"/>
                <a:cs typeface="Helvetica Neue"/>
                <a:sym typeface="Helvetica Neue"/>
              </a:rPr>
              <a:t>Some other geometry problems we can solve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73"/>
          <p:cNvSpPr txBox="1"/>
          <p:nvPr>
            <p:ph type="title"/>
          </p:nvPr>
        </p:nvSpPr>
        <p:spPr>
          <a:xfrm>
            <a:off x="2378677" y="-158749"/>
            <a:ext cx="19626646"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A similar geometric problem: triangulation</a:t>
            </a:r>
            <a:endParaRPr/>
          </a:p>
        </p:txBody>
      </p:sp>
      <p:pic>
        <p:nvPicPr>
          <p:cNvPr descr="Picture 2" id="1755" name="Google Shape;1755;p73"/>
          <p:cNvPicPr preferRelativeResize="0"/>
          <p:nvPr/>
        </p:nvPicPr>
        <p:blipFill rotWithShape="1">
          <a:blip r:embed="rId3">
            <a:alphaModFix/>
          </a:blip>
          <a:srcRect b="0" l="0" r="0" t="0"/>
          <a:stretch/>
        </p:blipFill>
        <p:spPr>
          <a:xfrm>
            <a:off x="3801909" y="4876800"/>
            <a:ext cx="5189691" cy="8382000"/>
          </a:xfrm>
          <a:prstGeom prst="rect">
            <a:avLst/>
          </a:prstGeom>
          <a:noFill/>
          <a:ln>
            <a:noFill/>
          </a:ln>
        </p:spPr>
      </p:pic>
      <p:pic>
        <p:nvPicPr>
          <p:cNvPr descr="Picture 3" id="1756" name="Google Shape;1756;p73"/>
          <p:cNvPicPr preferRelativeResize="0"/>
          <p:nvPr/>
        </p:nvPicPr>
        <p:blipFill rotWithShape="1">
          <a:blip r:embed="rId4">
            <a:alphaModFix/>
          </a:blip>
          <a:srcRect b="0" l="0" r="0" t="0"/>
          <a:stretch/>
        </p:blipFill>
        <p:spPr>
          <a:xfrm>
            <a:off x="9716937" y="4876800"/>
            <a:ext cx="5189689" cy="8382000"/>
          </a:xfrm>
          <a:prstGeom prst="rect">
            <a:avLst/>
          </a:prstGeom>
          <a:noFill/>
          <a:ln>
            <a:noFill/>
          </a:ln>
        </p:spPr>
      </p:pic>
      <p:pic>
        <p:nvPicPr>
          <p:cNvPr descr="Picture 5" id="1757" name="Google Shape;1757;p73"/>
          <p:cNvPicPr preferRelativeResize="0"/>
          <p:nvPr/>
        </p:nvPicPr>
        <p:blipFill rotWithShape="1">
          <a:blip r:embed="rId5">
            <a:alphaModFix/>
          </a:blip>
          <a:srcRect b="0" l="0" r="0" t="0"/>
          <a:stretch/>
        </p:blipFill>
        <p:spPr>
          <a:xfrm>
            <a:off x="15526511" y="4876800"/>
            <a:ext cx="5189691" cy="8382000"/>
          </a:xfrm>
          <a:prstGeom prst="rect">
            <a:avLst/>
          </a:prstGeom>
          <a:noFill/>
          <a:ln>
            <a:noFill/>
          </a:ln>
        </p:spPr>
      </p:pic>
      <p:sp>
        <p:nvSpPr>
          <p:cNvPr id="1758" name="Google Shape;1758;p73"/>
          <p:cNvSpPr/>
          <p:nvPr/>
        </p:nvSpPr>
        <p:spPr>
          <a:xfrm>
            <a:off x="6588016" y="6100336"/>
            <a:ext cx="539973" cy="53997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rial"/>
              <a:ea typeface="Arial"/>
              <a:cs typeface="Arial"/>
              <a:sym typeface="Arial"/>
            </a:endParaRPr>
          </a:p>
        </p:txBody>
      </p:sp>
      <p:sp>
        <p:nvSpPr>
          <p:cNvPr id="1759" name="Google Shape;1759;p73"/>
          <p:cNvSpPr/>
          <p:nvPr/>
        </p:nvSpPr>
        <p:spPr>
          <a:xfrm>
            <a:off x="12684015" y="6130816"/>
            <a:ext cx="539973" cy="53997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rial"/>
              <a:ea typeface="Arial"/>
              <a:cs typeface="Arial"/>
              <a:sym typeface="Arial"/>
            </a:endParaRPr>
          </a:p>
        </p:txBody>
      </p:sp>
      <p:sp>
        <p:nvSpPr>
          <p:cNvPr id="1760" name="Google Shape;1760;p73"/>
          <p:cNvSpPr/>
          <p:nvPr/>
        </p:nvSpPr>
        <p:spPr>
          <a:xfrm>
            <a:off x="18627616" y="6130816"/>
            <a:ext cx="539973" cy="53997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rial"/>
              <a:ea typeface="Arial"/>
              <a:cs typeface="Arial"/>
              <a:sym typeface="Arial"/>
            </a:endParaRPr>
          </a:p>
        </p:txBody>
      </p:sp>
      <p:sp>
        <p:nvSpPr>
          <p:cNvPr id="1761" name="Google Shape;1761;p73"/>
          <p:cNvSpPr txBox="1"/>
          <p:nvPr/>
        </p:nvSpPr>
        <p:spPr>
          <a:xfrm>
            <a:off x="3845758" y="2587586"/>
            <a:ext cx="17167860" cy="194574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Given projection </a:t>
            </a:r>
            <a:r>
              <a:rPr b="1" i="0" lang="en-US" sz="5600" u="none" cap="none" strike="noStrike">
                <a:solidFill>
                  <a:srgbClr val="0070C0"/>
                </a:solidFill>
                <a:latin typeface="Arial"/>
                <a:ea typeface="Arial"/>
                <a:cs typeface="Arial"/>
                <a:sym typeface="Arial"/>
              </a:rPr>
              <a:t>p</a:t>
            </a:r>
            <a:r>
              <a:rPr b="1" baseline="-25000" i="0" lang="en-US" sz="5600" u="none" cap="none" strike="noStrike">
                <a:solidFill>
                  <a:srgbClr val="0070C0"/>
                </a:solidFill>
                <a:latin typeface="Arial"/>
                <a:ea typeface="Arial"/>
                <a:cs typeface="Arial"/>
                <a:sym typeface="Arial"/>
              </a:rPr>
              <a:t>i</a:t>
            </a:r>
            <a:r>
              <a:rPr b="0" i="0" lang="en-US" sz="5600" u="none" cap="none" strike="noStrike">
                <a:solidFill>
                  <a:srgbClr val="000000"/>
                </a:solidFill>
                <a:latin typeface="Arial"/>
                <a:ea typeface="Arial"/>
                <a:cs typeface="Arial"/>
                <a:sym typeface="Arial"/>
              </a:rPr>
              <a:t> of unknown 3D point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in two or more images (with known cameras </a:t>
            </a:r>
            <a:r>
              <a:rPr b="1" i="0" lang="en-US" sz="5600" u="none" cap="none" strike="noStrike">
                <a:solidFill>
                  <a:srgbClr val="7030A0"/>
                </a:solidFill>
                <a:latin typeface="Arial"/>
                <a:ea typeface="Arial"/>
                <a:cs typeface="Arial"/>
                <a:sym typeface="Arial"/>
              </a:rPr>
              <a:t>P</a:t>
            </a:r>
            <a:r>
              <a:rPr b="0" baseline="-25000" i="0" lang="en-US" sz="5600" u="none" cap="none" strike="noStrike">
                <a:solidFill>
                  <a:srgbClr val="7030A0"/>
                </a:solidFill>
                <a:latin typeface="Arial"/>
                <a:ea typeface="Arial"/>
                <a:cs typeface="Arial"/>
                <a:sym typeface="Arial"/>
              </a:rPr>
              <a:t>i</a:t>
            </a:r>
            <a:r>
              <a:rPr b="0" i="0" lang="en-US" sz="5600" u="none" cap="none" strike="noStrike">
                <a:solidFill>
                  <a:srgbClr val="000000"/>
                </a:solidFill>
                <a:latin typeface="Arial"/>
                <a:ea typeface="Arial"/>
                <a:cs typeface="Arial"/>
                <a:sym typeface="Arial"/>
              </a:rPr>
              <a:t>), find </a:t>
            </a:r>
            <a:r>
              <a:rPr b="1" i="0" lang="en-US" sz="5600" u="none" cap="none" strike="noStrike">
                <a:solidFill>
                  <a:srgbClr val="FF0000"/>
                </a:solidFill>
                <a:latin typeface="Arial"/>
                <a:ea typeface="Arial"/>
                <a:cs typeface="Arial"/>
                <a:sym typeface="Arial"/>
              </a:rPr>
              <a:t>X</a:t>
            </a:r>
            <a:endParaRPr/>
          </a:p>
        </p:txBody>
      </p:sp>
      <p:sp>
        <p:nvSpPr>
          <p:cNvPr id="1762" name="Google Shape;1762;p73"/>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74"/>
          <p:cNvSpPr txBox="1"/>
          <p:nvPr>
            <p:ph type="title"/>
          </p:nvPr>
        </p:nvSpPr>
        <p:spPr>
          <a:xfrm>
            <a:off x="4305300" y="222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a:t>
            </a:r>
            <a:endParaRPr/>
          </a:p>
        </p:txBody>
      </p:sp>
      <p:grpSp>
        <p:nvGrpSpPr>
          <p:cNvPr id="1768" name="Google Shape;1768;p74"/>
          <p:cNvGrpSpPr/>
          <p:nvPr/>
        </p:nvGrpSpPr>
        <p:grpSpPr>
          <a:xfrm>
            <a:off x="7151550" y="6494794"/>
            <a:ext cx="9969837" cy="5544838"/>
            <a:chOff x="-1" y="-1"/>
            <a:chExt cx="9969835" cy="5544836"/>
          </a:xfrm>
        </p:grpSpPr>
        <p:sp>
          <p:nvSpPr>
            <p:cNvPr id="1769" name="Google Shape;1769;p74"/>
            <p:cNvSpPr/>
            <p:nvPr/>
          </p:nvSpPr>
          <p:spPr>
            <a:xfrm rot="5400000">
              <a:off x="266204" y="1486155"/>
              <a:ext cx="3285829" cy="3393984"/>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770" name="Google Shape;1770;p74"/>
            <p:cNvSpPr/>
            <p:nvPr/>
          </p:nvSpPr>
          <p:spPr>
            <a:xfrm flipH="1" rot="-5400000">
              <a:off x="6523863" y="138347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771" name="Google Shape;1771;p74"/>
            <p:cNvCxnSpPr/>
            <p:nvPr/>
          </p:nvCxnSpPr>
          <p:spPr>
            <a:xfrm>
              <a:off x="3606110" y="102681"/>
              <a:ext cx="2863677" cy="2361690"/>
            </a:xfrm>
            <a:prstGeom prst="straightConnector1">
              <a:avLst/>
            </a:prstGeom>
            <a:noFill/>
            <a:ln cap="flat" cmpd="sng" w="101600">
              <a:solidFill>
                <a:srgbClr val="000000"/>
              </a:solidFill>
              <a:prstDash val="solid"/>
              <a:round/>
              <a:headEnd len="med" w="med" type="triangle"/>
              <a:tailEnd len="sm" w="sm" type="none"/>
            </a:ln>
          </p:spPr>
        </p:cxnSp>
        <p:cxnSp>
          <p:nvCxnSpPr>
            <p:cNvPr id="1772" name="Google Shape;1772;p74"/>
            <p:cNvCxnSpPr/>
            <p:nvPr/>
          </p:nvCxnSpPr>
          <p:spPr>
            <a:xfrm flipH="1" rot="10800000">
              <a:off x="106061" y="3285827"/>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1773" name="Google Shape;1773;p74"/>
            <p:cNvCxnSpPr/>
            <p:nvPr/>
          </p:nvCxnSpPr>
          <p:spPr>
            <a:xfrm flipH="1" rot="10800000">
              <a:off x="3245939" y="1026821"/>
              <a:ext cx="1208667" cy="1210795"/>
            </a:xfrm>
            <a:prstGeom prst="straightConnector1">
              <a:avLst/>
            </a:prstGeom>
            <a:noFill/>
            <a:ln cap="flat" cmpd="sng" w="101600">
              <a:solidFill>
                <a:srgbClr val="000000"/>
              </a:solidFill>
              <a:prstDash val="solid"/>
              <a:round/>
              <a:headEnd len="sm" w="sm" type="none"/>
              <a:tailEnd len="sm" w="sm" type="none"/>
            </a:ln>
          </p:spPr>
        </p:cxnSp>
        <p:cxnSp>
          <p:nvCxnSpPr>
            <p:cNvPr id="1774" name="Google Shape;1774;p74"/>
            <p:cNvCxnSpPr/>
            <p:nvPr/>
          </p:nvCxnSpPr>
          <p:spPr>
            <a:xfrm flipH="1" rot="10800000">
              <a:off x="4666729" y="-1"/>
              <a:ext cx="848497" cy="821459"/>
            </a:xfrm>
            <a:prstGeom prst="straightConnector1">
              <a:avLst/>
            </a:prstGeom>
            <a:noFill/>
            <a:ln cap="flat" cmpd="sng" w="101600">
              <a:solidFill>
                <a:srgbClr val="000000"/>
              </a:solidFill>
              <a:prstDash val="solid"/>
              <a:round/>
              <a:headEnd len="sm" w="sm" type="none"/>
              <a:tailEnd len="med" w="med" type="triangle"/>
            </a:ln>
          </p:spPr>
        </p:cxnSp>
        <p:cxnSp>
          <p:nvCxnSpPr>
            <p:cNvPr id="1775" name="Google Shape;1775;p74"/>
            <p:cNvCxnSpPr/>
            <p:nvPr/>
          </p:nvCxnSpPr>
          <p:spPr>
            <a:xfrm>
              <a:off x="7636469" y="3491191"/>
              <a:ext cx="2227305" cy="1848280"/>
            </a:xfrm>
            <a:prstGeom prst="straightConnector1">
              <a:avLst/>
            </a:prstGeom>
            <a:noFill/>
            <a:ln cap="flat" cmpd="sng" w="101600">
              <a:solidFill>
                <a:srgbClr val="000000"/>
              </a:solidFill>
              <a:prstDash val="solid"/>
              <a:round/>
              <a:headEnd len="sm" w="sm" type="none"/>
              <a:tailEnd len="sm" w="sm" type="none"/>
            </a:ln>
          </p:spPr>
        </p:cxnSp>
        <p:sp>
          <p:nvSpPr>
            <p:cNvPr id="1776" name="Google Shape;1776;p74"/>
            <p:cNvSpPr/>
            <p:nvPr/>
          </p:nvSpPr>
          <p:spPr>
            <a:xfrm>
              <a:off x="2121242" y="3183144"/>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777" name="Google Shape;1777;p74"/>
            <p:cNvSpPr/>
            <p:nvPr/>
          </p:nvSpPr>
          <p:spPr>
            <a:xfrm>
              <a:off x="-1" y="533947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778" name="Google Shape;1778;p74"/>
            <p:cNvSpPr/>
            <p:nvPr/>
          </p:nvSpPr>
          <p:spPr>
            <a:xfrm>
              <a:off x="9757709" y="5236788"/>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779" name="Google Shape;1779;p74"/>
            <p:cNvSpPr/>
            <p:nvPr/>
          </p:nvSpPr>
          <p:spPr>
            <a:xfrm>
              <a:off x="7530406" y="338851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780" name="Google Shape;1780;p74"/>
            <p:cNvSpPr txBox="1"/>
            <p:nvPr/>
          </p:nvSpPr>
          <p:spPr>
            <a:xfrm>
              <a:off x="1095753" y="2218955"/>
              <a:ext cx="16734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1781" name="Google Shape;1781;p74"/>
            <p:cNvSpPr txBox="1"/>
            <p:nvPr/>
          </p:nvSpPr>
          <p:spPr>
            <a:xfrm>
              <a:off x="7935867" y="2350230"/>
              <a:ext cx="16734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1782" name="Google Shape;1782;p74"/>
            <p:cNvSpPr txBox="1"/>
            <p:nvPr/>
          </p:nvSpPr>
          <p:spPr>
            <a:xfrm>
              <a:off x="5132316" y="219843"/>
              <a:ext cx="1143318"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1783" name="Google Shape;1783;p74"/>
            <p:cNvSpPr/>
            <p:nvPr/>
          </p:nvSpPr>
          <p:spPr>
            <a:xfrm>
              <a:off x="4169481" y="503802"/>
              <a:ext cx="755705" cy="755704"/>
            </a:xfrm>
            <a:prstGeom prst="ellipse">
              <a:avLst/>
            </a:prstGeom>
            <a:noFill/>
            <a:ln cap="flat" cmpd="sng" w="12700">
              <a:solidFill>
                <a:srgbClr val="FF00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grpSp>
      <p:sp>
        <p:nvSpPr>
          <p:cNvPr id="1784" name="Google Shape;1784;p74"/>
          <p:cNvSpPr txBox="1"/>
          <p:nvPr/>
        </p:nvSpPr>
        <p:spPr>
          <a:xfrm>
            <a:off x="3845758" y="2968586"/>
            <a:ext cx="17167860" cy="277124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Given projection </a:t>
            </a:r>
            <a:r>
              <a:rPr b="1" i="0" lang="en-US" sz="5600" u="none" cap="none" strike="noStrike">
                <a:solidFill>
                  <a:srgbClr val="0070C0"/>
                </a:solidFill>
                <a:latin typeface="Arial"/>
                <a:ea typeface="Arial"/>
                <a:cs typeface="Arial"/>
                <a:sym typeface="Arial"/>
              </a:rPr>
              <a:t>p</a:t>
            </a:r>
            <a:r>
              <a:rPr b="1" baseline="-25000" i="0" lang="en-US" sz="5600" u="none" cap="none" strike="noStrike">
                <a:solidFill>
                  <a:srgbClr val="0070C0"/>
                </a:solidFill>
                <a:latin typeface="Arial"/>
                <a:ea typeface="Arial"/>
                <a:cs typeface="Arial"/>
                <a:sym typeface="Arial"/>
              </a:rPr>
              <a:t>i</a:t>
            </a:r>
            <a:r>
              <a:rPr b="0" i="0" lang="en-US" sz="5600" u="none" cap="none" strike="noStrike">
                <a:solidFill>
                  <a:srgbClr val="0070C0"/>
                </a:solidFill>
                <a:latin typeface="Arial"/>
                <a:ea typeface="Arial"/>
                <a:cs typeface="Arial"/>
                <a:sym typeface="Arial"/>
              </a:rPr>
              <a:t> </a:t>
            </a:r>
            <a:r>
              <a:rPr b="0" i="0" lang="en-US" sz="5600" u="none" cap="none" strike="noStrike">
                <a:solidFill>
                  <a:srgbClr val="000000"/>
                </a:solidFill>
                <a:latin typeface="Arial"/>
                <a:ea typeface="Arial"/>
                <a:cs typeface="Arial"/>
                <a:sym typeface="Arial"/>
              </a:rPr>
              <a:t>of unknown 3D point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in two or more images (with known cameras </a:t>
            </a:r>
            <a:r>
              <a:rPr b="1" i="0" lang="en-US" sz="5600" u="none" cap="none" strike="noStrike">
                <a:solidFill>
                  <a:srgbClr val="7030A0"/>
                </a:solidFill>
                <a:latin typeface="Arial"/>
                <a:ea typeface="Arial"/>
                <a:cs typeface="Arial"/>
                <a:sym typeface="Arial"/>
              </a:rPr>
              <a:t>P</a:t>
            </a:r>
            <a:r>
              <a:rPr b="0" baseline="-25000" i="0" lang="en-US" sz="5600" u="none" cap="none" strike="noStrike">
                <a:solidFill>
                  <a:srgbClr val="7030A0"/>
                </a:solidFill>
                <a:latin typeface="Arial"/>
                <a:ea typeface="Arial"/>
                <a:cs typeface="Arial"/>
                <a:sym typeface="Arial"/>
              </a:rPr>
              <a:t>i</a:t>
            </a:r>
            <a:r>
              <a:rPr b="0" i="0" lang="en-US" sz="5600" u="none" cap="none" strike="noStrike">
                <a:solidFill>
                  <a:srgbClr val="000000"/>
                </a:solidFill>
                <a:latin typeface="Arial"/>
                <a:ea typeface="Arial"/>
                <a:cs typeface="Arial"/>
                <a:sym typeface="Arial"/>
              </a:rPr>
              <a:t>), find </a:t>
            </a:r>
            <a:r>
              <a:rPr b="1" i="0" lang="en-US" sz="5600" u="none" cap="none" strike="noStrike">
                <a:solidFill>
                  <a:srgbClr val="FF0000"/>
                </a:solidFill>
                <a:latin typeface="Arial"/>
                <a:ea typeface="Arial"/>
                <a:cs typeface="Arial"/>
                <a:sym typeface="Arial"/>
              </a:rPr>
              <a:t>X</a:t>
            </a:r>
            <a:endParaRPr b="1" i="0" sz="3000" u="none" cap="none" strike="noStrike">
              <a:solidFill>
                <a:srgbClr val="FF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5600"/>
              <a:buFont typeface="Arial"/>
              <a:buNone/>
            </a:pPr>
            <a:r>
              <a:rPr b="1" i="0" lang="en-US" sz="5600" u="none" cap="none" strike="noStrike">
                <a:solidFill>
                  <a:srgbClr val="000000"/>
                </a:solidFill>
                <a:latin typeface="Arial"/>
                <a:ea typeface="Arial"/>
                <a:cs typeface="Arial"/>
                <a:sym typeface="Arial"/>
              </a:rPr>
              <a:t>Why is the calibration here important?</a:t>
            </a:r>
            <a:endParaRPr/>
          </a:p>
        </p:txBody>
      </p:sp>
      <p:sp>
        <p:nvSpPr>
          <p:cNvPr id="1785" name="Google Shape;1785;p74"/>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75"/>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a:t>
            </a:r>
            <a:endParaRPr/>
          </a:p>
        </p:txBody>
      </p:sp>
      <p:sp>
        <p:nvSpPr>
          <p:cNvPr id="1791" name="Google Shape;1791;p75"/>
          <p:cNvSpPr txBox="1"/>
          <p:nvPr/>
        </p:nvSpPr>
        <p:spPr>
          <a:xfrm>
            <a:off x="3845758" y="2968586"/>
            <a:ext cx="17167860" cy="181061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Rays in principle should intersect, but in practice usually don’t exactly due to noise, numerical errors.</a:t>
            </a:r>
            <a:endParaRPr/>
          </a:p>
        </p:txBody>
      </p:sp>
      <p:grpSp>
        <p:nvGrpSpPr>
          <p:cNvPr id="1792" name="Google Shape;1792;p75"/>
          <p:cNvGrpSpPr/>
          <p:nvPr/>
        </p:nvGrpSpPr>
        <p:grpSpPr>
          <a:xfrm>
            <a:off x="7151550" y="6494794"/>
            <a:ext cx="9969837" cy="5544838"/>
            <a:chOff x="-1" y="-1"/>
            <a:chExt cx="9969835" cy="5544836"/>
          </a:xfrm>
        </p:grpSpPr>
        <p:sp>
          <p:nvSpPr>
            <p:cNvPr id="1793" name="Google Shape;1793;p75"/>
            <p:cNvSpPr/>
            <p:nvPr/>
          </p:nvSpPr>
          <p:spPr>
            <a:xfrm rot="5400000">
              <a:off x="266204" y="1486155"/>
              <a:ext cx="3285829" cy="3393984"/>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794" name="Google Shape;1794;p75"/>
            <p:cNvSpPr/>
            <p:nvPr/>
          </p:nvSpPr>
          <p:spPr>
            <a:xfrm flipH="1" rot="-5400000">
              <a:off x="6523863" y="138347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795" name="Google Shape;1795;p75"/>
            <p:cNvCxnSpPr/>
            <p:nvPr/>
          </p:nvCxnSpPr>
          <p:spPr>
            <a:xfrm>
              <a:off x="3606110" y="102681"/>
              <a:ext cx="2863677" cy="2361690"/>
            </a:xfrm>
            <a:prstGeom prst="straightConnector1">
              <a:avLst/>
            </a:prstGeom>
            <a:noFill/>
            <a:ln cap="flat" cmpd="sng" w="101600">
              <a:solidFill>
                <a:srgbClr val="000000"/>
              </a:solidFill>
              <a:prstDash val="solid"/>
              <a:round/>
              <a:headEnd len="med" w="med" type="triangle"/>
              <a:tailEnd len="sm" w="sm" type="none"/>
            </a:ln>
          </p:spPr>
        </p:cxnSp>
        <p:cxnSp>
          <p:nvCxnSpPr>
            <p:cNvPr id="1796" name="Google Shape;1796;p75"/>
            <p:cNvCxnSpPr/>
            <p:nvPr/>
          </p:nvCxnSpPr>
          <p:spPr>
            <a:xfrm flipH="1" rot="10800000">
              <a:off x="106061" y="3285827"/>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1797" name="Google Shape;1797;p75"/>
            <p:cNvCxnSpPr/>
            <p:nvPr/>
          </p:nvCxnSpPr>
          <p:spPr>
            <a:xfrm flipH="1" rot="10800000">
              <a:off x="3245939" y="1026821"/>
              <a:ext cx="1208667" cy="1210795"/>
            </a:xfrm>
            <a:prstGeom prst="straightConnector1">
              <a:avLst/>
            </a:prstGeom>
            <a:noFill/>
            <a:ln cap="flat" cmpd="sng" w="101600">
              <a:solidFill>
                <a:srgbClr val="000000"/>
              </a:solidFill>
              <a:prstDash val="solid"/>
              <a:round/>
              <a:headEnd len="sm" w="sm" type="none"/>
              <a:tailEnd len="sm" w="sm" type="none"/>
            </a:ln>
          </p:spPr>
        </p:cxnSp>
        <p:cxnSp>
          <p:nvCxnSpPr>
            <p:cNvPr id="1798" name="Google Shape;1798;p75"/>
            <p:cNvCxnSpPr/>
            <p:nvPr/>
          </p:nvCxnSpPr>
          <p:spPr>
            <a:xfrm flipH="1" rot="10800000">
              <a:off x="4666729" y="-1"/>
              <a:ext cx="848497" cy="821459"/>
            </a:xfrm>
            <a:prstGeom prst="straightConnector1">
              <a:avLst/>
            </a:prstGeom>
            <a:noFill/>
            <a:ln cap="flat" cmpd="sng" w="101600">
              <a:solidFill>
                <a:srgbClr val="000000"/>
              </a:solidFill>
              <a:prstDash val="solid"/>
              <a:round/>
              <a:headEnd len="sm" w="sm" type="none"/>
              <a:tailEnd len="med" w="med" type="triangle"/>
            </a:ln>
          </p:spPr>
        </p:cxnSp>
        <p:cxnSp>
          <p:nvCxnSpPr>
            <p:cNvPr id="1799" name="Google Shape;1799;p75"/>
            <p:cNvCxnSpPr/>
            <p:nvPr/>
          </p:nvCxnSpPr>
          <p:spPr>
            <a:xfrm>
              <a:off x="7636469" y="3491191"/>
              <a:ext cx="2227305" cy="1848280"/>
            </a:xfrm>
            <a:prstGeom prst="straightConnector1">
              <a:avLst/>
            </a:prstGeom>
            <a:noFill/>
            <a:ln cap="flat" cmpd="sng" w="101600">
              <a:solidFill>
                <a:srgbClr val="000000"/>
              </a:solidFill>
              <a:prstDash val="solid"/>
              <a:round/>
              <a:headEnd len="sm" w="sm" type="none"/>
              <a:tailEnd len="sm" w="sm" type="none"/>
            </a:ln>
          </p:spPr>
        </p:cxnSp>
        <p:sp>
          <p:nvSpPr>
            <p:cNvPr id="1800" name="Google Shape;1800;p75"/>
            <p:cNvSpPr/>
            <p:nvPr/>
          </p:nvSpPr>
          <p:spPr>
            <a:xfrm>
              <a:off x="2121242" y="3183144"/>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01" name="Google Shape;1801;p75"/>
            <p:cNvSpPr/>
            <p:nvPr/>
          </p:nvSpPr>
          <p:spPr>
            <a:xfrm>
              <a:off x="-1" y="533947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02" name="Google Shape;1802;p75"/>
            <p:cNvSpPr/>
            <p:nvPr/>
          </p:nvSpPr>
          <p:spPr>
            <a:xfrm>
              <a:off x="9757709" y="5236788"/>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03" name="Google Shape;1803;p75"/>
            <p:cNvSpPr/>
            <p:nvPr/>
          </p:nvSpPr>
          <p:spPr>
            <a:xfrm>
              <a:off x="7530406" y="338851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04" name="Google Shape;1804;p75"/>
            <p:cNvSpPr txBox="1"/>
            <p:nvPr/>
          </p:nvSpPr>
          <p:spPr>
            <a:xfrm>
              <a:off x="1095752" y="2218955"/>
              <a:ext cx="16077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1805" name="Google Shape;1805;p75"/>
            <p:cNvSpPr txBox="1"/>
            <p:nvPr/>
          </p:nvSpPr>
          <p:spPr>
            <a:xfrm>
              <a:off x="7935868" y="2350230"/>
              <a:ext cx="16077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1806" name="Google Shape;1806;p75"/>
            <p:cNvSpPr txBox="1"/>
            <p:nvPr/>
          </p:nvSpPr>
          <p:spPr>
            <a:xfrm>
              <a:off x="5132316" y="219843"/>
              <a:ext cx="1143318"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1807" name="Google Shape;1807;p75"/>
            <p:cNvSpPr/>
            <p:nvPr/>
          </p:nvSpPr>
          <p:spPr>
            <a:xfrm>
              <a:off x="4169481" y="503802"/>
              <a:ext cx="755705" cy="755704"/>
            </a:xfrm>
            <a:prstGeom prst="ellipse">
              <a:avLst/>
            </a:prstGeom>
            <a:noFill/>
            <a:ln cap="flat" cmpd="sng" w="12700">
              <a:solidFill>
                <a:srgbClr val="FF00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grpSp>
      <p:sp>
        <p:nvSpPr>
          <p:cNvPr id="1808" name="Google Shape;1808;p75"/>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76"/>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 – Geometry</a:t>
            </a:r>
            <a:endParaRPr/>
          </a:p>
        </p:txBody>
      </p:sp>
      <p:sp>
        <p:nvSpPr>
          <p:cNvPr id="1814" name="Google Shape;1814;p76"/>
          <p:cNvSpPr/>
          <p:nvPr/>
        </p:nvSpPr>
        <p:spPr>
          <a:xfrm rot="5400000">
            <a:off x="7417756" y="798095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15" name="Google Shape;1815;p76"/>
          <p:cNvSpPr/>
          <p:nvPr/>
        </p:nvSpPr>
        <p:spPr>
          <a:xfrm flipH="1" rot="-5400000">
            <a:off x="13675414" y="7878266"/>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816" name="Google Shape;1816;p76"/>
          <p:cNvCxnSpPr/>
          <p:nvPr/>
        </p:nvCxnSpPr>
        <p:spPr>
          <a:xfrm>
            <a:off x="10757661" y="6597478"/>
            <a:ext cx="2863677" cy="2361689"/>
          </a:xfrm>
          <a:prstGeom prst="straightConnector1">
            <a:avLst/>
          </a:prstGeom>
          <a:noFill/>
          <a:ln cap="flat" cmpd="sng" w="101600">
            <a:solidFill>
              <a:srgbClr val="000000"/>
            </a:solidFill>
            <a:prstDash val="solid"/>
            <a:round/>
            <a:headEnd len="med" w="med" type="triangle"/>
            <a:tailEnd len="sm" w="sm" type="none"/>
          </a:ln>
        </p:spPr>
      </p:cxnSp>
      <p:cxnSp>
        <p:nvCxnSpPr>
          <p:cNvPr id="1817" name="Google Shape;1817;p76"/>
          <p:cNvCxnSpPr/>
          <p:nvPr/>
        </p:nvCxnSpPr>
        <p:spPr>
          <a:xfrm flipH="1" rot="10800000">
            <a:off x="7257614" y="9780623"/>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1818" name="Google Shape;1818;p76"/>
          <p:cNvCxnSpPr/>
          <p:nvPr/>
        </p:nvCxnSpPr>
        <p:spPr>
          <a:xfrm flipH="1" rot="10800000">
            <a:off x="10374784" y="6494794"/>
            <a:ext cx="2291995" cy="2218959"/>
          </a:xfrm>
          <a:prstGeom prst="straightConnector1">
            <a:avLst/>
          </a:prstGeom>
          <a:noFill/>
          <a:ln cap="flat" cmpd="sng" w="101600">
            <a:solidFill>
              <a:srgbClr val="000000"/>
            </a:solidFill>
            <a:prstDash val="solid"/>
            <a:round/>
            <a:headEnd len="sm" w="sm" type="none"/>
            <a:tailEnd len="med" w="med" type="triangle"/>
          </a:ln>
        </p:spPr>
      </p:cxnSp>
      <p:cxnSp>
        <p:nvCxnSpPr>
          <p:cNvPr id="1819" name="Google Shape;1819;p76"/>
          <p:cNvCxnSpPr/>
          <p:nvPr/>
        </p:nvCxnSpPr>
        <p:spPr>
          <a:xfrm>
            <a:off x="14788022" y="9985987"/>
            <a:ext cx="2227305" cy="1848280"/>
          </a:xfrm>
          <a:prstGeom prst="straightConnector1">
            <a:avLst/>
          </a:prstGeom>
          <a:noFill/>
          <a:ln cap="flat" cmpd="sng" w="101600">
            <a:solidFill>
              <a:srgbClr val="000000"/>
            </a:solidFill>
            <a:prstDash val="solid"/>
            <a:round/>
            <a:headEnd len="sm" w="sm" type="none"/>
            <a:tailEnd len="sm" w="sm" type="none"/>
          </a:ln>
        </p:spPr>
      </p:cxnSp>
      <p:sp>
        <p:nvSpPr>
          <p:cNvPr id="1820" name="Google Shape;1820;p76"/>
          <p:cNvSpPr/>
          <p:nvPr/>
        </p:nvSpPr>
        <p:spPr>
          <a:xfrm>
            <a:off x="9272793" y="967794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21" name="Google Shape;1821;p76"/>
          <p:cNvSpPr/>
          <p:nvPr/>
        </p:nvSpPr>
        <p:spPr>
          <a:xfrm>
            <a:off x="7151551" y="1183426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22" name="Google Shape;1822;p76"/>
          <p:cNvSpPr/>
          <p:nvPr/>
        </p:nvSpPr>
        <p:spPr>
          <a:xfrm>
            <a:off x="16909262" y="11731583"/>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23" name="Google Shape;1823;p76"/>
          <p:cNvSpPr/>
          <p:nvPr/>
        </p:nvSpPr>
        <p:spPr>
          <a:xfrm>
            <a:off x="14681958" y="988330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24" name="Google Shape;1824;p76"/>
          <p:cNvSpPr txBox="1"/>
          <p:nvPr/>
        </p:nvSpPr>
        <p:spPr>
          <a:xfrm>
            <a:off x="8247298" y="8713754"/>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1825" name="Google Shape;1825;p76"/>
          <p:cNvSpPr txBox="1"/>
          <p:nvPr/>
        </p:nvSpPr>
        <p:spPr>
          <a:xfrm>
            <a:off x="15087434" y="8845023"/>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1826" name="Google Shape;1826;p76"/>
          <p:cNvSpPr txBox="1"/>
          <p:nvPr/>
        </p:nvSpPr>
        <p:spPr>
          <a:xfrm>
            <a:off x="10050724" y="6846617"/>
            <a:ext cx="782559"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1827" name="Google Shape;1827;p76"/>
          <p:cNvSpPr txBox="1"/>
          <p:nvPr/>
        </p:nvSpPr>
        <p:spPr>
          <a:xfrm>
            <a:off x="3845758" y="2968586"/>
            <a:ext cx="17167860" cy="181061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Find shortest segment between viewing rays, set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to be the midpoint of the segment.</a:t>
            </a:r>
            <a:endParaRPr/>
          </a:p>
        </p:txBody>
      </p:sp>
      <p:cxnSp>
        <p:nvCxnSpPr>
          <p:cNvPr id="1828" name="Google Shape;1828;p76"/>
          <p:cNvCxnSpPr/>
          <p:nvPr/>
        </p:nvCxnSpPr>
        <p:spPr>
          <a:xfrm>
            <a:off x="11185322" y="6996417"/>
            <a:ext cx="1" cy="935927"/>
          </a:xfrm>
          <a:prstGeom prst="straightConnector1">
            <a:avLst/>
          </a:prstGeom>
          <a:noFill/>
          <a:ln cap="rnd" cmpd="sng" w="101600">
            <a:solidFill>
              <a:srgbClr val="C0504D"/>
            </a:solidFill>
            <a:prstDash val="solid"/>
            <a:miter lim="8000"/>
            <a:headEnd len="sm" w="sm" type="none"/>
            <a:tailEnd len="sm" w="sm" type="none"/>
          </a:ln>
        </p:spPr>
      </p:cxnSp>
      <p:sp>
        <p:nvSpPr>
          <p:cNvPr id="1829" name="Google Shape;1829;p76"/>
          <p:cNvSpPr/>
          <p:nvPr/>
        </p:nvSpPr>
        <p:spPr>
          <a:xfrm>
            <a:off x="11056733" y="7340554"/>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30" name="Google Shape;1830;p76"/>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78"/>
          <p:cNvSpPr txBox="1"/>
          <p:nvPr>
            <p:ph type="title"/>
          </p:nvPr>
        </p:nvSpPr>
        <p:spPr>
          <a:xfrm>
            <a:off x="4305300" y="476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 – Non-linear Optim.</a:t>
            </a:r>
            <a:endParaRPr/>
          </a:p>
        </p:txBody>
      </p:sp>
      <p:sp>
        <p:nvSpPr>
          <p:cNvPr id="1836" name="Google Shape;1836;p78"/>
          <p:cNvSpPr/>
          <p:nvPr/>
        </p:nvSpPr>
        <p:spPr>
          <a:xfrm rot="5400000">
            <a:off x="7417756" y="798095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37" name="Google Shape;1837;p78"/>
          <p:cNvSpPr/>
          <p:nvPr/>
        </p:nvSpPr>
        <p:spPr>
          <a:xfrm flipH="1" rot="-5400000">
            <a:off x="13675414" y="7878266"/>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838" name="Google Shape;1838;p78"/>
          <p:cNvCxnSpPr/>
          <p:nvPr/>
        </p:nvCxnSpPr>
        <p:spPr>
          <a:xfrm>
            <a:off x="10757661" y="6597478"/>
            <a:ext cx="2863677" cy="2361689"/>
          </a:xfrm>
          <a:prstGeom prst="straightConnector1">
            <a:avLst/>
          </a:prstGeom>
          <a:noFill/>
          <a:ln cap="flat" cmpd="sng" w="101600">
            <a:solidFill>
              <a:srgbClr val="000000"/>
            </a:solidFill>
            <a:prstDash val="solid"/>
            <a:round/>
            <a:headEnd len="med" w="med" type="triangle"/>
            <a:tailEnd len="sm" w="sm" type="none"/>
          </a:ln>
        </p:spPr>
      </p:cxnSp>
      <p:cxnSp>
        <p:nvCxnSpPr>
          <p:cNvPr id="1839" name="Google Shape;1839;p78"/>
          <p:cNvCxnSpPr/>
          <p:nvPr/>
        </p:nvCxnSpPr>
        <p:spPr>
          <a:xfrm flipH="1" rot="10800000">
            <a:off x="7257614" y="9780623"/>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1840" name="Google Shape;1840;p78"/>
          <p:cNvCxnSpPr/>
          <p:nvPr/>
        </p:nvCxnSpPr>
        <p:spPr>
          <a:xfrm flipH="1" rot="10800000">
            <a:off x="10374784" y="6494794"/>
            <a:ext cx="2291995" cy="2218959"/>
          </a:xfrm>
          <a:prstGeom prst="straightConnector1">
            <a:avLst/>
          </a:prstGeom>
          <a:noFill/>
          <a:ln cap="flat" cmpd="sng" w="101600">
            <a:solidFill>
              <a:srgbClr val="000000"/>
            </a:solidFill>
            <a:prstDash val="solid"/>
            <a:round/>
            <a:headEnd len="sm" w="sm" type="none"/>
            <a:tailEnd len="med" w="med" type="triangle"/>
          </a:ln>
        </p:spPr>
      </p:cxnSp>
      <p:cxnSp>
        <p:nvCxnSpPr>
          <p:cNvPr id="1841" name="Google Shape;1841;p78"/>
          <p:cNvCxnSpPr/>
          <p:nvPr/>
        </p:nvCxnSpPr>
        <p:spPr>
          <a:xfrm>
            <a:off x="14788022" y="9985987"/>
            <a:ext cx="2227305" cy="1848280"/>
          </a:xfrm>
          <a:prstGeom prst="straightConnector1">
            <a:avLst/>
          </a:prstGeom>
          <a:noFill/>
          <a:ln cap="flat" cmpd="sng" w="101600">
            <a:solidFill>
              <a:srgbClr val="000000"/>
            </a:solidFill>
            <a:prstDash val="solid"/>
            <a:round/>
            <a:headEnd len="sm" w="sm" type="none"/>
            <a:tailEnd len="sm" w="sm" type="none"/>
          </a:ln>
        </p:spPr>
      </p:cxnSp>
      <p:sp>
        <p:nvSpPr>
          <p:cNvPr id="1842" name="Google Shape;1842;p78"/>
          <p:cNvSpPr/>
          <p:nvPr/>
        </p:nvSpPr>
        <p:spPr>
          <a:xfrm>
            <a:off x="9272793" y="967794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43" name="Google Shape;1843;p78"/>
          <p:cNvSpPr/>
          <p:nvPr/>
        </p:nvSpPr>
        <p:spPr>
          <a:xfrm>
            <a:off x="7151551" y="1183426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44" name="Google Shape;1844;p78"/>
          <p:cNvSpPr/>
          <p:nvPr/>
        </p:nvSpPr>
        <p:spPr>
          <a:xfrm>
            <a:off x="16909262" y="11731583"/>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45" name="Google Shape;1845;p78"/>
          <p:cNvSpPr/>
          <p:nvPr/>
        </p:nvSpPr>
        <p:spPr>
          <a:xfrm>
            <a:off x="14681958" y="988330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46" name="Google Shape;1846;p78"/>
          <p:cNvSpPr txBox="1"/>
          <p:nvPr/>
        </p:nvSpPr>
        <p:spPr>
          <a:xfrm>
            <a:off x="8247298" y="8713754"/>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1847" name="Google Shape;1847;p78"/>
          <p:cNvSpPr txBox="1"/>
          <p:nvPr/>
        </p:nvSpPr>
        <p:spPr>
          <a:xfrm>
            <a:off x="15087434" y="8845023"/>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1848" name="Google Shape;1848;p78"/>
          <p:cNvSpPr txBox="1"/>
          <p:nvPr/>
        </p:nvSpPr>
        <p:spPr>
          <a:xfrm>
            <a:off x="10553820" y="6936844"/>
            <a:ext cx="782559"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1849" name="Google Shape;1849;p78"/>
          <p:cNvSpPr txBox="1"/>
          <p:nvPr/>
        </p:nvSpPr>
        <p:spPr>
          <a:xfrm>
            <a:off x="3845758" y="2714586"/>
            <a:ext cx="171678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Find X minimizing </a:t>
            </a:r>
            <a:endParaRPr/>
          </a:p>
        </p:txBody>
      </p:sp>
      <p:sp>
        <p:nvSpPr>
          <p:cNvPr id="1850" name="Google Shape;1850;p78"/>
          <p:cNvSpPr/>
          <p:nvPr/>
        </p:nvSpPr>
        <p:spPr>
          <a:xfrm>
            <a:off x="11712219" y="8393617"/>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851" name="Google Shape;1851;p78"/>
          <p:cNvCxnSpPr/>
          <p:nvPr/>
        </p:nvCxnSpPr>
        <p:spPr>
          <a:xfrm flipH="1" rot="10800000">
            <a:off x="7257613" y="8548444"/>
            <a:ext cx="4542201" cy="3385257"/>
          </a:xfrm>
          <a:prstGeom prst="straightConnector1">
            <a:avLst/>
          </a:prstGeom>
          <a:noFill/>
          <a:ln cap="flat" cmpd="sng" w="101600">
            <a:solidFill>
              <a:srgbClr val="C0504D"/>
            </a:solidFill>
            <a:prstDash val="dash"/>
            <a:round/>
            <a:headEnd len="sm" w="sm" type="none"/>
            <a:tailEnd len="sm" w="sm" type="none"/>
          </a:ln>
        </p:spPr>
      </p:cxnSp>
      <p:cxnSp>
        <p:nvCxnSpPr>
          <p:cNvPr id="1852" name="Google Shape;1852;p78"/>
          <p:cNvCxnSpPr/>
          <p:nvPr/>
        </p:nvCxnSpPr>
        <p:spPr>
          <a:xfrm rot="10800000">
            <a:off x="11799813" y="8545193"/>
            <a:ext cx="5215511" cy="3289073"/>
          </a:xfrm>
          <a:prstGeom prst="straightConnector1">
            <a:avLst/>
          </a:prstGeom>
          <a:noFill/>
          <a:ln cap="flat" cmpd="sng" w="101600">
            <a:solidFill>
              <a:srgbClr val="C0504D"/>
            </a:solidFill>
            <a:prstDash val="dash"/>
            <a:round/>
            <a:headEnd len="sm" w="sm" type="none"/>
            <a:tailEnd len="sm" w="sm" type="none"/>
          </a:ln>
        </p:spPr>
      </p:cxnSp>
      <p:sp>
        <p:nvSpPr>
          <p:cNvPr id="1853" name="Google Shape;1853;p78"/>
          <p:cNvSpPr txBox="1"/>
          <p:nvPr/>
        </p:nvSpPr>
        <p:spPr>
          <a:xfrm>
            <a:off x="9675202" y="10181000"/>
            <a:ext cx="2340113"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7030A0"/>
              </a:buClr>
              <a:buSzPts val="6400"/>
              <a:buFont typeface="Cambria Math"/>
              <a:buNone/>
            </a:pPr>
            <a:r>
              <a:rPr b="0" i="0" lang="en-US" sz="6400" u="none" cap="none" strike="noStrike">
                <a:solidFill>
                  <a:srgbClr val="7030A0"/>
                </a:solidFill>
                <a:latin typeface="Cambria Math"/>
                <a:ea typeface="Cambria Math"/>
                <a:cs typeface="Cambria Math"/>
                <a:sym typeface="Cambria Math"/>
              </a:rPr>
              <a:t>P</a:t>
            </a:r>
            <a:r>
              <a:rPr b="0" baseline="-25000" i="0" lang="en-US" sz="6400" u="none" cap="none" strike="noStrike">
                <a:solidFill>
                  <a:srgbClr val="7030A0"/>
                </a:solidFill>
                <a:latin typeface="Cambria Math"/>
                <a:ea typeface="Cambria Math"/>
                <a:cs typeface="Cambria Math"/>
                <a:sym typeface="Cambria Math"/>
              </a:rPr>
              <a:t>1</a:t>
            </a:r>
            <a:r>
              <a:rPr b="0" i="0" lang="en-US" sz="6400" u="none" cap="none" strike="noStrike">
                <a:solidFill>
                  <a:srgbClr val="FF0000"/>
                </a:solidFill>
                <a:latin typeface="Cambria Math"/>
                <a:ea typeface="Cambria Math"/>
                <a:cs typeface="Cambria Math"/>
                <a:sym typeface="Cambria Math"/>
              </a:rPr>
              <a:t>X</a:t>
            </a:r>
            <a:endParaRPr/>
          </a:p>
        </p:txBody>
      </p:sp>
      <p:sp>
        <p:nvSpPr>
          <p:cNvPr id="1854" name="Google Shape;1854;p78"/>
          <p:cNvSpPr/>
          <p:nvPr/>
        </p:nvSpPr>
        <p:spPr>
          <a:xfrm>
            <a:off x="9727545" y="9964843"/>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55" name="Google Shape;1855;p78"/>
          <p:cNvSpPr txBox="1"/>
          <p:nvPr/>
        </p:nvSpPr>
        <p:spPr>
          <a:xfrm>
            <a:off x="13375306" y="10348453"/>
            <a:ext cx="2340113"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7030A0"/>
              </a:buClr>
              <a:buSzPts val="6400"/>
              <a:buFont typeface="Cambria Math"/>
              <a:buNone/>
            </a:pPr>
            <a:r>
              <a:rPr b="0" i="0" lang="en-US" sz="6400" u="none" cap="none" strike="noStrike">
                <a:solidFill>
                  <a:srgbClr val="7030A0"/>
                </a:solidFill>
                <a:latin typeface="Cambria Math"/>
                <a:ea typeface="Cambria Math"/>
                <a:cs typeface="Cambria Math"/>
                <a:sym typeface="Cambria Math"/>
              </a:rPr>
              <a:t>P</a:t>
            </a:r>
            <a:r>
              <a:rPr b="0" baseline="-25000" i="0" lang="en-US" sz="6400" u="none" cap="none" strike="noStrike">
                <a:solidFill>
                  <a:srgbClr val="7030A0"/>
                </a:solidFill>
                <a:latin typeface="Cambria Math"/>
                <a:ea typeface="Cambria Math"/>
                <a:cs typeface="Cambria Math"/>
                <a:sym typeface="Cambria Math"/>
              </a:rPr>
              <a:t>2</a:t>
            </a:r>
            <a:r>
              <a:rPr b="0" i="0" lang="en-US" sz="6400" u="none" cap="none" strike="noStrike">
                <a:solidFill>
                  <a:srgbClr val="FF0000"/>
                </a:solidFill>
                <a:latin typeface="Cambria Math"/>
                <a:ea typeface="Cambria Math"/>
                <a:cs typeface="Cambria Math"/>
                <a:sym typeface="Cambria Math"/>
              </a:rPr>
              <a:t>X</a:t>
            </a:r>
            <a:endParaRPr/>
          </a:p>
        </p:txBody>
      </p:sp>
      <p:sp>
        <p:nvSpPr>
          <p:cNvPr id="1856" name="Google Shape;1856;p78"/>
          <p:cNvSpPr/>
          <p:nvPr/>
        </p:nvSpPr>
        <p:spPr>
          <a:xfrm>
            <a:off x="14270536" y="10014573"/>
            <a:ext cx="257177" cy="247654"/>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57" name="Google Shape;1857;p78"/>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
        <p:nvSpPr>
          <p:cNvPr id="1858" name="Google Shape;1858;p78"/>
          <p:cNvSpPr txBox="1"/>
          <p:nvPr/>
        </p:nvSpPr>
        <p:spPr>
          <a:xfrm>
            <a:off x="2615645" y="4111320"/>
            <a:ext cx="171678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where </a:t>
            </a:r>
            <a:r>
              <a:rPr b="0" i="1" lang="en-US" sz="5600" u="none" cap="none" strike="noStrike">
                <a:solidFill>
                  <a:srgbClr val="000000"/>
                </a:solidFill>
                <a:latin typeface="Arial"/>
                <a:ea typeface="Arial"/>
                <a:cs typeface="Arial"/>
                <a:sym typeface="Arial"/>
              </a:rPr>
              <a:t>d</a:t>
            </a:r>
            <a:r>
              <a:rPr b="0" i="0" lang="en-US" sz="5600" u="none" cap="none" strike="noStrike">
                <a:solidFill>
                  <a:srgbClr val="000000"/>
                </a:solidFill>
                <a:latin typeface="Arial"/>
                <a:ea typeface="Arial"/>
                <a:cs typeface="Arial"/>
                <a:sym typeface="Arial"/>
              </a:rPr>
              <a:t> is distance in image space</a:t>
            </a:r>
            <a:endParaRPr/>
          </a:p>
        </p:txBody>
      </p:sp>
      <p:pic>
        <p:nvPicPr>
          <p:cNvPr id="1859" name="Google Shape;1859;p78"/>
          <p:cNvPicPr preferRelativeResize="0"/>
          <p:nvPr/>
        </p:nvPicPr>
        <p:blipFill>
          <a:blip r:embed="rId3">
            <a:alphaModFix/>
          </a:blip>
          <a:stretch>
            <a:fillRect/>
          </a:stretch>
        </p:blipFill>
        <p:spPr>
          <a:xfrm>
            <a:off x="9935722" y="2460623"/>
            <a:ext cx="10418657" cy="14703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79"/>
          <p:cNvSpPr txBox="1"/>
          <p:nvPr>
            <p:ph type="title"/>
          </p:nvPr>
        </p:nvSpPr>
        <p:spPr>
          <a:xfrm>
            <a:off x="4305300" y="476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 – Linear Optimization</a:t>
            </a:r>
            <a:endParaRPr/>
          </a:p>
        </p:txBody>
      </p:sp>
      <p:sp>
        <p:nvSpPr>
          <p:cNvPr id="1865" name="Google Shape;1865;p79"/>
          <p:cNvSpPr/>
          <p:nvPr/>
        </p:nvSpPr>
        <p:spPr>
          <a:xfrm rot="5400000">
            <a:off x="7417756" y="658395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66" name="Google Shape;1866;p79"/>
          <p:cNvSpPr/>
          <p:nvPr/>
        </p:nvSpPr>
        <p:spPr>
          <a:xfrm flipH="1" rot="-5400000">
            <a:off x="13675414" y="6481266"/>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867" name="Google Shape;1867;p79"/>
          <p:cNvCxnSpPr/>
          <p:nvPr/>
        </p:nvCxnSpPr>
        <p:spPr>
          <a:xfrm>
            <a:off x="10757661" y="5200478"/>
            <a:ext cx="2863677" cy="2361689"/>
          </a:xfrm>
          <a:prstGeom prst="straightConnector1">
            <a:avLst/>
          </a:prstGeom>
          <a:noFill/>
          <a:ln cap="flat" cmpd="sng" w="101600">
            <a:solidFill>
              <a:srgbClr val="000000"/>
            </a:solidFill>
            <a:prstDash val="solid"/>
            <a:round/>
            <a:headEnd len="med" w="med" type="triangle"/>
            <a:tailEnd len="sm" w="sm" type="none"/>
          </a:ln>
        </p:spPr>
      </p:cxnSp>
      <p:cxnSp>
        <p:nvCxnSpPr>
          <p:cNvPr id="1868" name="Google Shape;1868;p79"/>
          <p:cNvCxnSpPr/>
          <p:nvPr/>
        </p:nvCxnSpPr>
        <p:spPr>
          <a:xfrm flipH="1" rot="10800000">
            <a:off x="7257614" y="8383623"/>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1869" name="Google Shape;1869;p79"/>
          <p:cNvCxnSpPr/>
          <p:nvPr/>
        </p:nvCxnSpPr>
        <p:spPr>
          <a:xfrm flipH="1" rot="10800000">
            <a:off x="10374784" y="5097794"/>
            <a:ext cx="2291995" cy="2218959"/>
          </a:xfrm>
          <a:prstGeom prst="straightConnector1">
            <a:avLst/>
          </a:prstGeom>
          <a:noFill/>
          <a:ln cap="flat" cmpd="sng" w="101600">
            <a:solidFill>
              <a:srgbClr val="000000"/>
            </a:solidFill>
            <a:prstDash val="solid"/>
            <a:round/>
            <a:headEnd len="sm" w="sm" type="none"/>
            <a:tailEnd len="med" w="med" type="triangle"/>
          </a:ln>
        </p:spPr>
      </p:cxnSp>
      <p:cxnSp>
        <p:nvCxnSpPr>
          <p:cNvPr id="1870" name="Google Shape;1870;p79"/>
          <p:cNvCxnSpPr/>
          <p:nvPr/>
        </p:nvCxnSpPr>
        <p:spPr>
          <a:xfrm>
            <a:off x="14788022" y="8588987"/>
            <a:ext cx="2227305" cy="1848280"/>
          </a:xfrm>
          <a:prstGeom prst="straightConnector1">
            <a:avLst/>
          </a:prstGeom>
          <a:noFill/>
          <a:ln cap="flat" cmpd="sng" w="101600">
            <a:solidFill>
              <a:srgbClr val="000000"/>
            </a:solidFill>
            <a:prstDash val="solid"/>
            <a:round/>
            <a:headEnd len="sm" w="sm" type="none"/>
            <a:tailEnd len="sm" w="sm" type="none"/>
          </a:ln>
        </p:spPr>
      </p:cxnSp>
      <p:sp>
        <p:nvSpPr>
          <p:cNvPr id="1871" name="Google Shape;1871;p79"/>
          <p:cNvSpPr/>
          <p:nvPr/>
        </p:nvSpPr>
        <p:spPr>
          <a:xfrm>
            <a:off x="9272793" y="828094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72" name="Google Shape;1872;p79"/>
          <p:cNvSpPr/>
          <p:nvPr/>
        </p:nvSpPr>
        <p:spPr>
          <a:xfrm>
            <a:off x="7151551" y="1043726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73" name="Google Shape;1873;p79"/>
          <p:cNvSpPr/>
          <p:nvPr/>
        </p:nvSpPr>
        <p:spPr>
          <a:xfrm>
            <a:off x="16909262" y="10334583"/>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74" name="Google Shape;1874;p79"/>
          <p:cNvSpPr/>
          <p:nvPr/>
        </p:nvSpPr>
        <p:spPr>
          <a:xfrm>
            <a:off x="14681958" y="848630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75" name="Google Shape;1875;p79"/>
          <p:cNvSpPr txBox="1"/>
          <p:nvPr/>
        </p:nvSpPr>
        <p:spPr>
          <a:xfrm>
            <a:off x="8247298" y="7316754"/>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1876" name="Google Shape;1876;p79"/>
          <p:cNvSpPr txBox="1"/>
          <p:nvPr/>
        </p:nvSpPr>
        <p:spPr>
          <a:xfrm>
            <a:off x="15087434" y="7448023"/>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1877" name="Google Shape;1877;p79"/>
          <p:cNvSpPr txBox="1"/>
          <p:nvPr/>
        </p:nvSpPr>
        <p:spPr>
          <a:xfrm>
            <a:off x="10553820" y="5539844"/>
            <a:ext cx="782559"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1878" name="Google Shape;1878;p79"/>
          <p:cNvSpPr/>
          <p:nvPr/>
        </p:nvSpPr>
        <p:spPr>
          <a:xfrm>
            <a:off x="11712219" y="6996617"/>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1879" name="Google Shape;1879;p79"/>
          <p:cNvCxnSpPr/>
          <p:nvPr/>
        </p:nvCxnSpPr>
        <p:spPr>
          <a:xfrm flipH="1" rot="10800000">
            <a:off x="7257613" y="7151444"/>
            <a:ext cx="4542201" cy="3385257"/>
          </a:xfrm>
          <a:prstGeom prst="straightConnector1">
            <a:avLst/>
          </a:prstGeom>
          <a:noFill/>
          <a:ln cap="flat" cmpd="sng" w="101600">
            <a:solidFill>
              <a:srgbClr val="C0504D"/>
            </a:solidFill>
            <a:prstDash val="dash"/>
            <a:round/>
            <a:headEnd len="sm" w="sm" type="none"/>
            <a:tailEnd len="sm" w="sm" type="none"/>
          </a:ln>
        </p:spPr>
      </p:cxnSp>
      <p:cxnSp>
        <p:nvCxnSpPr>
          <p:cNvPr id="1880" name="Google Shape;1880;p79"/>
          <p:cNvCxnSpPr/>
          <p:nvPr/>
        </p:nvCxnSpPr>
        <p:spPr>
          <a:xfrm rot="10800000">
            <a:off x="11799813" y="7148193"/>
            <a:ext cx="5215511" cy="3289073"/>
          </a:xfrm>
          <a:prstGeom prst="straightConnector1">
            <a:avLst/>
          </a:prstGeom>
          <a:noFill/>
          <a:ln cap="flat" cmpd="sng" w="101600">
            <a:solidFill>
              <a:srgbClr val="C0504D"/>
            </a:solidFill>
            <a:prstDash val="dash"/>
            <a:round/>
            <a:headEnd len="sm" w="sm" type="none"/>
            <a:tailEnd len="sm" w="sm" type="none"/>
          </a:ln>
        </p:spPr>
      </p:cxnSp>
      <p:sp>
        <p:nvSpPr>
          <p:cNvPr id="1881" name="Google Shape;1881;p79"/>
          <p:cNvSpPr txBox="1"/>
          <p:nvPr/>
        </p:nvSpPr>
        <p:spPr>
          <a:xfrm>
            <a:off x="9675202" y="8784000"/>
            <a:ext cx="2340113"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7030A0"/>
              </a:buClr>
              <a:buSzPts val="6400"/>
              <a:buFont typeface="Cambria Math"/>
              <a:buNone/>
            </a:pPr>
            <a:r>
              <a:rPr b="0" i="0" lang="en-US" sz="6400" u="none" cap="none" strike="noStrike">
                <a:solidFill>
                  <a:srgbClr val="7030A0"/>
                </a:solidFill>
                <a:latin typeface="Cambria Math"/>
                <a:ea typeface="Cambria Math"/>
                <a:cs typeface="Cambria Math"/>
                <a:sym typeface="Cambria Math"/>
              </a:rPr>
              <a:t>P</a:t>
            </a:r>
            <a:r>
              <a:rPr b="0" baseline="-25000" i="0" lang="en-US" sz="6400" u="none" cap="none" strike="noStrike">
                <a:solidFill>
                  <a:srgbClr val="7030A0"/>
                </a:solidFill>
                <a:latin typeface="Cambria Math"/>
                <a:ea typeface="Cambria Math"/>
                <a:cs typeface="Cambria Math"/>
                <a:sym typeface="Cambria Math"/>
              </a:rPr>
              <a:t>1</a:t>
            </a:r>
            <a:r>
              <a:rPr b="0" i="0" lang="en-US" sz="6400" u="none" cap="none" strike="noStrike">
                <a:solidFill>
                  <a:srgbClr val="FF0000"/>
                </a:solidFill>
                <a:latin typeface="Cambria Math"/>
                <a:ea typeface="Cambria Math"/>
                <a:cs typeface="Cambria Math"/>
                <a:sym typeface="Cambria Math"/>
              </a:rPr>
              <a:t>X</a:t>
            </a:r>
            <a:endParaRPr/>
          </a:p>
        </p:txBody>
      </p:sp>
      <p:sp>
        <p:nvSpPr>
          <p:cNvPr id="1882" name="Google Shape;1882;p79"/>
          <p:cNvSpPr/>
          <p:nvPr/>
        </p:nvSpPr>
        <p:spPr>
          <a:xfrm>
            <a:off x="9727545" y="8567843"/>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83" name="Google Shape;1883;p79"/>
          <p:cNvSpPr txBox="1"/>
          <p:nvPr/>
        </p:nvSpPr>
        <p:spPr>
          <a:xfrm>
            <a:off x="13375306" y="8951453"/>
            <a:ext cx="2340113"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7030A0"/>
              </a:buClr>
              <a:buSzPts val="6400"/>
              <a:buFont typeface="Cambria Math"/>
              <a:buNone/>
            </a:pPr>
            <a:r>
              <a:rPr b="0" i="0" lang="en-US" sz="6400" u="none" cap="none" strike="noStrike">
                <a:solidFill>
                  <a:srgbClr val="7030A0"/>
                </a:solidFill>
                <a:latin typeface="Cambria Math"/>
                <a:ea typeface="Cambria Math"/>
                <a:cs typeface="Cambria Math"/>
                <a:sym typeface="Cambria Math"/>
              </a:rPr>
              <a:t>P</a:t>
            </a:r>
            <a:r>
              <a:rPr b="0" baseline="-25000" i="0" lang="en-US" sz="6400" u="none" cap="none" strike="noStrike">
                <a:solidFill>
                  <a:srgbClr val="7030A0"/>
                </a:solidFill>
                <a:latin typeface="Cambria Math"/>
                <a:ea typeface="Cambria Math"/>
                <a:cs typeface="Cambria Math"/>
                <a:sym typeface="Cambria Math"/>
              </a:rPr>
              <a:t>2</a:t>
            </a:r>
            <a:r>
              <a:rPr b="0" i="0" lang="en-US" sz="6400" u="none" cap="none" strike="noStrike">
                <a:solidFill>
                  <a:srgbClr val="FF0000"/>
                </a:solidFill>
                <a:latin typeface="Cambria Math"/>
                <a:ea typeface="Cambria Math"/>
                <a:cs typeface="Cambria Math"/>
                <a:sym typeface="Cambria Math"/>
              </a:rPr>
              <a:t>X</a:t>
            </a:r>
            <a:endParaRPr/>
          </a:p>
        </p:txBody>
      </p:sp>
      <p:sp>
        <p:nvSpPr>
          <p:cNvPr id="1884" name="Google Shape;1884;p79"/>
          <p:cNvSpPr/>
          <p:nvPr/>
        </p:nvSpPr>
        <p:spPr>
          <a:xfrm>
            <a:off x="14270536" y="8617573"/>
            <a:ext cx="257177" cy="247654"/>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885" name="Google Shape;1885;p79"/>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9" name="Shape 1889"/>
        <p:cNvGrpSpPr/>
        <p:nvPr/>
      </p:nvGrpSpPr>
      <p:grpSpPr>
        <a:xfrm>
          <a:off x="0" y="0"/>
          <a:ext cx="0" cy="0"/>
          <a:chOff x="0" y="0"/>
          <a:chExt cx="0" cy="0"/>
        </a:xfrm>
      </p:grpSpPr>
      <p:sp>
        <p:nvSpPr>
          <p:cNvPr id="1890" name="Google Shape;1890;p80"/>
          <p:cNvSpPr txBox="1"/>
          <p:nvPr>
            <p:ph type="title"/>
          </p:nvPr>
        </p:nvSpPr>
        <p:spPr>
          <a:xfrm>
            <a:off x="3339934" y="95251"/>
            <a:ext cx="17704132" cy="2651127"/>
          </a:xfrm>
          <a:prstGeom prst="rect">
            <a:avLst/>
          </a:prstGeom>
          <a:noFill/>
          <a:ln>
            <a:noFill/>
          </a:ln>
        </p:spPr>
        <p:txBody>
          <a:bodyPr anchorCtr="0" anchor="ctr" bIns="91425" lIns="91425" spcFirstLastPara="1" rIns="91425" wrap="square" tIns="91425">
            <a:normAutofit/>
          </a:bodyPr>
          <a:lstStyle/>
          <a:p>
            <a:pPr indent="0" lvl="0" marL="0" marR="0" rtl="0" algn="ctr">
              <a:lnSpc>
                <a:spcPct val="90000"/>
              </a:lnSpc>
              <a:spcBef>
                <a:spcPts val="0"/>
              </a:spcBef>
              <a:spcAft>
                <a:spcPts val="0"/>
              </a:spcAft>
              <a:buClr>
                <a:srgbClr val="000000"/>
              </a:buClr>
              <a:buSzPts val="7144"/>
              <a:buFont typeface="Helvetica Neue"/>
              <a:buNone/>
            </a:pPr>
            <a:r>
              <a:rPr lang="en-US" sz="7144">
                <a:latin typeface="Helvetica Neue"/>
                <a:ea typeface="Helvetica Neue"/>
                <a:cs typeface="Helvetica Neue"/>
                <a:sym typeface="Helvetica Neue"/>
              </a:rPr>
              <a:t>First: A better way to handle homogeneous coordinates in linear optimization</a:t>
            </a:r>
            <a:endParaRPr/>
          </a:p>
        </p:txBody>
      </p:sp>
      <p:sp>
        <p:nvSpPr>
          <p:cNvPr id="1891" name="Google Shape;1891;p80"/>
          <p:cNvSpPr txBox="1"/>
          <p:nvPr/>
        </p:nvSpPr>
        <p:spPr>
          <a:xfrm>
            <a:off x="10540083" y="4133677"/>
            <a:ext cx="2974650" cy="75215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Helvetica Neue"/>
              <a:buNone/>
            </a:pPr>
            <a:r>
              <a:t/>
            </a:r>
            <a:endParaRPr b="1" i="0" sz="6400" u="none" cap="none" strike="noStrike">
              <a:solidFill>
                <a:srgbClr val="000000"/>
              </a:solidFill>
              <a:latin typeface="Helvetica Neue"/>
              <a:ea typeface="Helvetica Neue"/>
              <a:cs typeface="Helvetica Neue"/>
              <a:sym typeface="Helvetica Neue"/>
            </a:endParaRPr>
          </a:p>
        </p:txBody>
      </p:sp>
      <p:grpSp>
        <p:nvGrpSpPr>
          <p:cNvPr id="1892" name="Google Shape;1892;p80"/>
          <p:cNvGrpSpPr/>
          <p:nvPr/>
        </p:nvGrpSpPr>
        <p:grpSpPr>
          <a:xfrm>
            <a:off x="4396740" y="5175994"/>
            <a:ext cx="15590521" cy="3024250"/>
            <a:chOff x="0" y="0"/>
            <a:chExt cx="15590520" cy="3024249"/>
          </a:xfrm>
        </p:grpSpPr>
        <p:sp>
          <p:nvSpPr>
            <p:cNvPr id="1893" name="Google Shape;1893;p80"/>
            <p:cNvSpPr txBox="1"/>
            <p:nvPr/>
          </p:nvSpPr>
          <p:spPr>
            <a:xfrm>
              <a:off x="4794129" y="2266401"/>
              <a:ext cx="5824076" cy="7578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Helvetica Neue"/>
                <a:buNone/>
              </a:pPr>
              <a:r>
                <a:t/>
              </a:r>
              <a:endParaRPr b="1" i="0" sz="6400" u="none" cap="none" strike="noStrike">
                <a:solidFill>
                  <a:srgbClr val="000000"/>
                </a:solidFill>
                <a:latin typeface="Helvetica Neue"/>
                <a:ea typeface="Helvetica Neue"/>
                <a:cs typeface="Helvetica Neue"/>
                <a:sym typeface="Helvetica Neue"/>
              </a:endParaRPr>
            </a:p>
          </p:txBody>
        </p:sp>
        <p:sp>
          <p:nvSpPr>
            <p:cNvPr id="1894" name="Google Shape;1894;p80"/>
            <p:cNvSpPr txBox="1"/>
            <p:nvPr/>
          </p:nvSpPr>
          <p:spPr>
            <a:xfrm>
              <a:off x="0" y="0"/>
              <a:ext cx="15590520" cy="187817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Remember: this implies </a:t>
              </a:r>
              <a:r>
                <a:rPr b="1" i="0" lang="en-US" sz="5600" u="none" cap="none" strike="noStrike">
                  <a:solidFill>
                    <a:srgbClr val="7030A0"/>
                  </a:solidFill>
                  <a:latin typeface="Arial"/>
                  <a:ea typeface="Arial"/>
                  <a:cs typeface="Arial"/>
                  <a:sym typeface="Arial"/>
                </a:rPr>
                <a:t>P</a:t>
              </a:r>
              <a:r>
                <a:rPr b="1" i="0" lang="en-US" sz="5600" u="none" cap="none" strike="noStrike">
                  <a:solidFill>
                    <a:srgbClr val="FF0000"/>
                  </a:solidFill>
                  <a:latin typeface="Arial"/>
                  <a:ea typeface="Arial"/>
                  <a:cs typeface="Arial"/>
                  <a:sym typeface="Arial"/>
                </a:rPr>
                <a:t>X</a:t>
              </a:r>
              <a:r>
                <a:rPr b="1" baseline="-25000" i="0" lang="en-US" sz="5600" u="none" cap="none" strike="noStrike">
                  <a:solidFill>
                    <a:srgbClr val="FF0000"/>
                  </a:solidFill>
                  <a:latin typeface="Arial"/>
                  <a:ea typeface="Arial"/>
                  <a:cs typeface="Arial"/>
                  <a:sym typeface="Arial"/>
                </a:rPr>
                <a:t>i</a:t>
              </a:r>
              <a:r>
                <a:rPr b="1" i="0" lang="en-US" sz="5600" u="none" cap="none" strike="noStrike">
                  <a:solidFill>
                    <a:srgbClr val="000000"/>
                  </a:solidFill>
                  <a:latin typeface="Arial"/>
                  <a:ea typeface="Arial"/>
                  <a:cs typeface="Arial"/>
                  <a:sym typeface="Arial"/>
                </a:rPr>
                <a:t> &amp; </a:t>
              </a:r>
              <a:r>
                <a:rPr b="1" i="0" lang="en-US" sz="5600" u="none" cap="none" strike="noStrike">
                  <a:solidFill>
                    <a:srgbClr val="0070C0"/>
                  </a:solidFill>
                  <a:latin typeface="Arial"/>
                  <a:ea typeface="Arial"/>
                  <a:cs typeface="Arial"/>
                  <a:sym typeface="Arial"/>
                </a:rPr>
                <a:t>p</a:t>
              </a:r>
              <a:r>
                <a:rPr b="1" baseline="-25000" i="0" lang="en-US" sz="5600" u="none" cap="none" strike="noStrike">
                  <a:solidFill>
                    <a:srgbClr val="0070C0"/>
                  </a:solidFill>
                  <a:latin typeface="Arial"/>
                  <a:ea typeface="Arial"/>
                  <a:cs typeface="Arial"/>
                  <a:sym typeface="Arial"/>
                </a:rPr>
                <a:t>i</a:t>
              </a:r>
              <a:r>
                <a:rPr b="0" i="0" lang="en-US" sz="5600" u="none" cap="none" strike="noStrike">
                  <a:solidFill>
                    <a:srgbClr val="00B0F0"/>
                  </a:solidFill>
                  <a:latin typeface="Arial"/>
                  <a:ea typeface="Arial"/>
                  <a:cs typeface="Arial"/>
                  <a:sym typeface="Arial"/>
                </a:rPr>
                <a:t> </a:t>
              </a:r>
              <a:r>
                <a:rPr b="0" i="0" lang="en-US" sz="5600" u="none" cap="none" strike="noStrike">
                  <a:solidFill>
                    <a:srgbClr val="000000"/>
                  </a:solidFill>
                  <a:latin typeface="Arial"/>
                  <a:ea typeface="Arial"/>
                  <a:cs typeface="Arial"/>
                  <a:sym typeface="Arial"/>
                </a:rPr>
                <a:t>are proportional/scaled copies of each other</a:t>
              </a:r>
              <a:endParaRPr/>
            </a:p>
          </p:txBody>
        </p:sp>
      </p:grpSp>
      <p:sp>
        <p:nvSpPr>
          <p:cNvPr id="1895" name="Google Shape;1895;p80"/>
          <p:cNvSpPr txBox="1"/>
          <p:nvPr/>
        </p:nvSpPr>
        <p:spPr>
          <a:xfrm>
            <a:off x="9727283" y="10644471"/>
            <a:ext cx="4275873" cy="76760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Helvetica Neue"/>
              <a:buNone/>
            </a:pPr>
            <a:r>
              <a:t/>
            </a:r>
            <a:endParaRPr b="1" i="0" sz="6400" u="none" cap="none" strike="noStrike">
              <a:solidFill>
                <a:srgbClr val="000000"/>
              </a:solidFill>
              <a:latin typeface="Helvetica Neue"/>
              <a:ea typeface="Helvetica Neue"/>
              <a:cs typeface="Helvetica Neue"/>
              <a:sym typeface="Helvetica Neue"/>
            </a:endParaRPr>
          </a:p>
        </p:txBody>
      </p:sp>
      <p:sp>
        <p:nvSpPr>
          <p:cNvPr id="1896" name="Google Shape;1896;p80"/>
          <p:cNvSpPr txBox="1"/>
          <p:nvPr/>
        </p:nvSpPr>
        <p:spPr>
          <a:xfrm>
            <a:off x="4396740" y="8444668"/>
            <a:ext cx="15590520" cy="197103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This implies their cross product is </a:t>
            </a:r>
            <a:r>
              <a:rPr b="1" i="0" lang="en-US" sz="5600" u="none" cap="none" strike="noStrike">
                <a:solidFill>
                  <a:srgbClr val="000000"/>
                </a:solidFill>
                <a:latin typeface="Arial"/>
                <a:ea typeface="Arial"/>
                <a:cs typeface="Arial"/>
                <a:sym typeface="Arial"/>
              </a:rPr>
              <a:t>0</a:t>
            </a:r>
            <a:r>
              <a:rPr b="0" i="0" lang="en-US" sz="5600" u="none" cap="none" strike="noStrike">
                <a:solidFill>
                  <a:srgbClr val="000000"/>
                </a:solidFill>
                <a:latin typeface="Arial"/>
                <a:ea typeface="Arial"/>
                <a:cs typeface="Arial"/>
                <a:sym typeface="Arial"/>
              </a:rPr>
              <a:t>, since .</a:t>
            </a:r>
            <a:endParaRPr/>
          </a:p>
        </p:txBody>
      </p:sp>
      <p:sp>
        <p:nvSpPr>
          <p:cNvPr id="1897" name="Google Shape;1897;p80"/>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
        <p:nvSpPr>
          <p:cNvPr id="1898" name="Google Shape;1898;p80"/>
          <p:cNvSpPr txBox="1"/>
          <p:nvPr/>
        </p:nvSpPr>
        <p:spPr>
          <a:xfrm>
            <a:off x="4423967" y="2675962"/>
            <a:ext cx="15098118" cy="903834"/>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Recall: projection in homogeneous coordinates.</a:t>
            </a:r>
            <a:endParaRPr/>
          </a:p>
        </p:txBody>
      </p:sp>
      <p:sp>
        <p:nvSpPr>
          <p:cNvPr id="1899" name="Google Shape;1899;p80"/>
          <p:cNvSpPr txBox="1"/>
          <p:nvPr/>
        </p:nvSpPr>
        <p:spPr>
          <a:xfrm>
            <a:off x="4396740" y="11656497"/>
            <a:ext cx="15590520" cy="9851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Handles the “divide by 0” issue we saw before.</a:t>
            </a:r>
            <a:endParaRPr/>
          </a:p>
        </p:txBody>
      </p:sp>
      <p:pic>
        <p:nvPicPr>
          <p:cNvPr id="1900" name="Google Shape;1900;p80"/>
          <p:cNvPicPr preferRelativeResize="0"/>
          <p:nvPr/>
        </p:nvPicPr>
        <p:blipFill>
          <a:blip r:embed="rId3">
            <a:alphaModFix/>
          </a:blip>
          <a:stretch>
            <a:fillRect/>
          </a:stretch>
        </p:blipFill>
        <p:spPr>
          <a:xfrm>
            <a:off x="7436975" y="3656409"/>
            <a:ext cx="3918792" cy="1229425"/>
          </a:xfrm>
          <a:prstGeom prst="rect">
            <a:avLst/>
          </a:prstGeom>
          <a:noFill/>
          <a:ln>
            <a:noFill/>
          </a:ln>
        </p:spPr>
      </p:pic>
      <p:pic>
        <p:nvPicPr>
          <p:cNvPr id="1901" name="Google Shape;1901;p80"/>
          <p:cNvPicPr preferRelativeResize="0"/>
          <p:nvPr/>
        </p:nvPicPr>
        <p:blipFill>
          <a:blip r:embed="rId4">
            <a:alphaModFix/>
          </a:blip>
          <a:stretch>
            <a:fillRect/>
          </a:stretch>
        </p:blipFill>
        <p:spPr>
          <a:xfrm>
            <a:off x="7076025" y="7066072"/>
            <a:ext cx="6849654" cy="1229425"/>
          </a:xfrm>
          <a:prstGeom prst="rect">
            <a:avLst/>
          </a:prstGeom>
          <a:noFill/>
          <a:ln>
            <a:noFill/>
          </a:ln>
        </p:spPr>
      </p:pic>
      <p:pic>
        <p:nvPicPr>
          <p:cNvPr id="1902" name="Google Shape;1902;p80"/>
          <p:cNvPicPr preferRelativeResize="0"/>
          <p:nvPr/>
        </p:nvPicPr>
        <p:blipFill>
          <a:blip r:embed="rId5">
            <a:alphaModFix/>
          </a:blip>
          <a:stretch>
            <a:fillRect/>
          </a:stretch>
        </p:blipFill>
        <p:spPr>
          <a:xfrm>
            <a:off x="4423975" y="9383011"/>
            <a:ext cx="6849650" cy="837176"/>
          </a:xfrm>
          <a:prstGeom prst="rect">
            <a:avLst/>
          </a:prstGeom>
          <a:noFill/>
          <a:ln>
            <a:noFill/>
          </a:ln>
        </p:spPr>
      </p:pic>
      <p:pic>
        <p:nvPicPr>
          <p:cNvPr id="1903" name="Google Shape;1903;p80"/>
          <p:cNvPicPr preferRelativeResize="0"/>
          <p:nvPr/>
        </p:nvPicPr>
        <p:blipFill>
          <a:blip r:embed="rId6">
            <a:alphaModFix/>
          </a:blip>
          <a:stretch>
            <a:fillRect/>
          </a:stretch>
        </p:blipFill>
        <p:spPr>
          <a:xfrm>
            <a:off x="9438600" y="10475747"/>
            <a:ext cx="5053198" cy="985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81"/>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 – Linear Optimization</a:t>
            </a:r>
            <a:endParaRPr/>
          </a:p>
        </p:txBody>
      </p:sp>
      <p:sp>
        <p:nvSpPr>
          <p:cNvPr id="1909" name="Google Shape;1909;p81"/>
          <p:cNvSpPr txBox="1"/>
          <p:nvPr/>
        </p:nvSpPr>
        <p:spPr>
          <a:xfrm>
            <a:off x="3777008" y="3381378"/>
            <a:ext cx="2791664" cy="65359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sp>
        <p:nvSpPr>
          <p:cNvPr id="1910" name="Google Shape;1910;p81"/>
          <p:cNvSpPr txBox="1"/>
          <p:nvPr/>
        </p:nvSpPr>
        <p:spPr>
          <a:xfrm>
            <a:off x="3777008" y="4410931"/>
            <a:ext cx="2791664" cy="65359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grpSp>
        <p:nvGrpSpPr>
          <p:cNvPr id="1911" name="Google Shape;1911;p81"/>
          <p:cNvGrpSpPr/>
          <p:nvPr/>
        </p:nvGrpSpPr>
        <p:grpSpPr>
          <a:xfrm>
            <a:off x="3879153" y="9904486"/>
            <a:ext cx="3881918" cy="1700701"/>
            <a:chOff x="0" y="0"/>
            <a:chExt cx="3881916" cy="1700700"/>
          </a:xfrm>
        </p:grpSpPr>
        <p:sp>
          <p:nvSpPr>
            <p:cNvPr id="1912" name="Google Shape;1912;p81"/>
            <p:cNvSpPr txBox="1"/>
            <p:nvPr/>
          </p:nvSpPr>
          <p:spPr>
            <a:xfrm>
              <a:off x="0" y="0"/>
              <a:ext cx="3798559" cy="67114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sp>
          <p:nvSpPr>
            <p:cNvPr id="1913" name="Google Shape;1913;p81"/>
            <p:cNvSpPr txBox="1"/>
            <p:nvPr/>
          </p:nvSpPr>
          <p:spPr>
            <a:xfrm>
              <a:off x="83357" y="1029554"/>
              <a:ext cx="3798559" cy="67114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grpSp>
      <p:grpSp>
        <p:nvGrpSpPr>
          <p:cNvPr id="1914" name="Google Shape;1914;p81"/>
          <p:cNvGrpSpPr/>
          <p:nvPr/>
        </p:nvGrpSpPr>
        <p:grpSpPr>
          <a:xfrm>
            <a:off x="7330927" y="3381376"/>
            <a:ext cx="5317742" cy="1696663"/>
            <a:chOff x="0" y="0"/>
            <a:chExt cx="5317741" cy="1696662"/>
          </a:xfrm>
        </p:grpSpPr>
        <p:sp>
          <p:nvSpPr>
            <p:cNvPr id="1915" name="Google Shape;1915;p81"/>
            <p:cNvSpPr txBox="1"/>
            <p:nvPr/>
          </p:nvSpPr>
          <p:spPr>
            <a:xfrm>
              <a:off x="1348579" y="0"/>
              <a:ext cx="3885806" cy="66710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sp>
          <p:nvSpPr>
            <p:cNvPr id="1916" name="Google Shape;1916;p81"/>
            <p:cNvSpPr txBox="1"/>
            <p:nvPr/>
          </p:nvSpPr>
          <p:spPr>
            <a:xfrm>
              <a:off x="1431935" y="1029555"/>
              <a:ext cx="3885806" cy="66710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cxnSp>
          <p:nvCxnSpPr>
            <p:cNvPr id="1917" name="Google Shape;1917;p81"/>
            <p:cNvCxnSpPr/>
            <p:nvPr/>
          </p:nvCxnSpPr>
          <p:spPr>
            <a:xfrm>
              <a:off x="0" y="993589"/>
              <a:ext cx="669373" cy="1"/>
            </a:xfrm>
            <a:prstGeom prst="straightConnector1">
              <a:avLst/>
            </a:prstGeom>
            <a:noFill/>
            <a:ln cap="flat" cmpd="sng" w="152400">
              <a:solidFill>
                <a:srgbClr val="4F81BD"/>
              </a:solidFill>
              <a:prstDash val="solid"/>
              <a:miter lim="800000"/>
              <a:headEnd len="sm" w="sm" type="none"/>
              <a:tailEnd len="med" w="med" type="triangle"/>
            </a:ln>
          </p:spPr>
        </p:cxnSp>
      </p:grpSp>
      <p:grpSp>
        <p:nvGrpSpPr>
          <p:cNvPr id="1918" name="Google Shape;1918;p81"/>
          <p:cNvGrpSpPr/>
          <p:nvPr/>
        </p:nvGrpSpPr>
        <p:grpSpPr>
          <a:xfrm>
            <a:off x="13107709" y="3381376"/>
            <a:ext cx="5037350" cy="1700701"/>
            <a:chOff x="0" y="0"/>
            <a:chExt cx="5037348" cy="1700700"/>
          </a:xfrm>
        </p:grpSpPr>
        <p:sp>
          <p:nvSpPr>
            <p:cNvPr id="1919" name="Google Shape;1919;p81"/>
            <p:cNvSpPr txBox="1"/>
            <p:nvPr/>
          </p:nvSpPr>
          <p:spPr>
            <a:xfrm>
              <a:off x="1155432" y="0"/>
              <a:ext cx="3798559" cy="67114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sp>
          <p:nvSpPr>
            <p:cNvPr id="1920" name="Google Shape;1920;p81"/>
            <p:cNvSpPr txBox="1"/>
            <p:nvPr/>
          </p:nvSpPr>
          <p:spPr>
            <a:xfrm>
              <a:off x="1238789" y="1029554"/>
              <a:ext cx="3798559" cy="67114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cxnSp>
          <p:nvCxnSpPr>
            <p:cNvPr id="1921" name="Google Shape;1921;p81"/>
            <p:cNvCxnSpPr/>
            <p:nvPr/>
          </p:nvCxnSpPr>
          <p:spPr>
            <a:xfrm>
              <a:off x="0" y="961151"/>
              <a:ext cx="669373" cy="1"/>
            </a:xfrm>
            <a:prstGeom prst="straightConnector1">
              <a:avLst/>
            </a:prstGeom>
            <a:noFill/>
            <a:ln cap="flat" cmpd="sng" w="152400">
              <a:solidFill>
                <a:srgbClr val="4F81BD"/>
              </a:solidFill>
              <a:prstDash val="solid"/>
              <a:miter lim="800000"/>
              <a:headEnd len="sm" w="sm" type="none"/>
              <a:tailEnd len="med" w="med" type="triangle"/>
            </a:ln>
          </p:spPr>
        </p:cxnSp>
      </p:grpSp>
      <p:grpSp>
        <p:nvGrpSpPr>
          <p:cNvPr id="1922" name="Google Shape;1922;p81"/>
          <p:cNvGrpSpPr/>
          <p:nvPr/>
        </p:nvGrpSpPr>
        <p:grpSpPr>
          <a:xfrm>
            <a:off x="8542300" y="9394875"/>
            <a:ext cx="15069601" cy="2770500"/>
            <a:chOff x="0" y="-8"/>
            <a:chExt cx="15069601" cy="2770500"/>
          </a:xfrm>
        </p:grpSpPr>
        <p:cxnSp>
          <p:nvCxnSpPr>
            <p:cNvPr id="1923" name="Google Shape;1923;p81"/>
            <p:cNvCxnSpPr/>
            <p:nvPr/>
          </p:nvCxnSpPr>
          <p:spPr>
            <a:xfrm>
              <a:off x="0" y="1539156"/>
              <a:ext cx="669373" cy="1"/>
            </a:xfrm>
            <a:prstGeom prst="straightConnector1">
              <a:avLst/>
            </a:prstGeom>
            <a:noFill/>
            <a:ln cap="flat" cmpd="sng" w="152400">
              <a:solidFill>
                <a:srgbClr val="4F81BD"/>
              </a:solidFill>
              <a:prstDash val="solid"/>
              <a:miter lim="800000"/>
              <a:headEnd len="sm" w="sm" type="none"/>
              <a:tailEnd len="med" w="med" type="triangle"/>
            </a:ln>
          </p:spPr>
        </p:cxnSp>
        <p:sp>
          <p:nvSpPr>
            <p:cNvPr id="1924" name="Google Shape;1924;p81"/>
            <p:cNvSpPr txBox="1"/>
            <p:nvPr/>
          </p:nvSpPr>
          <p:spPr>
            <a:xfrm>
              <a:off x="1526135" y="509601"/>
              <a:ext cx="43008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sp>
          <p:nvSpPr>
            <p:cNvPr id="1925" name="Google Shape;1925;p81"/>
            <p:cNvSpPr txBox="1"/>
            <p:nvPr/>
          </p:nvSpPr>
          <p:spPr>
            <a:xfrm>
              <a:off x="1526135" y="1538406"/>
              <a:ext cx="43008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cxnSp>
          <p:nvCxnSpPr>
            <p:cNvPr id="1926" name="Google Shape;1926;p81"/>
            <p:cNvCxnSpPr/>
            <p:nvPr/>
          </p:nvCxnSpPr>
          <p:spPr>
            <a:xfrm>
              <a:off x="6454626" y="1384995"/>
              <a:ext cx="669373" cy="1"/>
            </a:xfrm>
            <a:prstGeom prst="straightConnector1">
              <a:avLst/>
            </a:prstGeom>
            <a:noFill/>
            <a:ln cap="flat" cmpd="sng" w="152400">
              <a:solidFill>
                <a:srgbClr val="4F81BD"/>
              </a:solidFill>
              <a:prstDash val="solid"/>
              <a:miter lim="800000"/>
              <a:headEnd len="sm" w="sm" type="none"/>
              <a:tailEnd len="med" w="med" type="triangle"/>
            </a:ln>
          </p:spPr>
        </p:cxnSp>
        <p:sp>
          <p:nvSpPr>
            <p:cNvPr id="1927" name="Google Shape;1927;p81"/>
            <p:cNvSpPr txBox="1"/>
            <p:nvPr/>
          </p:nvSpPr>
          <p:spPr>
            <a:xfrm>
              <a:off x="8729701" y="-8"/>
              <a:ext cx="63399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Two eqns per camera for 3 unknown in X</a:t>
              </a:r>
              <a:endParaRPr/>
            </a:p>
          </p:txBody>
        </p:sp>
      </p:grpSp>
      <p:grpSp>
        <p:nvGrpSpPr>
          <p:cNvPr id="1928" name="Google Shape;1928;p81"/>
          <p:cNvGrpSpPr/>
          <p:nvPr/>
        </p:nvGrpSpPr>
        <p:grpSpPr>
          <a:xfrm>
            <a:off x="3491777" y="6204379"/>
            <a:ext cx="17033390" cy="3056655"/>
            <a:chOff x="0" y="0"/>
            <a:chExt cx="17033388" cy="3056653"/>
          </a:xfrm>
        </p:grpSpPr>
        <p:sp>
          <p:nvSpPr>
            <p:cNvPr id="1929" name="Google Shape;1929;p81"/>
            <p:cNvSpPr txBox="1"/>
            <p:nvPr/>
          </p:nvSpPr>
          <p:spPr>
            <a:xfrm>
              <a:off x="5031143" y="0"/>
              <a:ext cx="12002245" cy="30566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600"/>
                <a:buFont typeface="Helvetica Neue"/>
                <a:buNone/>
              </a:pPr>
              <a:r>
                <a:t/>
              </a:r>
              <a:endParaRPr b="1" i="0" sz="5600" u="none" cap="none" strike="noStrike">
                <a:solidFill>
                  <a:srgbClr val="000000"/>
                </a:solidFill>
                <a:latin typeface="Helvetica Neue"/>
                <a:ea typeface="Helvetica Neue"/>
                <a:cs typeface="Helvetica Neue"/>
                <a:sym typeface="Helvetica Neue"/>
              </a:endParaRPr>
            </a:p>
          </p:txBody>
        </p:sp>
        <p:sp>
          <p:nvSpPr>
            <p:cNvPr id="1930" name="Google Shape;1930;p81"/>
            <p:cNvSpPr/>
            <p:nvPr/>
          </p:nvSpPr>
          <p:spPr>
            <a:xfrm>
              <a:off x="0" y="415368"/>
              <a:ext cx="4499605"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Cross Prod.</a:t>
              </a:r>
              <a:endParaRPr/>
            </a:p>
            <a:p>
              <a:pPr indent="0" lvl="0" marL="0" marR="0" rtl="0" algn="l">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as matrix</a:t>
              </a:r>
              <a:endParaRPr/>
            </a:p>
          </p:txBody>
        </p:sp>
      </p:grpSp>
      <p:sp>
        <p:nvSpPr>
          <p:cNvPr id="1931" name="Google Shape;1931;p81"/>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pic>
        <p:nvPicPr>
          <p:cNvPr id="1932" name="Google Shape;1932;p81"/>
          <p:cNvPicPr preferRelativeResize="0"/>
          <p:nvPr/>
        </p:nvPicPr>
        <p:blipFill>
          <a:blip r:embed="rId3">
            <a:alphaModFix/>
          </a:blip>
          <a:stretch>
            <a:fillRect/>
          </a:stretch>
        </p:blipFill>
        <p:spPr>
          <a:xfrm>
            <a:off x="1991903" y="2713441"/>
            <a:ext cx="20172870" cy="10409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6" name="Shape 1936"/>
        <p:cNvGrpSpPr/>
        <p:nvPr/>
      </p:nvGrpSpPr>
      <p:grpSpPr>
        <a:xfrm>
          <a:off x="0" y="0"/>
          <a:ext cx="0" cy="0"/>
          <a:chOff x="0" y="0"/>
          <a:chExt cx="0" cy="0"/>
        </a:xfrm>
      </p:grpSpPr>
      <p:sp>
        <p:nvSpPr>
          <p:cNvPr id="1937" name="Google Shape;1937;p89"/>
          <p:cNvSpPr txBox="1"/>
          <p:nvPr>
            <p:ph type="title"/>
          </p:nvPr>
        </p:nvSpPr>
        <p:spPr>
          <a:xfrm>
            <a:off x="3282579" y="549276"/>
            <a:ext cx="17818842"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Next time: Estimating 3D structure</a:t>
            </a:r>
            <a:endParaRPr/>
          </a:p>
        </p:txBody>
      </p:sp>
      <p:sp>
        <p:nvSpPr>
          <p:cNvPr id="1938" name="Google Shape;1938;p89"/>
          <p:cNvSpPr txBox="1"/>
          <p:nvPr>
            <p:ph idx="1" type="body"/>
          </p:nvPr>
        </p:nvSpPr>
        <p:spPr>
          <a:xfrm>
            <a:off x="3962400" y="3200400"/>
            <a:ext cx="16459200" cy="10058398"/>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Char char="•"/>
            </a:pPr>
            <a:r>
              <a:rPr lang="en-US">
                <a:latin typeface="Helvetica Neue Light"/>
                <a:ea typeface="Helvetica Neue Light"/>
                <a:cs typeface="Helvetica Neue Light"/>
                <a:sym typeface="Helvetica Neue Light"/>
              </a:rPr>
              <a:t>Given many images, how can we…</a:t>
            </a:r>
            <a:endParaRPr/>
          </a:p>
          <a:p>
            <a:pPr indent="-1037165" lvl="1" marL="1926166" rtl="0" algn="l">
              <a:lnSpc>
                <a:spcPct val="100000"/>
              </a:lnSpc>
              <a:spcBef>
                <a:spcPts val="1300"/>
              </a:spcBef>
              <a:spcAft>
                <a:spcPts val="0"/>
              </a:spcAft>
              <a:buClr>
                <a:srgbClr val="000000"/>
              </a:buClr>
              <a:buSzPts val="5600"/>
              <a:buFont typeface="Helvetica Neue Light"/>
              <a:buAutoNum type="arabicPeriod"/>
            </a:pPr>
            <a:r>
              <a:rPr lang="en-US" sz="5600">
                <a:latin typeface="Helvetica Neue Light"/>
                <a:ea typeface="Helvetica Neue Light"/>
                <a:cs typeface="Helvetica Neue Light"/>
                <a:sym typeface="Helvetica Neue Light"/>
              </a:rPr>
              <a:t>Figure out where they were all taken from?</a:t>
            </a:r>
            <a:endParaRPr/>
          </a:p>
          <a:p>
            <a:pPr indent="-1037165" lvl="1" marL="1926166" rtl="0" algn="l">
              <a:lnSpc>
                <a:spcPct val="100000"/>
              </a:lnSpc>
              <a:spcBef>
                <a:spcPts val="1300"/>
              </a:spcBef>
              <a:spcAft>
                <a:spcPts val="0"/>
              </a:spcAft>
              <a:buClr>
                <a:srgbClr val="000000"/>
              </a:buClr>
              <a:buSzPts val="5600"/>
              <a:buFont typeface="Helvetica Neue Light"/>
              <a:buAutoNum type="arabicPeriod"/>
            </a:pPr>
            <a:r>
              <a:rPr lang="en-US" sz="5600">
                <a:latin typeface="Helvetica Neue Light"/>
                <a:ea typeface="Helvetica Neue Light"/>
                <a:cs typeface="Helvetica Neue Light"/>
                <a:sym typeface="Helvetica Neue Light"/>
              </a:rPr>
              <a:t>Build a 3D model of the scene?</a:t>
            </a:r>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rPr lang="en-US" sz="5600">
                <a:latin typeface="Helvetica Neue Light"/>
                <a:ea typeface="Helvetica Neue Light"/>
                <a:cs typeface="Helvetica Neue Light"/>
                <a:sym typeface="Helvetica Neue Light"/>
              </a:rPr>
              <a:t>This is the </a:t>
            </a:r>
            <a:r>
              <a:rPr b="1" lang="en-US">
                <a:latin typeface="Helvetica Neue"/>
                <a:ea typeface="Helvetica Neue"/>
                <a:cs typeface="Helvetica Neue"/>
                <a:sym typeface="Helvetica Neue"/>
              </a:rPr>
              <a:t>structure from motion</a:t>
            </a:r>
            <a:r>
              <a:rPr lang="en-US" sz="5600">
                <a:latin typeface="Helvetica Neue Light"/>
                <a:ea typeface="Helvetica Neue Light"/>
                <a:cs typeface="Helvetica Neue Light"/>
                <a:sym typeface="Helvetica Neue Light"/>
              </a:rPr>
              <a:t> problem</a:t>
            </a:r>
            <a:endParaRPr/>
          </a:p>
        </p:txBody>
      </p:sp>
      <p:grpSp>
        <p:nvGrpSpPr>
          <p:cNvPr id="1939" name="Google Shape;1939;p89"/>
          <p:cNvGrpSpPr/>
          <p:nvPr/>
        </p:nvGrpSpPr>
        <p:grpSpPr>
          <a:xfrm>
            <a:off x="5361227" y="6758275"/>
            <a:ext cx="13536374" cy="4678814"/>
            <a:chOff x="0" y="0"/>
            <a:chExt cx="13536372" cy="4678813"/>
          </a:xfrm>
        </p:grpSpPr>
        <p:pic>
          <p:nvPicPr>
            <p:cNvPr descr="C:\snavely\thesis\Colosseum1.png" id="1940" name="Google Shape;1940;p89"/>
            <p:cNvPicPr preferRelativeResize="0"/>
            <p:nvPr/>
          </p:nvPicPr>
          <p:blipFill rotWithShape="1">
            <a:blip r:embed="rId3">
              <a:alphaModFix/>
            </a:blip>
            <a:srcRect b="0" l="2834" r="2834" t="0"/>
            <a:stretch/>
          </p:blipFill>
          <p:spPr>
            <a:xfrm>
              <a:off x="7705771" y="109210"/>
              <a:ext cx="5830601" cy="4392452"/>
            </a:xfrm>
            <a:prstGeom prst="rect">
              <a:avLst/>
            </a:prstGeom>
            <a:noFill/>
            <a:ln cap="flat" cmpd="sng" w="38100">
              <a:solidFill>
                <a:srgbClr val="000000"/>
              </a:solidFill>
              <a:prstDash val="solid"/>
              <a:round/>
              <a:headEnd len="sm" w="sm" type="none"/>
              <a:tailEnd len="sm" w="sm" type="none"/>
            </a:ln>
            <a:effectLst>
              <a:outerShdw blurRad="101600" rotWithShape="0" dir="2700000" dist="76200">
                <a:srgbClr val="000000">
                  <a:alpha val="40000"/>
                </a:srgbClr>
              </a:outerShdw>
            </a:effectLst>
          </p:spPr>
        </p:pic>
        <p:pic>
          <p:nvPicPr>
            <p:cNvPr descr="image2.png" id="1941" name="Google Shape;1941;p89"/>
            <p:cNvPicPr preferRelativeResize="0"/>
            <p:nvPr/>
          </p:nvPicPr>
          <p:blipFill rotWithShape="1">
            <a:blip r:embed="rId4">
              <a:alphaModFix/>
            </a:blip>
            <a:srcRect b="0" l="0" r="0" t="0"/>
            <a:stretch/>
          </p:blipFill>
          <p:spPr>
            <a:xfrm>
              <a:off x="0" y="0"/>
              <a:ext cx="6390845" cy="4678813"/>
            </a:xfrm>
            <a:prstGeom prst="rect">
              <a:avLst/>
            </a:prstGeom>
            <a:noFill/>
            <a:ln>
              <a:noFill/>
            </a:ln>
          </p:spPr>
        </p:pic>
        <p:sp>
          <p:nvSpPr>
            <p:cNvPr id="1942" name="Google Shape;1942;p89"/>
            <p:cNvSpPr/>
            <p:nvPr/>
          </p:nvSpPr>
          <p:spPr>
            <a:xfrm>
              <a:off x="6442673" y="1879572"/>
              <a:ext cx="1108469" cy="919669"/>
            </a:xfrm>
            <a:prstGeom prst="rightArrow">
              <a:avLst>
                <a:gd fmla="val 50000" name="adj1"/>
                <a:gd fmla="val 79508" name="adj2"/>
              </a:avLst>
            </a:prstGeom>
            <a:solidFill>
              <a:srgbClr val="95B3D7"/>
            </a:solidFill>
            <a:ln>
              <a:noFill/>
            </a:ln>
            <a:effectLst>
              <a:outerShdw blurRad="101600" rotWithShape="0" dir="2700000" dist="762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sp>
        <p:nvSpPr>
          <p:cNvPr id="1943" name="Google Shape;1943;p89"/>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944" name="Google Shape;1944;p89"/>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90"/>
          <p:cNvSpPr txBox="1"/>
          <p:nvPr>
            <p:ph type="title"/>
          </p:nvPr>
        </p:nvSpPr>
        <p:spPr>
          <a:xfrm>
            <a:off x="3962400" y="168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Structure from motion</a:t>
            </a:r>
            <a:endParaRPr/>
          </a:p>
        </p:txBody>
      </p:sp>
      <p:sp>
        <p:nvSpPr>
          <p:cNvPr id="1950" name="Google Shape;1950;p90"/>
          <p:cNvSpPr txBox="1"/>
          <p:nvPr/>
        </p:nvSpPr>
        <p:spPr>
          <a:xfrm>
            <a:off x="2133600" y="7099300"/>
            <a:ext cx="19840972" cy="5967754"/>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72000"/>
              </a:lnSpc>
              <a:spcBef>
                <a:spcPts val="0"/>
              </a:spcBef>
              <a:spcAft>
                <a:spcPts val="0"/>
              </a:spcAft>
              <a:buClr>
                <a:srgbClr val="000000"/>
              </a:buClr>
              <a:buSzPts val="4900"/>
              <a:buFont typeface="Arial"/>
              <a:buChar char="•"/>
            </a:pPr>
            <a:r>
              <a:rPr b="0" i="0" lang="en-US" sz="4900" u="none" cap="none" strike="noStrike">
                <a:solidFill>
                  <a:srgbClr val="000000"/>
                </a:solidFill>
                <a:latin typeface="Helvetica Neue"/>
                <a:ea typeface="Helvetica Neue"/>
                <a:cs typeface="Helvetica Neue"/>
                <a:sym typeface="Helvetica Neue"/>
              </a:rPr>
              <a:t>Input: images with pixels in correspondence       </a:t>
            </a:r>
            <a:r>
              <a:rPr b="0" i="1" lang="en-US" sz="4900" u="none" cap="none" strike="noStrike">
                <a:solidFill>
                  <a:srgbClr val="000000"/>
                </a:solidFill>
                <a:latin typeface="Helvetica Neue"/>
                <a:ea typeface="Helvetica Neue"/>
                <a:cs typeface="Helvetica Neue"/>
                <a:sym typeface="Helvetica Neue"/>
              </a:rPr>
              <a:t>p</a:t>
            </a:r>
            <a:r>
              <a:rPr b="0" baseline="-25000" i="1" lang="en-US" sz="4900" u="none" cap="none" strike="noStrike">
                <a:solidFill>
                  <a:srgbClr val="000000"/>
                </a:solidFill>
                <a:latin typeface="Helvetica Neue"/>
                <a:ea typeface="Helvetica Neue"/>
                <a:cs typeface="Helvetica Neue"/>
                <a:sym typeface="Helvetica Neue"/>
              </a:rPr>
              <a:t>i</a:t>
            </a:r>
            <a:r>
              <a:rPr b="0" baseline="-25000" i="0" lang="en-US" sz="4900" u="none" cap="none" strike="noStrike">
                <a:solidFill>
                  <a:srgbClr val="000000"/>
                </a:solidFill>
                <a:latin typeface="Helvetica Neue"/>
                <a:ea typeface="Helvetica Neue"/>
                <a:cs typeface="Helvetica Neue"/>
                <a:sym typeface="Helvetica Neue"/>
              </a:rPr>
              <a:t>,</a:t>
            </a:r>
            <a:r>
              <a:rPr b="0" baseline="-25000" i="1" lang="en-US" sz="4900" u="none" cap="none" strike="noStrike">
                <a:solidFill>
                  <a:srgbClr val="000000"/>
                </a:solidFill>
                <a:latin typeface="Helvetica Neue"/>
                <a:ea typeface="Helvetica Neue"/>
                <a:cs typeface="Helvetica Neue"/>
                <a:sym typeface="Helvetica Neue"/>
              </a:rPr>
              <a:t>j  </a:t>
            </a:r>
            <a:r>
              <a:rPr b="0" i="0" lang="en-US" sz="4900" u="none" cap="none" strike="noStrike">
                <a:solidFill>
                  <a:srgbClr val="000000"/>
                </a:solidFill>
                <a:latin typeface="Helvetica Neue"/>
                <a:ea typeface="Helvetica Neue"/>
                <a:cs typeface="Helvetica Neue"/>
                <a:sym typeface="Helvetica Neue"/>
              </a:rPr>
              <a:t>= (</a:t>
            </a:r>
            <a:r>
              <a:rPr b="0" i="1" lang="en-US" sz="4900" u="none" cap="none" strike="noStrike">
                <a:solidFill>
                  <a:srgbClr val="000000"/>
                </a:solidFill>
                <a:latin typeface="Helvetica Neue"/>
                <a:ea typeface="Helvetica Neue"/>
                <a:cs typeface="Helvetica Neue"/>
                <a:sym typeface="Helvetica Neue"/>
              </a:rPr>
              <a:t>u</a:t>
            </a:r>
            <a:r>
              <a:rPr b="0" baseline="-25000" i="1" lang="en-US" sz="4900" u="none" cap="none" strike="noStrike">
                <a:solidFill>
                  <a:srgbClr val="000000"/>
                </a:solidFill>
                <a:latin typeface="Helvetica Neue"/>
                <a:ea typeface="Helvetica Neue"/>
                <a:cs typeface="Helvetica Neue"/>
                <a:sym typeface="Helvetica Neue"/>
              </a:rPr>
              <a:t>i</a:t>
            </a:r>
            <a:r>
              <a:rPr b="0" baseline="-25000" i="0" lang="en-US" sz="4900" u="none" cap="none" strike="noStrike">
                <a:solidFill>
                  <a:srgbClr val="000000"/>
                </a:solidFill>
                <a:latin typeface="Helvetica Neue"/>
                <a:ea typeface="Helvetica Neue"/>
                <a:cs typeface="Helvetica Neue"/>
                <a:sym typeface="Helvetica Neue"/>
              </a:rPr>
              <a:t>,</a:t>
            </a:r>
            <a:r>
              <a:rPr b="0" baseline="-25000" i="1" lang="en-US" sz="4900" u="none" cap="none" strike="noStrike">
                <a:solidFill>
                  <a:srgbClr val="000000"/>
                </a:solidFill>
                <a:latin typeface="Helvetica Neue"/>
                <a:ea typeface="Helvetica Neue"/>
                <a:cs typeface="Helvetica Neue"/>
                <a:sym typeface="Helvetica Neue"/>
              </a:rPr>
              <a:t>j</a:t>
            </a:r>
            <a:r>
              <a:rPr b="0" i="0" lang="en-US" sz="4900" u="none" cap="none" strike="noStrike">
                <a:solidFill>
                  <a:srgbClr val="000000"/>
                </a:solidFill>
                <a:latin typeface="Helvetica Neue"/>
                <a:ea typeface="Helvetica Neue"/>
                <a:cs typeface="Helvetica Neue"/>
                <a:sym typeface="Helvetica Neue"/>
              </a:rPr>
              <a:t>,</a:t>
            </a:r>
            <a:r>
              <a:rPr b="0" i="1" lang="en-US" sz="4900" u="none" cap="none" strike="noStrike">
                <a:solidFill>
                  <a:srgbClr val="000000"/>
                </a:solidFill>
                <a:latin typeface="Helvetica Neue"/>
                <a:ea typeface="Helvetica Neue"/>
                <a:cs typeface="Helvetica Neue"/>
                <a:sym typeface="Helvetica Neue"/>
              </a:rPr>
              <a:t>v</a:t>
            </a:r>
            <a:r>
              <a:rPr b="0" baseline="-25000" i="1" lang="en-US" sz="4900" u="none" cap="none" strike="noStrike">
                <a:solidFill>
                  <a:srgbClr val="000000"/>
                </a:solidFill>
                <a:latin typeface="Helvetica Neue"/>
                <a:ea typeface="Helvetica Neue"/>
                <a:cs typeface="Helvetica Neue"/>
                <a:sym typeface="Helvetica Neue"/>
              </a:rPr>
              <a:t>i</a:t>
            </a:r>
            <a:r>
              <a:rPr b="0" baseline="-25000" i="0" lang="en-US" sz="4900" u="none" cap="none" strike="noStrike">
                <a:solidFill>
                  <a:srgbClr val="000000"/>
                </a:solidFill>
                <a:latin typeface="Helvetica Neue"/>
                <a:ea typeface="Helvetica Neue"/>
                <a:cs typeface="Helvetica Neue"/>
                <a:sym typeface="Helvetica Neue"/>
              </a:rPr>
              <a:t>,</a:t>
            </a:r>
            <a:r>
              <a:rPr b="0" baseline="-25000" i="1" lang="en-US" sz="4900" u="none" cap="none" strike="noStrike">
                <a:solidFill>
                  <a:srgbClr val="000000"/>
                </a:solidFill>
                <a:latin typeface="Helvetica Neue"/>
                <a:ea typeface="Helvetica Neue"/>
                <a:cs typeface="Helvetica Neue"/>
                <a:sym typeface="Helvetica Neue"/>
              </a:rPr>
              <a:t>j</a:t>
            </a:r>
            <a:r>
              <a:rPr b="0" i="0" lang="en-US" sz="4900" u="none" cap="none" strike="noStrike">
                <a:solidFill>
                  <a:srgbClr val="000000"/>
                </a:solidFill>
                <a:latin typeface="Helvetica Neue"/>
                <a:ea typeface="Helvetica Neue"/>
                <a:cs typeface="Helvetica Neue"/>
                <a:sym typeface="Helvetica Neue"/>
              </a:rPr>
              <a:t>)</a:t>
            </a:r>
            <a:endParaRPr/>
          </a:p>
          <a:p>
            <a:pPr indent="-374650" lvl="0" marL="685800" marR="0" rtl="0" algn="l">
              <a:lnSpc>
                <a:spcPct val="72000"/>
              </a:lnSpc>
              <a:spcBef>
                <a:spcPts val="700"/>
              </a:spcBef>
              <a:spcAft>
                <a:spcPts val="0"/>
              </a:spcAft>
              <a:buClr>
                <a:srgbClr val="000000"/>
              </a:buClr>
              <a:buSzPts val="4900"/>
              <a:buFont typeface="Arial"/>
              <a:buNone/>
            </a:pPr>
            <a:r>
              <a:t/>
            </a:r>
            <a:endParaRPr b="0" i="0" sz="4900" u="none" cap="none" strike="noStrike">
              <a:solidFill>
                <a:srgbClr val="000000"/>
              </a:solidFill>
              <a:latin typeface="Helvetica Neue"/>
              <a:ea typeface="Helvetica Neue"/>
              <a:cs typeface="Helvetica Neue"/>
              <a:sym typeface="Helvetica Neue"/>
            </a:endParaRPr>
          </a:p>
          <a:p>
            <a:pPr indent="-685800" lvl="0" marL="685800" marR="0" rtl="0" algn="l">
              <a:lnSpc>
                <a:spcPct val="72000"/>
              </a:lnSpc>
              <a:spcBef>
                <a:spcPts val="1300"/>
              </a:spcBef>
              <a:spcAft>
                <a:spcPts val="0"/>
              </a:spcAft>
              <a:buClr>
                <a:srgbClr val="000000"/>
              </a:buClr>
              <a:buSzPts val="4900"/>
              <a:buFont typeface="Arial"/>
              <a:buChar char="•"/>
            </a:pPr>
            <a:r>
              <a:rPr b="0" i="0" lang="en-US" sz="4900" u="none" cap="none" strike="noStrike">
                <a:solidFill>
                  <a:srgbClr val="000000"/>
                </a:solidFill>
                <a:latin typeface="Helvetica Neue"/>
                <a:ea typeface="Helvetica Neue"/>
                <a:cs typeface="Helvetica Neue"/>
                <a:sym typeface="Helvetica Neue"/>
              </a:rPr>
              <a:t>Output</a:t>
            </a:r>
            <a:endParaRPr/>
          </a:p>
          <a:p>
            <a:pPr indent="-685800" lvl="1" marL="1143000" marR="0" rtl="0" algn="l">
              <a:lnSpc>
                <a:spcPct val="72000"/>
              </a:lnSpc>
              <a:spcBef>
                <a:spcPts val="1300"/>
              </a:spcBef>
              <a:spcAft>
                <a:spcPts val="0"/>
              </a:spcAft>
              <a:buClr>
                <a:srgbClr val="000000"/>
              </a:buClr>
              <a:buSzPts val="4900"/>
              <a:buFont typeface="Arial"/>
              <a:buChar char="•"/>
            </a:pPr>
            <a:r>
              <a:rPr b="1" i="0" lang="en-US" sz="4900" u="none" cap="none" strike="noStrike">
                <a:solidFill>
                  <a:srgbClr val="000000"/>
                </a:solidFill>
                <a:latin typeface="Helvetica Neue"/>
                <a:ea typeface="Helvetica Neue"/>
                <a:cs typeface="Helvetica Neue"/>
                <a:sym typeface="Helvetica Neue"/>
              </a:rPr>
              <a:t>Structure: </a:t>
            </a:r>
            <a:r>
              <a:rPr b="0" i="0" lang="en-US" sz="4900" u="none" cap="none" strike="noStrike">
                <a:solidFill>
                  <a:srgbClr val="000000"/>
                </a:solidFill>
                <a:latin typeface="Helvetica Neue"/>
                <a:ea typeface="Helvetica Neue"/>
                <a:cs typeface="Helvetica Neue"/>
                <a:sym typeface="Helvetica Neue"/>
              </a:rPr>
              <a:t>3D location </a:t>
            </a:r>
            <a:r>
              <a:rPr b="1" i="0" lang="en-US" sz="4900" u="none" cap="none" strike="noStrike">
                <a:solidFill>
                  <a:srgbClr val="000000"/>
                </a:solidFill>
                <a:latin typeface="Helvetica Neue"/>
                <a:ea typeface="Helvetica Neue"/>
                <a:cs typeface="Helvetica Neue"/>
                <a:sym typeface="Helvetica Neue"/>
              </a:rPr>
              <a:t>x</a:t>
            </a:r>
            <a:r>
              <a:rPr b="0" baseline="-25000" i="1" lang="en-US" sz="4900" u="none" cap="none" strike="noStrike">
                <a:solidFill>
                  <a:srgbClr val="000000"/>
                </a:solidFill>
                <a:latin typeface="Helvetica Neue"/>
                <a:ea typeface="Helvetica Neue"/>
                <a:cs typeface="Helvetica Neue"/>
                <a:sym typeface="Helvetica Neue"/>
              </a:rPr>
              <a:t>i</a:t>
            </a:r>
            <a:r>
              <a:rPr b="0" i="0" lang="en-US" sz="4900" u="none" cap="none" strike="noStrike">
                <a:solidFill>
                  <a:srgbClr val="000000"/>
                </a:solidFill>
                <a:latin typeface="Helvetica Neue"/>
                <a:ea typeface="Helvetica Neue"/>
                <a:cs typeface="Helvetica Neue"/>
                <a:sym typeface="Helvetica Neue"/>
              </a:rPr>
              <a:t> for each point </a:t>
            </a:r>
            <a:r>
              <a:rPr b="0" i="1" lang="en-US" sz="4900" u="none" cap="none" strike="noStrike">
                <a:solidFill>
                  <a:srgbClr val="000000"/>
                </a:solidFill>
                <a:latin typeface="Helvetica Neue"/>
                <a:ea typeface="Helvetica Neue"/>
                <a:cs typeface="Helvetica Neue"/>
                <a:sym typeface="Helvetica Neue"/>
              </a:rPr>
              <a:t>p</a:t>
            </a:r>
            <a:r>
              <a:rPr b="0" baseline="-25000" i="1" lang="en-US" sz="4900" u="none" cap="none" strike="noStrike">
                <a:solidFill>
                  <a:srgbClr val="000000"/>
                </a:solidFill>
                <a:latin typeface="Helvetica Neue"/>
                <a:ea typeface="Helvetica Neue"/>
                <a:cs typeface="Helvetica Neue"/>
                <a:sym typeface="Helvetica Neue"/>
              </a:rPr>
              <a:t>i</a:t>
            </a:r>
            <a:endParaRPr/>
          </a:p>
          <a:p>
            <a:pPr indent="-685800" lvl="1" marL="1143000" marR="0" rtl="0" algn="l">
              <a:lnSpc>
                <a:spcPct val="72000"/>
              </a:lnSpc>
              <a:spcBef>
                <a:spcPts val="1300"/>
              </a:spcBef>
              <a:spcAft>
                <a:spcPts val="0"/>
              </a:spcAft>
              <a:buClr>
                <a:srgbClr val="000000"/>
              </a:buClr>
              <a:buSzPts val="4900"/>
              <a:buFont typeface="Arial"/>
              <a:buChar char="•"/>
            </a:pPr>
            <a:r>
              <a:rPr b="1" i="0" lang="en-US" sz="4900" u="none" cap="none" strike="noStrike">
                <a:solidFill>
                  <a:srgbClr val="000000"/>
                </a:solidFill>
                <a:latin typeface="Helvetica Neue"/>
                <a:ea typeface="Helvetica Neue"/>
                <a:cs typeface="Helvetica Neue"/>
                <a:sym typeface="Helvetica Neue"/>
              </a:rPr>
              <a:t>Motion:</a:t>
            </a:r>
            <a:r>
              <a:rPr b="0" i="0" lang="en-US" sz="4900" u="none" cap="none" strike="noStrike">
                <a:solidFill>
                  <a:srgbClr val="000000"/>
                </a:solidFill>
                <a:latin typeface="Helvetica Neue"/>
                <a:ea typeface="Helvetica Neue"/>
                <a:cs typeface="Helvetica Neue"/>
                <a:sym typeface="Helvetica Neue"/>
              </a:rPr>
              <a:t> camera parameters</a:t>
            </a:r>
            <a:r>
              <a:rPr b="1" i="0" lang="en-US" sz="4900" u="none" cap="none" strike="noStrike">
                <a:solidFill>
                  <a:srgbClr val="000000"/>
                </a:solidFill>
                <a:latin typeface="Helvetica Neue"/>
                <a:ea typeface="Helvetica Neue"/>
                <a:cs typeface="Helvetica Neue"/>
                <a:sym typeface="Helvetica Neue"/>
              </a:rPr>
              <a:t> R</a:t>
            </a:r>
            <a:r>
              <a:rPr b="0" baseline="-25000" i="1" lang="en-US" sz="4900" u="none" cap="none" strike="noStrike">
                <a:solidFill>
                  <a:srgbClr val="000000"/>
                </a:solidFill>
                <a:latin typeface="Helvetica Neue"/>
                <a:ea typeface="Helvetica Neue"/>
                <a:cs typeface="Helvetica Neue"/>
                <a:sym typeface="Helvetica Neue"/>
              </a:rPr>
              <a:t>j </a:t>
            </a:r>
            <a:r>
              <a:rPr b="0" i="0" lang="en-US" sz="4900" u="none" cap="none" strike="noStrike">
                <a:solidFill>
                  <a:srgbClr val="000000"/>
                </a:solidFill>
                <a:latin typeface="Helvetica Neue"/>
                <a:ea typeface="Helvetica Neue"/>
                <a:cs typeface="Helvetica Neue"/>
                <a:sym typeface="Helvetica Neue"/>
              </a:rPr>
              <a:t>,</a:t>
            </a:r>
            <a:r>
              <a:rPr b="0" i="1" lang="en-US" sz="4900" u="none" cap="none" strike="noStrike">
                <a:solidFill>
                  <a:srgbClr val="000000"/>
                </a:solidFill>
                <a:latin typeface="Helvetica Neue"/>
                <a:ea typeface="Helvetica Neue"/>
                <a:cs typeface="Helvetica Neue"/>
                <a:sym typeface="Helvetica Neue"/>
              </a:rPr>
              <a:t> </a:t>
            </a:r>
            <a:r>
              <a:rPr b="1" i="0" lang="en-US" sz="4900" u="none" cap="none" strike="noStrike">
                <a:solidFill>
                  <a:srgbClr val="000000"/>
                </a:solidFill>
                <a:latin typeface="Helvetica Neue"/>
                <a:ea typeface="Helvetica Neue"/>
                <a:cs typeface="Helvetica Neue"/>
                <a:sym typeface="Helvetica Neue"/>
              </a:rPr>
              <a:t>t</a:t>
            </a:r>
            <a:r>
              <a:rPr b="0" baseline="-25000" i="1" lang="en-US" sz="4900" u="none" cap="none" strike="noStrike">
                <a:solidFill>
                  <a:srgbClr val="000000"/>
                </a:solidFill>
                <a:latin typeface="Helvetica Neue"/>
                <a:ea typeface="Helvetica Neue"/>
                <a:cs typeface="Helvetica Neue"/>
                <a:sym typeface="Helvetica Neue"/>
              </a:rPr>
              <a:t>j</a:t>
            </a:r>
            <a:r>
              <a:rPr b="0" i="0" lang="en-US" sz="4900" u="none" cap="none" strike="noStrike">
                <a:solidFill>
                  <a:srgbClr val="000000"/>
                </a:solidFill>
                <a:latin typeface="Helvetica Neue"/>
                <a:ea typeface="Helvetica Neue"/>
                <a:cs typeface="Helvetica Neue"/>
                <a:sym typeface="Helvetica Neue"/>
              </a:rPr>
              <a:t> possibly </a:t>
            </a:r>
            <a:r>
              <a:rPr b="1" i="0" lang="en-US" sz="4900" u="none" cap="none" strike="noStrike">
                <a:solidFill>
                  <a:srgbClr val="000000"/>
                </a:solidFill>
                <a:latin typeface="Helvetica Neue"/>
                <a:ea typeface="Helvetica Neue"/>
                <a:cs typeface="Helvetica Neue"/>
                <a:sym typeface="Helvetica Neue"/>
              </a:rPr>
              <a:t>K</a:t>
            </a:r>
            <a:r>
              <a:rPr b="0" baseline="-25000" i="1" lang="en-US" sz="4900" u="none" cap="none" strike="noStrike">
                <a:solidFill>
                  <a:srgbClr val="000000"/>
                </a:solidFill>
                <a:latin typeface="Helvetica Neue"/>
                <a:ea typeface="Helvetica Neue"/>
                <a:cs typeface="Helvetica Neue"/>
                <a:sym typeface="Helvetica Neue"/>
              </a:rPr>
              <a:t>j</a:t>
            </a:r>
            <a:endParaRPr b="1" baseline="-25000" i="1" sz="3000" u="none" cap="none" strike="noStrike">
              <a:solidFill>
                <a:srgbClr val="000000"/>
              </a:solidFill>
              <a:latin typeface="Helvetica Neue"/>
              <a:ea typeface="Helvetica Neue"/>
              <a:cs typeface="Helvetica Neue"/>
              <a:sym typeface="Helvetica Neue"/>
            </a:endParaRPr>
          </a:p>
          <a:p>
            <a:pPr indent="-495300" lvl="1" marL="1143000" marR="0" rtl="0" algn="l">
              <a:lnSpc>
                <a:spcPct val="72000"/>
              </a:lnSpc>
              <a:spcBef>
                <a:spcPts val="700"/>
              </a:spcBef>
              <a:spcAft>
                <a:spcPts val="0"/>
              </a:spcAft>
              <a:buClr>
                <a:srgbClr val="000000"/>
              </a:buClr>
              <a:buSzPts val="3000"/>
              <a:buFont typeface="Arial"/>
              <a:buNone/>
            </a:pPr>
            <a:r>
              <a:t/>
            </a:r>
            <a:endParaRPr b="1" baseline="-25000" i="1" sz="3000" u="none" cap="none" strike="noStrike">
              <a:solidFill>
                <a:srgbClr val="000000"/>
              </a:solidFill>
              <a:latin typeface="Helvetica Neue"/>
              <a:ea typeface="Helvetica Neue"/>
              <a:cs typeface="Helvetica Neue"/>
              <a:sym typeface="Helvetica Neue"/>
            </a:endParaRPr>
          </a:p>
          <a:p>
            <a:pPr indent="-685800" lvl="0" marL="685800" marR="0" rtl="0" algn="l">
              <a:lnSpc>
                <a:spcPct val="72000"/>
              </a:lnSpc>
              <a:spcBef>
                <a:spcPts val="1300"/>
              </a:spcBef>
              <a:spcAft>
                <a:spcPts val="0"/>
              </a:spcAft>
              <a:buClr>
                <a:srgbClr val="000000"/>
              </a:buClr>
              <a:buSzPts val="4900"/>
              <a:buFont typeface="Arial"/>
              <a:buChar char="•"/>
            </a:pPr>
            <a:r>
              <a:rPr b="0" i="0" lang="en-US" sz="4900" u="none" cap="none" strike="noStrike">
                <a:solidFill>
                  <a:srgbClr val="000000"/>
                </a:solidFill>
                <a:latin typeface="Helvetica Neue"/>
                <a:ea typeface="Helvetica Neue"/>
                <a:cs typeface="Helvetica Neue"/>
                <a:sym typeface="Helvetica Neue"/>
              </a:rPr>
              <a:t>Objective function: minimize reprojection error</a:t>
            </a:r>
            <a:endParaRPr/>
          </a:p>
        </p:txBody>
      </p:sp>
      <p:pic>
        <p:nvPicPr>
          <p:cNvPr descr="C:\snavely\demos\PhotoTourism\data\Temple\Temple1.png" id="1951" name="Google Shape;1951;p90"/>
          <p:cNvPicPr preferRelativeResize="0"/>
          <p:nvPr/>
        </p:nvPicPr>
        <p:blipFill rotWithShape="1">
          <a:blip r:embed="rId3">
            <a:alphaModFix/>
          </a:blip>
          <a:srcRect b="24906" l="7080" r="7079" t="0"/>
          <a:stretch/>
        </p:blipFill>
        <p:spPr>
          <a:xfrm>
            <a:off x="9906000" y="2803525"/>
            <a:ext cx="5543551" cy="3444875"/>
          </a:xfrm>
          <a:prstGeom prst="rect">
            <a:avLst/>
          </a:prstGeom>
          <a:noFill/>
          <a:ln>
            <a:noFill/>
          </a:ln>
        </p:spPr>
      </p:pic>
      <p:pic>
        <p:nvPicPr>
          <p:cNvPr descr="C:\snavely\demos\PhotoTourism\data\Temple\Temple2.png" id="1952" name="Google Shape;1952;p90"/>
          <p:cNvPicPr preferRelativeResize="0"/>
          <p:nvPr/>
        </p:nvPicPr>
        <p:blipFill rotWithShape="1">
          <a:blip r:embed="rId4">
            <a:alphaModFix/>
          </a:blip>
          <a:srcRect b="0" l="10625" r="10624" t="0"/>
          <a:stretch/>
        </p:blipFill>
        <p:spPr>
          <a:xfrm>
            <a:off x="15979776" y="2133600"/>
            <a:ext cx="4899024" cy="4419600"/>
          </a:xfrm>
          <a:prstGeom prst="rect">
            <a:avLst/>
          </a:prstGeom>
          <a:noFill/>
          <a:ln>
            <a:noFill/>
          </a:ln>
        </p:spPr>
      </p:pic>
      <p:sp>
        <p:nvSpPr>
          <p:cNvPr id="1953" name="Google Shape;1953;p90"/>
          <p:cNvSpPr txBox="1"/>
          <p:nvPr/>
        </p:nvSpPr>
        <p:spPr>
          <a:xfrm>
            <a:off x="10515600" y="6096000"/>
            <a:ext cx="4125313"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Reconstruction (side)</a:t>
            </a:r>
            <a:endParaRPr/>
          </a:p>
        </p:txBody>
      </p:sp>
      <p:sp>
        <p:nvSpPr>
          <p:cNvPr id="1954" name="Google Shape;1954;p90"/>
          <p:cNvSpPr txBox="1"/>
          <p:nvPr/>
        </p:nvSpPr>
        <p:spPr>
          <a:xfrm>
            <a:off x="17900650" y="6350000"/>
            <a:ext cx="1102837"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(top)</a:t>
            </a:r>
            <a:endParaRPr/>
          </a:p>
        </p:txBody>
      </p:sp>
      <p:grpSp>
        <p:nvGrpSpPr>
          <p:cNvPr id="1955" name="Google Shape;1955;p90"/>
          <p:cNvGrpSpPr/>
          <p:nvPr/>
        </p:nvGrpSpPr>
        <p:grpSpPr>
          <a:xfrm>
            <a:off x="5638798" y="2895598"/>
            <a:ext cx="3191222" cy="3631828"/>
            <a:chOff x="-1" y="-1"/>
            <a:chExt cx="3191221" cy="3631827"/>
          </a:xfrm>
        </p:grpSpPr>
        <p:pic>
          <p:nvPicPr>
            <p:cNvPr descr="C:\snavely\work\teaching\09Fa-CS6610\lectures\lec11\templeSparseRing\templeSR0001.png" id="1956" name="Google Shape;1956;p90"/>
            <p:cNvPicPr preferRelativeResize="0"/>
            <p:nvPr/>
          </p:nvPicPr>
          <p:blipFill rotWithShape="1">
            <a:blip r:embed="rId5">
              <a:alphaModFix/>
            </a:blip>
            <a:srcRect b="0" l="0" r="0" t="0"/>
            <a:stretch/>
          </p:blipFill>
          <p:spPr>
            <a:xfrm>
              <a:off x="-1" y="-1"/>
              <a:ext cx="1320442" cy="1761047"/>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2.png" id="1957" name="Google Shape;1957;p90"/>
            <p:cNvPicPr preferRelativeResize="0"/>
            <p:nvPr/>
          </p:nvPicPr>
          <p:blipFill rotWithShape="1">
            <a:blip r:embed="rId6">
              <a:alphaModFix/>
            </a:blip>
            <a:srcRect b="0" l="0" r="0" t="0"/>
            <a:stretch/>
          </p:blipFill>
          <p:spPr>
            <a:xfrm>
              <a:off x="467694" y="467695"/>
              <a:ext cx="1320442" cy="1761046"/>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3.png" id="1958" name="Google Shape;1958;p90"/>
            <p:cNvPicPr preferRelativeResize="0"/>
            <p:nvPr/>
          </p:nvPicPr>
          <p:blipFill rotWithShape="1">
            <a:blip r:embed="rId7">
              <a:alphaModFix/>
            </a:blip>
            <a:srcRect b="0" l="0" r="0" t="0"/>
            <a:stretch/>
          </p:blipFill>
          <p:spPr>
            <a:xfrm>
              <a:off x="935389" y="935390"/>
              <a:ext cx="1320442" cy="1761046"/>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4.png" id="1959" name="Google Shape;1959;p90"/>
            <p:cNvPicPr preferRelativeResize="0"/>
            <p:nvPr/>
          </p:nvPicPr>
          <p:blipFill rotWithShape="1">
            <a:blip r:embed="rId8">
              <a:alphaModFix/>
            </a:blip>
            <a:srcRect b="0" l="0" r="0" t="0"/>
            <a:stretch/>
          </p:blipFill>
          <p:spPr>
            <a:xfrm>
              <a:off x="1403084" y="1403085"/>
              <a:ext cx="1320442" cy="1761046"/>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5.png" id="1960" name="Google Shape;1960;p90"/>
            <p:cNvPicPr preferRelativeResize="0"/>
            <p:nvPr/>
          </p:nvPicPr>
          <p:blipFill rotWithShape="1">
            <a:blip r:embed="rId9">
              <a:alphaModFix/>
            </a:blip>
            <a:srcRect b="0" l="0" r="0" t="0"/>
            <a:stretch/>
          </p:blipFill>
          <p:spPr>
            <a:xfrm>
              <a:off x="1870779" y="1870780"/>
              <a:ext cx="1320441" cy="1761046"/>
            </a:xfrm>
            <a:prstGeom prst="rect">
              <a:avLst/>
            </a:prstGeom>
            <a:noFill/>
            <a:ln>
              <a:noFill/>
            </a:ln>
            <a:effectLst>
              <a:outerShdw blurRad="203200" rotWithShape="0" dir="8100000" dist="152400">
                <a:srgbClr val="000000">
                  <a:alpha val="40000"/>
                </a:srgbClr>
              </a:outerShdw>
            </a:effectLst>
          </p:spPr>
        </p:pic>
      </p:grpSp>
      <p:sp>
        <p:nvSpPr>
          <p:cNvPr id="1961" name="Google Shape;1961;p90"/>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962" name="Google Shape;1962;p90"/>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500"/>
                                        <p:tgtEl>
                                          <p:spTgt spid="19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53"/>
                                        </p:tgtEl>
                                        <p:attrNameLst>
                                          <p:attrName>style.visibility</p:attrName>
                                        </p:attrNameLst>
                                      </p:cBhvr>
                                      <p:to>
                                        <p:strVal val="visible"/>
                                      </p:to>
                                    </p:set>
                                    <p:animEffect filter="fade" transition="in">
                                      <p:cBhvr>
                                        <p:cTn dur="500"/>
                                        <p:tgtEl>
                                          <p:spTgt spid="19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1"/>
                                        </p:tgtEl>
                                        <p:attrNameLst>
                                          <p:attrName>style.visibility</p:attrName>
                                        </p:attrNameLst>
                                      </p:cBhvr>
                                      <p:to>
                                        <p:strVal val="visible"/>
                                      </p:to>
                                    </p:set>
                                    <p:animEffect filter="fade" transition="in">
                                      <p:cBhvr>
                                        <p:cTn dur="500"/>
                                        <p:tgtEl>
                                          <p:spTgt spid="195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6" name="Shape 1966"/>
        <p:cNvGrpSpPr/>
        <p:nvPr/>
      </p:nvGrpSpPr>
      <p:grpSpPr>
        <a:xfrm>
          <a:off x="0" y="0"/>
          <a:ext cx="0" cy="0"/>
          <a:chOff x="0" y="0"/>
          <a:chExt cx="0" cy="0"/>
        </a:xfrm>
      </p:grpSpPr>
      <p:sp>
        <p:nvSpPr>
          <p:cNvPr id="1967" name="Google Shape;1967;p9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448"/>
              <a:buFont typeface="Helvetica Neue"/>
              <a:buNone/>
            </a:pPr>
            <a:r>
              <a:rPr lang="en-US" sz="8448">
                <a:latin typeface="Helvetica Neue"/>
                <a:ea typeface="Helvetica Neue"/>
                <a:cs typeface="Helvetica Neue"/>
                <a:sym typeface="Helvetica Neue"/>
              </a:rPr>
              <a:t>Camera calibration &amp; triangulation</a:t>
            </a:r>
            <a:endParaRPr/>
          </a:p>
        </p:txBody>
      </p:sp>
      <p:sp>
        <p:nvSpPr>
          <p:cNvPr id="1968" name="Google Shape;1968;p91"/>
          <p:cNvSpPr txBox="1"/>
          <p:nvPr>
            <p:ph idx="1" type="body"/>
          </p:nvPr>
        </p:nvSpPr>
        <p:spPr>
          <a:xfrm>
            <a:off x="449650" y="3378200"/>
            <a:ext cx="23880000" cy="9051900"/>
          </a:xfrm>
          <a:prstGeom prst="rect">
            <a:avLst/>
          </a:prstGeom>
          <a:noFill/>
          <a:ln>
            <a:noFill/>
          </a:ln>
        </p:spPr>
        <p:txBody>
          <a:bodyPr anchorCtr="0" anchor="t" bIns="91425" lIns="91425" spcFirstLastPara="1" rIns="91425" wrap="square" tIns="91425">
            <a:normAutofit/>
          </a:bodyPr>
          <a:lstStyle/>
          <a:p>
            <a:pPr indent="-576071" lvl="0" marL="576071" rtl="0" algn="l">
              <a:lnSpc>
                <a:spcPct val="90000"/>
              </a:lnSpc>
              <a:spcBef>
                <a:spcPts val="0"/>
              </a:spcBef>
              <a:spcAft>
                <a:spcPts val="0"/>
              </a:spcAft>
              <a:buClr>
                <a:srgbClr val="000000"/>
              </a:buClr>
              <a:buSzPts val="5376"/>
              <a:buChar char="•"/>
            </a:pPr>
            <a:r>
              <a:rPr lang="en-US" sz="5376">
                <a:latin typeface="Helvetica Neue"/>
                <a:ea typeface="Helvetica Neue"/>
                <a:cs typeface="Helvetica Neue"/>
                <a:sym typeface="Helvetica Neue"/>
              </a:rPr>
              <a:t>Suppose we know 3D points</a:t>
            </a:r>
            <a:endParaRPr/>
          </a:p>
          <a:p>
            <a:pPr indent="-480059" lvl="1" marL="864108" rtl="0" algn="l">
              <a:lnSpc>
                <a:spcPct val="90000"/>
              </a:lnSpc>
              <a:spcBef>
                <a:spcPts val="1100"/>
              </a:spcBef>
              <a:spcAft>
                <a:spcPts val="0"/>
              </a:spcAft>
              <a:buClr>
                <a:srgbClr val="000000"/>
              </a:buClr>
              <a:buSzPts val="4703"/>
              <a:buChar char="–"/>
            </a:pPr>
            <a:r>
              <a:rPr lang="en-US" sz="4703">
                <a:latin typeface="Helvetica Neue Light"/>
                <a:ea typeface="Helvetica Neue Light"/>
                <a:cs typeface="Helvetica Neue Light"/>
                <a:sym typeface="Helvetica Neue Light"/>
              </a:rPr>
              <a:t>And have matches between these points and an image</a:t>
            </a:r>
            <a:endParaRPr/>
          </a:p>
          <a:p>
            <a:pPr indent="-480059" lvl="1" marL="864108" rtl="0" algn="l">
              <a:lnSpc>
                <a:spcPct val="90000"/>
              </a:lnSpc>
              <a:spcBef>
                <a:spcPts val="1100"/>
              </a:spcBef>
              <a:spcAft>
                <a:spcPts val="0"/>
              </a:spcAft>
              <a:buClr>
                <a:srgbClr val="000000"/>
              </a:buClr>
              <a:buSzPts val="4703"/>
              <a:buChar char="–"/>
            </a:pPr>
            <a:r>
              <a:rPr lang="en-US" sz="4703">
                <a:latin typeface="Helvetica Neue Light"/>
                <a:ea typeface="Helvetica Neue Light"/>
                <a:cs typeface="Helvetica Neue Light"/>
                <a:sym typeface="Helvetica Neue Light"/>
              </a:rPr>
              <a:t>Computing camera parameters similar to homography estimation</a:t>
            </a:r>
            <a:endParaRPr/>
          </a:p>
          <a:p>
            <a:pPr indent="-181418" lvl="1" marL="864108" rtl="0" algn="l">
              <a:lnSpc>
                <a:spcPct val="90000"/>
              </a:lnSpc>
              <a:spcBef>
                <a:spcPts val="1100"/>
              </a:spcBef>
              <a:spcAft>
                <a:spcPts val="0"/>
              </a:spcAft>
              <a:buClr>
                <a:srgbClr val="000000"/>
              </a:buClr>
              <a:buSzPts val="4703"/>
              <a:buNone/>
            </a:pPr>
            <a:r>
              <a:t/>
            </a:r>
            <a:endParaRPr sz="4703">
              <a:latin typeface="Helvetica Neue Light"/>
              <a:ea typeface="Helvetica Neue Light"/>
              <a:cs typeface="Helvetica Neue Light"/>
              <a:sym typeface="Helvetica Neue Light"/>
            </a:endParaRPr>
          </a:p>
          <a:p>
            <a:pPr indent="-576071" lvl="0" marL="576071" rtl="0" algn="l">
              <a:lnSpc>
                <a:spcPct val="90000"/>
              </a:lnSpc>
              <a:spcBef>
                <a:spcPts val="1200"/>
              </a:spcBef>
              <a:spcAft>
                <a:spcPts val="0"/>
              </a:spcAft>
              <a:buClr>
                <a:srgbClr val="000000"/>
              </a:buClr>
              <a:buSzPts val="5376"/>
              <a:buChar char="•"/>
            </a:pPr>
            <a:r>
              <a:rPr lang="en-US" sz="5376">
                <a:latin typeface="Helvetica Neue"/>
                <a:ea typeface="Helvetica Neue"/>
                <a:cs typeface="Helvetica Neue"/>
                <a:sym typeface="Helvetica Neue"/>
              </a:rPr>
              <a:t>Suppose we have know camera parameters, each of which observes a point</a:t>
            </a:r>
            <a:endParaRPr/>
          </a:p>
          <a:p>
            <a:pPr indent="-480059" lvl="1" marL="864108" rtl="0" algn="l">
              <a:lnSpc>
                <a:spcPct val="90000"/>
              </a:lnSpc>
              <a:spcBef>
                <a:spcPts val="1100"/>
              </a:spcBef>
              <a:spcAft>
                <a:spcPts val="0"/>
              </a:spcAft>
              <a:buClr>
                <a:srgbClr val="000000"/>
              </a:buClr>
              <a:buSzPts val="4703"/>
              <a:buChar char="–"/>
            </a:pPr>
            <a:r>
              <a:rPr lang="en-US" sz="4703">
                <a:latin typeface="Helvetica Neue Light"/>
                <a:ea typeface="Helvetica Neue Light"/>
                <a:cs typeface="Helvetica Neue Light"/>
                <a:sym typeface="Helvetica Neue Light"/>
              </a:rPr>
              <a:t>We can solve for the 3D location</a:t>
            </a:r>
            <a:endParaRPr/>
          </a:p>
          <a:p>
            <a:pPr indent="-181418" lvl="1" marL="864108" rtl="0" algn="l">
              <a:lnSpc>
                <a:spcPct val="90000"/>
              </a:lnSpc>
              <a:spcBef>
                <a:spcPts val="1100"/>
              </a:spcBef>
              <a:spcAft>
                <a:spcPts val="0"/>
              </a:spcAft>
              <a:buClr>
                <a:srgbClr val="000000"/>
              </a:buClr>
              <a:buSzPts val="4703"/>
              <a:buNone/>
            </a:pPr>
            <a:r>
              <a:t/>
            </a:r>
            <a:endParaRPr sz="4703">
              <a:latin typeface="Helvetica Neue Light"/>
              <a:ea typeface="Helvetica Neue Light"/>
              <a:cs typeface="Helvetica Neue Light"/>
              <a:sym typeface="Helvetica Neue Light"/>
            </a:endParaRPr>
          </a:p>
          <a:p>
            <a:pPr indent="-480059" lvl="0" marL="480059" rtl="0" algn="l">
              <a:lnSpc>
                <a:spcPct val="90000"/>
              </a:lnSpc>
              <a:spcBef>
                <a:spcPts val="1100"/>
              </a:spcBef>
              <a:spcAft>
                <a:spcPts val="0"/>
              </a:spcAft>
              <a:buClr>
                <a:srgbClr val="000000"/>
              </a:buClr>
              <a:buSzPts val="5376"/>
              <a:buChar char="•"/>
            </a:pPr>
            <a:r>
              <a:rPr lang="en-US" sz="5376">
                <a:latin typeface="Helvetica Neue Light"/>
                <a:ea typeface="Helvetica Neue Light"/>
                <a:cs typeface="Helvetica Neue Light"/>
                <a:sym typeface="Helvetica Neue Light"/>
              </a:rPr>
              <a:t>Seems like a chicken-and-egg problem, but in SfM we can solve both at once</a:t>
            </a:r>
            <a:endParaRPr/>
          </a:p>
        </p:txBody>
      </p:sp>
      <p:sp>
        <p:nvSpPr>
          <p:cNvPr id="1969" name="Google Shape;1969;p91"/>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970" name="Google Shape;1970;p91"/>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4" name="Shape 1974"/>
        <p:cNvGrpSpPr/>
        <p:nvPr/>
      </p:nvGrpSpPr>
      <p:grpSpPr>
        <a:xfrm>
          <a:off x="0" y="0"/>
          <a:ext cx="0" cy="0"/>
          <a:chOff x="0" y="0"/>
          <a:chExt cx="0" cy="0"/>
        </a:xfrm>
      </p:grpSpPr>
      <p:pic>
        <p:nvPicPr>
          <p:cNvPr descr="Image" id="1975" name="Google Shape;1975;p103"/>
          <p:cNvPicPr preferRelativeResize="0"/>
          <p:nvPr/>
        </p:nvPicPr>
        <p:blipFill rotWithShape="1">
          <a:blip r:embed="rId3">
            <a:alphaModFix/>
          </a:blip>
          <a:srcRect b="0" l="0" r="0" t="0"/>
          <a:stretch/>
        </p:blipFill>
        <p:spPr>
          <a:xfrm>
            <a:off x="16119478" y="8458201"/>
            <a:ext cx="1879601" cy="1981201"/>
          </a:xfrm>
          <a:prstGeom prst="rect">
            <a:avLst/>
          </a:prstGeom>
          <a:noFill/>
          <a:ln>
            <a:noFill/>
          </a:ln>
        </p:spPr>
      </p:pic>
      <p:pic>
        <p:nvPicPr>
          <p:cNvPr descr="Image" id="1976" name="Google Shape;1976;p103"/>
          <p:cNvPicPr preferRelativeResize="0"/>
          <p:nvPr/>
        </p:nvPicPr>
        <p:blipFill rotWithShape="1">
          <a:blip r:embed="rId4">
            <a:alphaModFix/>
          </a:blip>
          <a:srcRect b="0" l="0" r="0" t="0"/>
          <a:stretch/>
        </p:blipFill>
        <p:spPr>
          <a:xfrm>
            <a:off x="11076496" y="9193212"/>
            <a:ext cx="2057401" cy="1879601"/>
          </a:xfrm>
          <a:prstGeom prst="rect">
            <a:avLst/>
          </a:prstGeom>
          <a:noFill/>
          <a:ln>
            <a:noFill/>
          </a:ln>
        </p:spPr>
      </p:pic>
      <p:pic>
        <p:nvPicPr>
          <p:cNvPr descr="Image" id="1977" name="Google Shape;1977;p103"/>
          <p:cNvPicPr preferRelativeResize="0"/>
          <p:nvPr/>
        </p:nvPicPr>
        <p:blipFill rotWithShape="1">
          <a:blip r:embed="rId5">
            <a:alphaModFix/>
          </a:blip>
          <a:srcRect b="0" l="0" r="0" t="0"/>
          <a:stretch/>
        </p:blipFill>
        <p:spPr>
          <a:xfrm>
            <a:off x="5972174" y="8310564"/>
            <a:ext cx="1930401" cy="1676401"/>
          </a:xfrm>
          <a:prstGeom prst="rect">
            <a:avLst/>
          </a:prstGeom>
          <a:noFill/>
          <a:ln>
            <a:noFill/>
          </a:ln>
        </p:spPr>
      </p:pic>
      <p:pic>
        <p:nvPicPr>
          <p:cNvPr descr="Image" id="1978" name="Google Shape;1978;p103"/>
          <p:cNvPicPr preferRelativeResize="0"/>
          <p:nvPr/>
        </p:nvPicPr>
        <p:blipFill rotWithShape="1">
          <a:blip r:embed="rId6">
            <a:alphaModFix/>
          </a:blip>
          <a:srcRect b="0" l="0" r="0" t="0"/>
          <a:stretch/>
        </p:blipFill>
        <p:spPr>
          <a:xfrm>
            <a:off x="9705976" y="3614737"/>
            <a:ext cx="4292601" cy="3911601"/>
          </a:xfrm>
          <a:prstGeom prst="rect">
            <a:avLst/>
          </a:prstGeom>
          <a:noFill/>
          <a:ln>
            <a:noFill/>
          </a:ln>
        </p:spPr>
      </p:pic>
      <p:sp>
        <p:nvSpPr>
          <p:cNvPr id="1979" name="Google Shape;1979;p10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Structure from motion</a:t>
            </a:r>
            <a:endParaRPr/>
          </a:p>
        </p:txBody>
      </p:sp>
      <p:sp>
        <p:nvSpPr>
          <p:cNvPr id="1980" name="Google Shape;1980;p103"/>
          <p:cNvSpPr/>
          <p:nvPr/>
        </p:nvSpPr>
        <p:spPr>
          <a:xfrm rot="5400000">
            <a:off x="4783139" y="7418389"/>
            <a:ext cx="3962401" cy="3451222"/>
          </a:xfrm>
          <a:custGeom>
            <a:rect b="b" l="l" r="r" t="t"/>
            <a:pathLst>
              <a:path extrusionOk="0" h="21600" w="21600">
                <a:moveTo>
                  <a:pt x="0" y="21600"/>
                </a:moveTo>
                <a:lnTo>
                  <a:pt x="5400" y="0"/>
                </a:lnTo>
                <a:lnTo>
                  <a:pt x="21600" y="0"/>
                </a:lnTo>
                <a:lnTo>
                  <a:pt x="16200" y="21600"/>
                </a:lnTo>
                <a:close/>
              </a:path>
            </a:pathLst>
          </a:custGeom>
          <a:noFill/>
          <a:ln cap="flat" cmpd="sng" w="508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981" name="Google Shape;1981;p103"/>
          <p:cNvSpPr/>
          <p:nvPr/>
        </p:nvSpPr>
        <p:spPr>
          <a:xfrm flipH="1" rot="-5400000">
            <a:off x="15149514" y="7802561"/>
            <a:ext cx="3962401" cy="3451227"/>
          </a:xfrm>
          <a:custGeom>
            <a:rect b="b" l="l" r="r" t="t"/>
            <a:pathLst>
              <a:path extrusionOk="0" h="21600" w="21600">
                <a:moveTo>
                  <a:pt x="0" y="21600"/>
                </a:moveTo>
                <a:lnTo>
                  <a:pt x="5400" y="0"/>
                </a:lnTo>
                <a:lnTo>
                  <a:pt x="21600" y="0"/>
                </a:lnTo>
                <a:lnTo>
                  <a:pt x="16200" y="21600"/>
                </a:lnTo>
                <a:close/>
              </a:path>
            </a:pathLst>
          </a:custGeom>
          <a:noFill/>
          <a:ln cap="flat" cmpd="sng" w="508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982" name="Google Shape;1982;p103"/>
          <p:cNvSpPr/>
          <p:nvPr/>
        </p:nvSpPr>
        <p:spPr>
          <a:xfrm>
            <a:off x="10175875" y="8686800"/>
            <a:ext cx="4089401" cy="2940050"/>
          </a:xfrm>
          <a:prstGeom prst="rect">
            <a:avLst/>
          </a:prstGeom>
          <a:noFill/>
          <a:ln cap="flat" cmpd="sng" w="508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1983" name="Google Shape;1983;p103"/>
          <p:cNvCxnSpPr/>
          <p:nvPr/>
        </p:nvCxnSpPr>
        <p:spPr>
          <a:xfrm flipH="1">
            <a:off x="3971925" y="7162799"/>
            <a:ext cx="1066801" cy="4114802"/>
          </a:xfrm>
          <a:prstGeom prst="straightConnector1">
            <a:avLst/>
          </a:prstGeom>
          <a:noFill/>
          <a:ln cap="flat" cmpd="sng" w="12700">
            <a:solidFill>
              <a:srgbClr val="000000"/>
            </a:solidFill>
            <a:prstDash val="solid"/>
            <a:round/>
            <a:headEnd len="sm" w="sm" type="none"/>
            <a:tailEnd len="sm" w="sm" type="none"/>
          </a:ln>
        </p:spPr>
      </p:cxnSp>
      <p:cxnSp>
        <p:nvCxnSpPr>
          <p:cNvPr id="1984" name="Google Shape;1984;p103"/>
          <p:cNvCxnSpPr/>
          <p:nvPr/>
        </p:nvCxnSpPr>
        <p:spPr>
          <a:xfrm flipH="1">
            <a:off x="3971926" y="10058400"/>
            <a:ext cx="1066801" cy="1219200"/>
          </a:xfrm>
          <a:prstGeom prst="straightConnector1">
            <a:avLst/>
          </a:prstGeom>
          <a:noFill/>
          <a:ln cap="flat" cmpd="sng" w="12700">
            <a:solidFill>
              <a:srgbClr val="000000"/>
            </a:solidFill>
            <a:prstDash val="solid"/>
            <a:round/>
            <a:headEnd len="sm" w="sm" type="none"/>
            <a:tailEnd len="sm" w="sm" type="none"/>
          </a:ln>
        </p:spPr>
      </p:cxnSp>
      <p:cxnSp>
        <p:nvCxnSpPr>
          <p:cNvPr id="1985" name="Google Shape;1985;p103"/>
          <p:cNvCxnSpPr/>
          <p:nvPr/>
        </p:nvCxnSpPr>
        <p:spPr>
          <a:xfrm flipH="1">
            <a:off x="3971925" y="8162925"/>
            <a:ext cx="4540252" cy="3114675"/>
          </a:xfrm>
          <a:prstGeom prst="straightConnector1">
            <a:avLst/>
          </a:prstGeom>
          <a:noFill/>
          <a:ln cap="flat" cmpd="sng" w="12700">
            <a:solidFill>
              <a:srgbClr val="000000"/>
            </a:solidFill>
            <a:prstDash val="solid"/>
            <a:round/>
            <a:headEnd len="sm" w="sm" type="none"/>
            <a:tailEnd len="sm" w="sm" type="none"/>
          </a:ln>
        </p:spPr>
      </p:cxnSp>
      <p:cxnSp>
        <p:nvCxnSpPr>
          <p:cNvPr id="1986" name="Google Shape;1986;p103"/>
          <p:cNvCxnSpPr/>
          <p:nvPr/>
        </p:nvCxnSpPr>
        <p:spPr>
          <a:xfrm flipH="1">
            <a:off x="3971926" y="11125200"/>
            <a:ext cx="4419601" cy="152400"/>
          </a:xfrm>
          <a:prstGeom prst="straightConnector1">
            <a:avLst/>
          </a:prstGeom>
          <a:noFill/>
          <a:ln cap="flat" cmpd="sng" w="12700">
            <a:solidFill>
              <a:srgbClr val="000000"/>
            </a:solidFill>
            <a:prstDash val="solid"/>
            <a:round/>
            <a:headEnd len="sm" w="sm" type="none"/>
            <a:tailEnd len="sm" w="sm" type="none"/>
          </a:ln>
        </p:spPr>
      </p:cxnSp>
      <p:cxnSp>
        <p:nvCxnSpPr>
          <p:cNvPr id="1987" name="Google Shape;1987;p103"/>
          <p:cNvCxnSpPr/>
          <p:nvPr/>
        </p:nvCxnSpPr>
        <p:spPr>
          <a:xfrm>
            <a:off x="10150475" y="8693150"/>
            <a:ext cx="1981201" cy="4260850"/>
          </a:xfrm>
          <a:prstGeom prst="straightConnector1">
            <a:avLst/>
          </a:prstGeom>
          <a:noFill/>
          <a:ln cap="flat" cmpd="sng" w="12700">
            <a:solidFill>
              <a:srgbClr val="000000"/>
            </a:solidFill>
            <a:prstDash val="solid"/>
            <a:round/>
            <a:headEnd len="sm" w="sm" type="none"/>
            <a:tailEnd len="sm" w="sm" type="none"/>
          </a:ln>
        </p:spPr>
      </p:cxnSp>
      <p:cxnSp>
        <p:nvCxnSpPr>
          <p:cNvPr id="1988" name="Google Shape;1988;p103"/>
          <p:cNvCxnSpPr/>
          <p:nvPr/>
        </p:nvCxnSpPr>
        <p:spPr>
          <a:xfrm flipH="1">
            <a:off x="12131675" y="8731249"/>
            <a:ext cx="2133601" cy="4222752"/>
          </a:xfrm>
          <a:prstGeom prst="straightConnector1">
            <a:avLst/>
          </a:prstGeom>
          <a:noFill/>
          <a:ln cap="flat" cmpd="sng" w="12700">
            <a:solidFill>
              <a:srgbClr val="000000"/>
            </a:solidFill>
            <a:prstDash val="solid"/>
            <a:round/>
            <a:headEnd len="sm" w="sm" type="none"/>
            <a:tailEnd len="sm" w="sm" type="none"/>
          </a:ln>
        </p:spPr>
      </p:cxnSp>
      <p:cxnSp>
        <p:nvCxnSpPr>
          <p:cNvPr id="1989" name="Google Shape;1989;p103"/>
          <p:cNvCxnSpPr/>
          <p:nvPr/>
        </p:nvCxnSpPr>
        <p:spPr>
          <a:xfrm>
            <a:off x="10150475" y="11626849"/>
            <a:ext cx="1981201" cy="1327152"/>
          </a:xfrm>
          <a:prstGeom prst="straightConnector1">
            <a:avLst/>
          </a:prstGeom>
          <a:noFill/>
          <a:ln cap="flat" cmpd="sng" w="12700">
            <a:solidFill>
              <a:srgbClr val="000000"/>
            </a:solidFill>
            <a:prstDash val="solid"/>
            <a:round/>
            <a:headEnd len="sm" w="sm" type="none"/>
            <a:tailEnd len="sm" w="sm" type="none"/>
          </a:ln>
        </p:spPr>
      </p:cxnSp>
      <p:cxnSp>
        <p:nvCxnSpPr>
          <p:cNvPr id="1990" name="Google Shape;1990;p103"/>
          <p:cNvCxnSpPr/>
          <p:nvPr/>
        </p:nvCxnSpPr>
        <p:spPr>
          <a:xfrm flipH="1">
            <a:off x="12131675" y="11626849"/>
            <a:ext cx="2133601" cy="1327152"/>
          </a:xfrm>
          <a:prstGeom prst="straightConnector1">
            <a:avLst/>
          </a:prstGeom>
          <a:noFill/>
          <a:ln cap="flat" cmpd="sng" w="12700">
            <a:solidFill>
              <a:srgbClr val="000000"/>
            </a:solidFill>
            <a:prstDash val="solid"/>
            <a:round/>
            <a:headEnd len="sm" w="sm" type="none"/>
            <a:tailEnd len="sm" w="sm" type="none"/>
          </a:ln>
        </p:spPr>
      </p:cxnSp>
      <p:cxnSp>
        <p:nvCxnSpPr>
          <p:cNvPr id="1991" name="Google Shape;1991;p103"/>
          <p:cNvCxnSpPr/>
          <p:nvPr/>
        </p:nvCxnSpPr>
        <p:spPr>
          <a:xfrm>
            <a:off x="15376526" y="8547100"/>
            <a:ext cx="4394201" cy="2657477"/>
          </a:xfrm>
          <a:prstGeom prst="straightConnector1">
            <a:avLst/>
          </a:prstGeom>
          <a:noFill/>
          <a:ln cap="flat" cmpd="sng" w="12700">
            <a:solidFill>
              <a:srgbClr val="000000"/>
            </a:solidFill>
            <a:prstDash val="solid"/>
            <a:round/>
            <a:headEnd len="sm" w="sm" type="none"/>
            <a:tailEnd len="sm" w="sm" type="none"/>
          </a:ln>
        </p:spPr>
      </p:cxnSp>
      <p:cxnSp>
        <p:nvCxnSpPr>
          <p:cNvPr id="1992" name="Google Shape;1992;p103"/>
          <p:cNvCxnSpPr/>
          <p:nvPr/>
        </p:nvCxnSpPr>
        <p:spPr>
          <a:xfrm flipH="1" rot="10800000">
            <a:off x="15351124" y="11204575"/>
            <a:ext cx="4419601" cy="304801"/>
          </a:xfrm>
          <a:prstGeom prst="straightConnector1">
            <a:avLst/>
          </a:prstGeom>
          <a:noFill/>
          <a:ln cap="flat" cmpd="sng" w="12700">
            <a:solidFill>
              <a:srgbClr val="000000"/>
            </a:solidFill>
            <a:prstDash val="solid"/>
            <a:round/>
            <a:headEnd len="sm" w="sm" type="none"/>
            <a:tailEnd len="sm" w="sm" type="none"/>
          </a:ln>
        </p:spPr>
      </p:cxnSp>
      <p:cxnSp>
        <p:nvCxnSpPr>
          <p:cNvPr id="1993" name="Google Shape;1993;p103"/>
          <p:cNvCxnSpPr/>
          <p:nvPr/>
        </p:nvCxnSpPr>
        <p:spPr>
          <a:xfrm>
            <a:off x="18856327" y="10442575"/>
            <a:ext cx="914401" cy="762001"/>
          </a:xfrm>
          <a:prstGeom prst="straightConnector1">
            <a:avLst/>
          </a:prstGeom>
          <a:noFill/>
          <a:ln cap="flat" cmpd="sng" w="12700">
            <a:solidFill>
              <a:srgbClr val="000000"/>
            </a:solidFill>
            <a:prstDash val="solid"/>
            <a:round/>
            <a:headEnd len="sm" w="sm" type="none"/>
            <a:tailEnd len="sm" w="sm" type="none"/>
          </a:ln>
        </p:spPr>
      </p:cxnSp>
      <p:cxnSp>
        <p:nvCxnSpPr>
          <p:cNvPr id="1994" name="Google Shape;1994;p103"/>
          <p:cNvCxnSpPr/>
          <p:nvPr/>
        </p:nvCxnSpPr>
        <p:spPr>
          <a:xfrm>
            <a:off x="18856326" y="7546975"/>
            <a:ext cx="914402" cy="3657601"/>
          </a:xfrm>
          <a:prstGeom prst="straightConnector1">
            <a:avLst/>
          </a:prstGeom>
          <a:noFill/>
          <a:ln cap="flat" cmpd="sng" w="12700">
            <a:solidFill>
              <a:srgbClr val="000000"/>
            </a:solidFill>
            <a:prstDash val="solid"/>
            <a:round/>
            <a:headEnd len="sm" w="sm" type="none"/>
            <a:tailEnd len="sm" w="sm" type="none"/>
          </a:ln>
        </p:spPr>
      </p:cxnSp>
      <p:sp>
        <p:nvSpPr>
          <p:cNvPr id="1995" name="Google Shape;1995;p103"/>
          <p:cNvSpPr txBox="1"/>
          <p:nvPr/>
        </p:nvSpPr>
        <p:spPr>
          <a:xfrm>
            <a:off x="4438650" y="11236325"/>
            <a:ext cx="1955175"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Camera 1</a:t>
            </a:r>
            <a:endParaRPr/>
          </a:p>
        </p:txBody>
      </p:sp>
      <p:sp>
        <p:nvSpPr>
          <p:cNvPr id="1996" name="Google Shape;1996;p103"/>
          <p:cNvSpPr txBox="1"/>
          <p:nvPr/>
        </p:nvSpPr>
        <p:spPr>
          <a:xfrm>
            <a:off x="8743950" y="12080875"/>
            <a:ext cx="1955175"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Camera 2</a:t>
            </a:r>
            <a:endParaRPr/>
          </a:p>
        </p:txBody>
      </p:sp>
      <p:sp>
        <p:nvSpPr>
          <p:cNvPr id="1997" name="Google Shape;1997;p103"/>
          <p:cNvSpPr txBox="1"/>
          <p:nvPr/>
        </p:nvSpPr>
        <p:spPr>
          <a:xfrm>
            <a:off x="17611726" y="11236325"/>
            <a:ext cx="1955176"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Camera 3</a:t>
            </a:r>
            <a:endParaRPr/>
          </a:p>
        </p:txBody>
      </p:sp>
      <p:grpSp>
        <p:nvGrpSpPr>
          <p:cNvPr id="1998" name="Google Shape;1998;p103"/>
          <p:cNvGrpSpPr/>
          <p:nvPr/>
        </p:nvGrpSpPr>
        <p:grpSpPr>
          <a:xfrm>
            <a:off x="5899149" y="8239124"/>
            <a:ext cx="2152652" cy="1720853"/>
            <a:chOff x="-1" y="-1"/>
            <a:chExt cx="2152651" cy="1720851"/>
          </a:xfrm>
        </p:grpSpPr>
        <p:sp>
          <p:nvSpPr>
            <p:cNvPr id="1999" name="Google Shape;1999;p103"/>
            <p:cNvSpPr/>
            <p:nvPr/>
          </p:nvSpPr>
          <p:spPr>
            <a:xfrm>
              <a:off x="23569" y="408603"/>
              <a:ext cx="180697" cy="180729"/>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0" name="Google Shape;2000;p103"/>
            <p:cNvSpPr/>
            <p:nvPr/>
          </p:nvSpPr>
          <p:spPr>
            <a:xfrm>
              <a:off x="1406293" y="463607"/>
              <a:ext cx="180697" cy="180729"/>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1" name="Google Shape;2001;p103"/>
            <p:cNvSpPr/>
            <p:nvPr/>
          </p:nvSpPr>
          <p:spPr>
            <a:xfrm>
              <a:off x="-1" y="1500832"/>
              <a:ext cx="180697" cy="180729"/>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2" name="Google Shape;2002;p103"/>
            <p:cNvSpPr/>
            <p:nvPr/>
          </p:nvSpPr>
          <p:spPr>
            <a:xfrm>
              <a:off x="1382724" y="1540121"/>
              <a:ext cx="180697" cy="180729"/>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3" name="Google Shape;2003;p103"/>
            <p:cNvSpPr/>
            <p:nvPr/>
          </p:nvSpPr>
          <p:spPr>
            <a:xfrm>
              <a:off x="1971953" y="1162948"/>
              <a:ext cx="180697" cy="18072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4" name="Google Shape;2004;p103"/>
            <p:cNvSpPr/>
            <p:nvPr/>
          </p:nvSpPr>
          <p:spPr>
            <a:xfrm>
              <a:off x="1940527" y="94293"/>
              <a:ext cx="180697" cy="180729"/>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5" name="Google Shape;2005;p103"/>
            <p:cNvSpPr/>
            <p:nvPr/>
          </p:nvSpPr>
          <p:spPr>
            <a:xfrm>
              <a:off x="502808" y="-1"/>
              <a:ext cx="180697" cy="180729"/>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2006" name="Google Shape;2006;p103"/>
          <p:cNvGrpSpPr/>
          <p:nvPr/>
        </p:nvGrpSpPr>
        <p:grpSpPr>
          <a:xfrm>
            <a:off x="10985500" y="9182099"/>
            <a:ext cx="2146302" cy="1901827"/>
            <a:chOff x="0" y="-1"/>
            <a:chExt cx="2146301" cy="1901826"/>
          </a:xfrm>
        </p:grpSpPr>
        <p:sp>
          <p:nvSpPr>
            <p:cNvPr id="2007" name="Google Shape;2007;p103"/>
            <p:cNvSpPr/>
            <p:nvPr/>
          </p:nvSpPr>
          <p:spPr>
            <a:xfrm>
              <a:off x="38464" y="331087"/>
              <a:ext cx="176937" cy="177093"/>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8" name="Google Shape;2008;p103"/>
            <p:cNvSpPr/>
            <p:nvPr/>
          </p:nvSpPr>
          <p:spPr>
            <a:xfrm>
              <a:off x="1023146" y="646774"/>
              <a:ext cx="176937" cy="177093"/>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09" name="Google Shape;2009;p103"/>
            <p:cNvSpPr/>
            <p:nvPr/>
          </p:nvSpPr>
          <p:spPr>
            <a:xfrm>
              <a:off x="0" y="1385946"/>
              <a:ext cx="176937" cy="177093"/>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0" name="Google Shape;2010;p103"/>
            <p:cNvSpPr/>
            <p:nvPr/>
          </p:nvSpPr>
          <p:spPr>
            <a:xfrm>
              <a:off x="1023146" y="1724732"/>
              <a:ext cx="176937" cy="177093"/>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1" name="Google Shape;2011;p103"/>
            <p:cNvSpPr/>
            <p:nvPr/>
          </p:nvSpPr>
          <p:spPr>
            <a:xfrm>
              <a:off x="1969364" y="1447543"/>
              <a:ext cx="176937" cy="177093"/>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2" name="Google Shape;2012;p103"/>
            <p:cNvSpPr/>
            <p:nvPr/>
          </p:nvSpPr>
          <p:spPr>
            <a:xfrm>
              <a:off x="1938593" y="331087"/>
              <a:ext cx="176937" cy="177093"/>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3" name="Google Shape;2013;p103"/>
            <p:cNvSpPr/>
            <p:nvPr/>
          </p:nvSpPr>
          <p:spPr>
            <a:xfrm>
              <a:off x="984682" y="-1"/>
              <a:ext cx="176937" cy="177093"/>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2014" name="Google Shape;2014;p103"/>
          <p:cNvGrpSpPr/>
          <p:nvPr/>
        </p:nvGrpSpPr>
        <p:grpSpPr>
          <a:xfrm>
            <a:off x="16068675" y="8394698"/>
            <a:ext cx="2006605" cy="2032005"/>
            <a:chOff x="-1" y="-1"/>
            <a:chExt cx="2006603" cy="2032003"/>
          </a:xfrm>
        </p:grpSpPr>
        <p:sp>
          <p:nvSpPr>
            <p:cNvPr id="2015" name="Google Shape;2015;p103"/>
            <p:cNvSpPr/>
            <p:nvPr/>
          </p:nvSpPr>
          <p:spPr>
            <a:xfrm>
              <a:off x="7962" y="254996"/>
              <a:ext cx="183145" cy="183281"/>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6" name="Google Shape;2016;p103"/>
            <p:cNvSpPr/>
            <p:nvPr/>
          </p:nvSpPr>
          <p:spPr>
            <a:xfrm>
              <a:off x="676829" y="701239"/>
              <a:ext cx="183145" cy="183281"/>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7" name="Google Shape;2017;p103"/>
            <p:cNvSpPr/>
            <p:nvPr/>
          </p:nvSpPr>
          <p:spPr>
            <a:xfrm>
              <a:off x="-1" y="1378572"/>
              <a:ext cx="183145" cy="183281"/>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8" name="Google Shape;2018;p103"/>
            <p:cNvSpPr/>
            <p:nvPr/>
          </p:nvSpPr>
          <p:spPr>
            <a:xfrm>
              <a:off x="637015" y="1848721"/>
              <a:ext cx="183145" cy="183281"/>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19" name="Google Shape;2019;p103"/>
            <p:cNvSpPr/>
            <p:nvPr/>
          </p:nvSpPr>
          <p:spPr>
            <a:xfrm>
              <a:off x="1823457" y="1561850"/>
              <a:ext cx="183145" cy="183281"/>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20" name="Google Shape;2020;p103"/>
            <p:cNvSpPr/>
            <p:nvPr/>
          </p:nvSpPr>
          <p:spPr>
            <a:xfrm>
              <a:off x="1751793" y="454211"/>
              <a:ext cx="183145" cy="183281"/>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21" name="Google Shape;2021;p103"/>
            <p:cNvSpPr/>
            <p:nvPr/>
          </p:nvSpPr>
          <p:spPr>
            <a:xfrm>
              <a:off x="1186442" y="-1"/>
              <a:ext cx="183145" cy="183281"/>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2022" name="Google Shape;2022;p103"/>
          <p:cNvSpPr txBox="1"/>
          <p:nvPr/>
        </p:nvSpPr>
        <p:spPr>
          <a:xfrm>
            <a:off x="4632325" y="11658600"/>
            <a:ext cx="1797051" cy="10330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Times New Roman"/>
              <a:buNone/>
            </a:pPr>
            <a:r>
              <a:rPr b="0" i="1" lang="en-US" sz="5600" u="none" cap="none" strike="noStrike">
                <a:solidFill>
                  <a:srgbClr val="000000"/>
                </a:solidFill>
                <a:latin typeface="Times New Roman"/>
                <a:ea typeface="Times New Roman"/>
                <a:cs typeface="Times New Roman"/>
                <a:sym typeface="Times New Roman"/>
              </a:rPr>
              <a:t>R</a:t>
            </a:r>
            <a:r>
              <a:rPr b="0" baseline="-25000" i="0" lang="en-US" sz="5600" u="none" cap="none" strike="noStrike">
                <a:solidFill>
                  <a:srgbClr val="000000"/>
                </a:solidFill>
                <a:latin typeface="Times New Roman"/>
                <a:ea typeface="Times New Roman"/>
                <a:cs typeface="Times New Roman"/>
                <a:sym typeface="Times New Roman"/>
              </a:rPr>
              <a:t>1</a:t>
            </a:r>
            <a:r>
              <a:rPr b="0" i="1" lang="en-US" sz="5600" u="none" cap="none" strike="noStrike">
                <a:solidFill>
                  <a:srgbClr val="000000"/>
                </a:solidFill>
                <a:latin typeface="Times New Roman"/>
                <a:ea typeface="Times New Roman"/>
                <a:cs typeface="Times New Roman"/>
                <a:sym typeface="Times New Roman"/>
              </a:rPr>
              <a:t>,t</a:t>
            </a:r>
            <a:r>
              <a:rPr b="0" baseline="-25000" i="0" lang="en-US" sz="5600" u="none" cap="none" strike="noStrike">
                <a:solidFill>
                  <a:srgbClr val="000000"/>
                </a:solidFill>
                <a:latin typeface="Times New Roman"/>
                <a:ea typeface="Times New Roman"/>
                <a:cs typeface="Times New Roman"/>
                <a:sym typeface="Times New Roman"/>
              </a:rPr>
              <a:t>1</a:t>
            </a:r>
            <a:endParaRPr/>
          </a:p>
        </p:txBody>
      </p:sp>
      <p:sp>
        <p:nvSpPr>
          <p:cNvPr id="2023" name="Google Shape;2023;p103"/>
          <p:cNvSpPr txBox="1"/>
          <p:nvPr/>
        </p:nvSpPr>
        <p:spPr>
          <a:xfrm>
            <a:off x="9020176" y="12503150"/>
            <a:ext cx="1797051" cy="10330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Times New Roman"/>
              <a:buNone/>
            </a:pPr>
            <a:r>
              <a:rPr b="0" i="1" lang="en-US" sz="5600" u="none" cap="none" strike="noStrike">
                <a:solidFill>
                  <a:srgbClr val="000000"/>
                </a:solidFill>
                <a:latin typeface="Times New Roman"/>
                <a:ea typeface="Times New Roman"/>
                <a:cs typeface="Times New Roman"/>
                <a:sym typeface="Times New Roman"/>
              </a:rPr>
              <a:t>R</a:t>
            </a:r>
            <a:r>
              <a:rPr b="0" baseline="-25000" i="0" lang="en-US" sz="5600" u="none" cap="none" strike="noStrike">
                <a:solidFill>
                  <a:srgbClr val="000000"/>
                </a:solidFill>
                <a:latin typeface="Times New Roman"/>
                <a:ea typeface="Times New Roman"/>
                <a:cs typeface="Times New Roman"/>
                <a:sym typeface="Times New Roman"/>
              </a:rPr>
              <a:t>2</a:t>
            </a:r>
            <a:r>
              <a:rPr b="0" i="1" lang="en-US" sz="5600" u="none" cap="none" strike="noStrike">
                <a:solidFill>
                  <a:srgbClr val="000000"/>
                </a:solidFill>
                <a:latin typeface="Times New Roman"/>
                <a:ea typeface="Times New Roman"/>
                <a:cs typeface="Times New Roman"/>
                <a:sym typeface="Times New Roman"/>
              </a:rPr>
              <a:t>,t</a:t>
            </a:r>
            <a:r>
              <a:rPr b="0" baseline="-25000" i="0" lang="en-US" sz="5600" u="none" cap="none" strike="noStrike">
                <a:solidFill>
                  <a:srgbClr val="000000"/>
                </a:solidFill>
                <a:latin typeface="Times New Roman"/>
                <a:ea typeface="Times New Roman"/>
                <a:cs typeface="Times New Roman"/>
                <a:sym typeface="Times New Roman"/>
              </a:rPr>
              <a:t>2</a:t>
            </a:r>
            <a:endParaRPr/>
          </a:p>
        </p:txBody>
      </p:sp>
      <p:sp>
        <p:nvSpPr>
          <p:cNvPr id="2024" name="Google Shape;2024;p103"/>
          <p:cNvSpPr txBox="1"/>
          <p:nvPr/>
        </p:nvSpPr>
        <p:spPr>
          <a:xfrm>
            <a:off x="18056226" y="11658600"/>
            <a:ext cx="1797051" cy="10330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Times New Roman"/>
              <a:buNone/>
            </a:pPr>
            <a:r>
              <a:rPr b="0" i="1" lang="en-US" sz="5600" u="none" cap="none" strike="noStrike">
                <a:solidFill>
                  <a:srgbClr val="000000"/>
                </a:solidFill>
                <a:latin typeface="Times New Roman"/>
                <a:ea typeface="Times New Roman"/>
                <a:cs typeface="Times New Roman"/>
                <a:sym typeface="Times New Roman"/>
              </a:rPr>
              <a:t>R</a:t>
            </a:r>
            <a:r>
              <a:rPr b="0" baseline="-25000" i="0" lang="en-US" sz="5600" u="none" cap="none" strike="noStrike">
                <a:solidFill>
                  <a:srgbClr val="000000"/>
                </a:solidFill>
                <a:latin typeface="Times New Roman"/>
                <a:ea typeface="Times New Roman"/>
                <a:cs typeface="Times New Roman"/>
                <a:sym typeface="Times New Roman"/>
              </a:rPr>
              <a:t>3</a:t>
            </a:r>
            <a:r>
              <a:rPr b="0" i="1" lang="en-US" sz="5600" u="none" cap="none" strike="noStrike">
                <a:solidFill>
                  <a:srgbClr val="000000"/>
                </a:solidFill>
                <a:latin typeface="Times New Roman"/>
                <a:ea typeface="Times New Roman"/>
                <a:cs typeface="Times New Roman"/>
                <a:sym typeface="Times New Roman"/>
              </a:rPr>
              <a:t>,t</a:t>
            </a:r>
            <a:r>
              <a:rPr b="0" baseline="-25000" i="0" lang="en-US" sz="5600" u="none" cap="none" strike="noStrike">
                <a:solidFill>
                  <a:srgbClr val="000000"/>
                </a:solidFill>
                <a:latin typeface="Times New Roman"/>
                <a:ea typeface="Times New Roman"/>
                <a:cs typeface="Times New Roman"/>
                <a:sym typeface="Times New Roman"/>
              </a:rPr>
              <a:t>3</a:t>
            </a:r>
            <a:endParaRPr/>
          </a:p>
        </p:txBody>
      </p:sp>
      <p:grpSp>
        <p:nvGrpSpPr>
          <p:cNvPr id="2025" name="Google Shape;2025;p103"/>
          <p:cNvGrpSpPr/>
          <p:nvPr/>
        </p:nvGrpSpPr>
        <p:grpSpPr>
          <a:xfrm>
            <a:off x="8658226" y="2711450"/>
            <a:ext cx="6677024" cy="4454525"/>
            <a:chOff x="0" y="0"/>
            <a:chExt cx="6677023" cy="4454525"/>
          </a:xfrm>
        </p:grpSpPr>
        <p:sp>
          <p:nvSpPr>
            <p:cNvPr id="2026" name="Google Shape;2026;p103"/>
            <p:cNvSpPr/>
            <p:nvPr/>
          </p:nvSpPr>
          <p:spPr>
            <a:xfrm>
              <a:off x="73024" y="1003300"/>
              <a:ext cx="1073150"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1</a:t>
              </a:r>
              <a:endParaRPr/>
            </a:p>
          </p:txBody>
        </p:sp>
        <p:sp>
          <p:nvSpPr>
            <p:cNvPr id="2027" name="Google Shape;2027;p103"/>
            <p:cNvSpPr/>
            <p:nvPr/>
          </p:nvSpPr>
          <p:spPr>
            <a:xfrm>
              <a:off x="2222499" y="0"/>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4</a:t>
              </a:r>
              <a:endParaRPr/>
            </a:p>
          </p:txBody>
        </p:sp>
        <p:sp>
          <p:nvSpPr>
            <p:cNvPr id="2028" name="Google Shape;2028;p103"/>
            <p:cNvSpPr/>
            <p:nvPr/>
          </p:nvSpPr>
          <p:spPr>
            <a:xfrm>
              <a:off x="5451474" y="1073150"/>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3</a:t>
              </a:r>
              <a:endParaRPr/>
            </a:p>
          </p:txBody>
        </p:sp>
        <p:sp>
          <p:nvSpPr>
            <p:cNvPr id="2029" name="Google Shape;2029;p103"/>
            <p:cNvSpPr/>
            <p:nvPr/>
          </p:nvSpPr>
          <p:spPr>
            <a:xfrm>
              <a:off x="3375024" y="20796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2</a:t>
              </a:r>
              <a:endParaRPr/>
            </a:p>
          </p:txBody>
        </p:sp>
        <p:sp>
          <p:nvSpPr>
            <p:cNvPr id="2030" name="Google Shape;2030;p103"/>
            <p:cNvSpPr/>
            <p:nvPr/>
          </p:nvSpPr>
          <p:spPr>
            <a:xfrm>
              <a:off x="0" y="34639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5</a:t>
              </a:r>
              <a:endParaRPr/>
            </a:p>
          </p:txBody>
        </p:sp>
        <p:sp>
          <p:nvSpPr>
            <p:cNvPr id="2031" name="Google Shape;2031;p103"/>
            <p:cNvSpPr/>
            <p:nvPr/>
          </p:nvSpPr>
          <p:spPr>
            <a:xfrm>
              <a:off x="2149474" y="44545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6</a:t>
              </a:r>
              <a:endParaRPr/>
            </a:p>
          </p:txBody>
        </p:sp>
        <p:sp>
          <p:nvSpPr>
            <p:cNvPr id="2032" name="Google Shape;2032;p103"/>
            <p:cNvSpPr/>
            <p:nvPr/>
          </p:nvSpPr>
          <p:spPr>
            <a:xfrm>
              <a:off x="5603874" y="35401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7</a:t>
              </a:r>
              <a:endParaRPr/>
            </a:p>
          </p:txBody>
        </p:sp>
      </p:grpSp>
      <p:cxnSp>
        <p:nvCxnSpPr>
          <p:cNvPr id="2033" name="Google Shape;2033;p103"/>
          <p:cNvCxnSpPr/>
          <p:nvPr/>
        </p:nvCxnSpPr>
        <p:spPr>
          <a:xfrm flipH="1">
            <a:off x="3981450" y="4324349"/>
            <a:ext cx="5762626" cy="6911977"/>
          </a:xfrm>
          <a:prstGeom prst="straightConnector1">
            <a:avLst/>
          </a:prstGeom>
          <a:noFill/>
          <a:ln cap="flat" cmpd="sng" w="50800">
            <a:solidFill>
              <a:srgbClr val="3366FF"/>
            </a:solidFill>
            <a:prstDash val="dash"/>
            <a:round/>
            <a:headEnd len="sm" w="sm" type="none"/>
            <a:tailEnd len="med" w="med" type="triangle"/>
          </a:ln>
        </p:spPr>
      </p:cxnSp>
      <p:cxnSp>
        <p:nvCxnSpPr>
          <p:cNvPr id="2034" name="Google Shape;2034;p103"/>
          <p:cNvCxnSpPr/>
          <p:nvPr/>
        </p:nvCxnSpPr>
        <p:spPr>
          <a:xfrm>
            <a:off x="9744075" y="4400550"/>
            <a:ext cx="2301876" cy="8524877"/>
          </a:xfrm>
          <a:prstGeom prst="straightConnector1">
            <a:avLst/>
          </a:prstGeom>
          <a:noFill/>
          <a:ln cap="flat" cmpd="sng" w="50800">
            <a:solidFill>
              <a:srgbClr val="3366FF"/>
            </a:solidFill>
            <a:prstDash val="dash"/>
            <a:round/>
            <a:headEnd len="sm" w="sm" type="none"/>
            <a:tailEnd len="med" w="med" type="triangle"/>
          </a:ln>
        </p:spPr>
      </p:cxnSp>
      <p:cxnSp>
        <p:nvCxnSpPr>
          <p:cNvPr id="2035" name="Google Shape;2035;p103"/>
          <p:cNvCxnSpPr/>
          <p:nvPr/>
        </p:nvCxnSpPr>
        <p:spPr>
          <a:xfrm>
            <a:off x="9744076" y="4400549"/>
            <a:ext cx="9985375" cy="6759577"/>
          </a:xfrm>
          <a:prstGeom prst="straightConnector1">
            <a:avLst/>
          </a:prstGeom>
          <a:noFill/>
          <a:ln cap="flat" cmpd="sng" w="50800">
            <a:solidFill>
              <a:srgbClr val="3366FF"/>
            </a:solidFill>
            <a:prstDash val="dash"/>
            <a:round/>
            <a:headEnd len="sm" w="sm" type="none"/>
            <a:tailEnd len="med" w="med" type="triangle"/>
          </a:ln>
        </p:spPr>
      </p:cxnSp>
      <p:grpSp>
        <p:nvGrpSpPr>
          <p:cNvPr id="2036" name="Google Shape;2036;p103"/>
          <p:cNvGrpSpPr/>
          <p:nvPr/>
        </p:nvGrpSpPr>
        <p:grpSpPr>
          <a:xfrm>
            <a:off x="9464675" y="3467099"/>
            <a:ext cx="4724405" cy="4181480"/>
            <a:chOff x="-1" y="0"/>
            <a:chExt cx="4724403" cy="4181477"/>
          </a:xfrm>
        </p:grpSpPr>
        <p:sp>
          <p:nvSpPr>
            <p:cNvPr id="2037" name="Google Shape;2037;p103"/>
            <p:cNvSpPr/>
            <p:nvPr/>
          </p:nvSpPr>
          <p:spPr>
            <a:xfrm>
              <a:off x="84666" y="727949"/>
              <a:ext cx="389469" cy="389369"/>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38" name="Google Shape;2038;p103"/>
            <p:cNvSpPr/>
            <p:nvPr/>
          </p:nvSpPr>
          <p:spPr>
            <a:xfrm>
              <a:off x="2252133" y="1422040"/>
              <a:ext cx="389469" cy="389369"/>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39" name="Google Shape;2039;p103"/>
            <p:cNvSpPr/>
            <p:nvPr/>
          </p:nvSpPr>
          <p:spPr>
            <a:xfrm>
              <a:off x="-1" y="3047229"/>
              <a:ext cx="389469" cy="389369"/>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40" name="Google Shape;2040;p103"/>
            <p:cNvSpPr/>
            <p:nvPr/>
          </p:nvSpPr>
          <p:spPr>
            <a:xfrm>
              <a:off x="2252133" y="3792108"/>
              <a:ext cx="389469" cy="389369"/>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41" name="Google Shape;2041;p103"/>
            <p:cNvSpPr/>
            <p:nvPr/>
          </p:nvSpPr>
          <p:spPr>
            <a:xfrm>
              <a:off x="4334933" y="3182661"/>
              <a:ext cx="389469" cy="38936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42" name="Google Shape;2042;p103"/>
            <p:cNvSpPr/>
            <p:nvPr/>
          </p:nvSpPr>
          <p:spPr>
            <a:xfrm>
              <a:off x="4267200" y="727949"/>
              <a:ext cx="389469" cy="389369"/>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43" name="Google Shape;2043;p103"/>
            <p:cNvSpPr/>
            <p:nvPr/>
          </p:nvSpPr>
          <p:spPr>
            <a:xfrm>
              <a:off x="2167466" y="0"/>
              <a:ext cx="389469" cy="389369"/>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2044" name="Google Shape;2044;p103"/>
          <p:cNvGrpSpPr/>
          <p:nvPr/>
        </p:nvGrpSpPr>
        <p:grpSpPr>
          <a:xfrm>
            <a:off x="15649575" y="3860801"/>
            <a:ext cx="1958976" cy="2114553"/>
            <a:chOff x="0" y="0"/>
            <a:chExt cx="1958975" cy="2114551"/>
          </a:xfrm>
        </p:grpSpPr>
        <p:cxnSp>
          <p:nvCxnSpPr>
            <p:cNvPr id="2045" name="Google Shape;2045;p103"/>
            <p:cNvCxnSpPr/>
            <p:nvPr/>
          </p:nvCxnSpPr>
          <p:spPr>
            <a:xfrm>
              <a:off x="688974" y="0"/>
              <a:ext cx="1270001" cy="1270000"/>
            </a:xfrm>
            <a:prstGeom prst="straightConnector1">
              <a:avLst/>
            </a:prstGeom>
            <a:noFill/>
            <a:ln>
              <a:noFill/>
            </a:ln>
          </p:spPr>
        </p:cxnSp>
        <p:cxnSp>
          <p:nvCxnSpPr>
            <p:cNvPr id="2046" name="Google Shape;2046;p103"/>
            <p:cNvCxnSpPr/>
            <p:nvPr/>
          </p:nvCxnSpPr>
          <p:spPr>
            <a:xfrm>
              <a:off x="0" y="844550"/>
              <a:ext cx="1270000" cy="1270001"/>
            </a:xfrm>
            <a:prstGeom prst="straightConnector1">
              <a:avLst/>
            </a:prstGeom>
            <a:noFill/>
            <a:ln>
              <a:noFill/>
            </a:ln>
          </p:spPr>
        </p:cxnSp>
      </p:grpSp>
      <p:sp>
        <p:nvSpPr>
          <p:cNvPr id="2047" name="Google Shape;2047;p103"/>
          <p:cNvSpPr txBox="1"/>
          <p:nvPr/>
        </p:nvSpPr>
        <p:spPr>
          <a:xfrm>
            <a:off x="5105400" y="8077200"/>
            <a:ext cx="815673" cy="68420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a:t>
            </a:r>
            <a:r>
              <a:rPr b="0" baseline="-25000" i="0" lang="en-US" sz="3600" u="none" cap="none" strike="noStrike">
                <a:solidFill>
                  <a:srgbClr val="000000"/>
                </a:solidFill>
                <a:latin typeface="Calibri"/>
                <a:ea typeface="Calibri"/>
                <a:cs typeface="Calibri"/>
                <a:sym typeface="Calibri"/>
              </a:rPr>
              <a:t>1,1</a:t>
            </a:r>
            <a:endParaRPr/>
          </a:p>
        </p:txBody>
      </p:sp>
      <p:sp>
        <p:nvSpPr>
          <p:cNvPr id="2048" name="Google Shape;2048;p103"/>
          <p:cNvSpPr txBox="1"/>
          <p:nvPr/>
        </p:nvSpPr>
        <p:spPr>
          <a:xfrm>
            <a:off x="10420350" y="8813800"/>
            <a:ext cx="815673" cy="68420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a:t>
            </a:r>
            <a:r>
              <a:rPr b="0" baseline="-25000" i="0" lang="en-US" sz="3600" u="none" cap="none" strike="noStrike">
                <a:solidFill>
                  <a:srgbClr val="000000"/>
                </a:solidFill>
                <a:latin typeface="Calibri"/>
                <a:ea typeface="Calibri"/>
                <a:cs typeface="Calibri"/>
                <a:sym typeface="Calibri"/>
              </a:rPr>
              <a:t>1,2</a:t>
            </a:r>
            <a:endParaRPr/>
          </a:p>
        </p:txBody>
      </p:sp>
      <p:sp>
        <p:nvSpPr>
          <p:cNvPr id="2049" name="Google Shape;2049;p103"/>
          <p:cNvSpPr txBox="1"/>
          <p:nvPr/>
        </p:nvSpPr>
        <p:spPr>
          <a:xfrm>
            <a:off x="16158934" y="8251824"/>
            <a:ext cx="815673" cy="68420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a:t>
            </a:r>
            <a:r>
              <a:rPr b="0" baseline="-25000" i="0" lang="en-US" sz="3600" u="none" cap="none" strike="noStrike">
                <a:solidFill>
                  <a:srgbClr val="000000"/>
                </a:solidFill>
                <a:latin typeface="Calibri"/>
                <a:ea typeface="Calibri"/>
                <a:cs typeface="Calibri"/>
                <a:sym typeface="Calibri"/>
              </a:rPr>
              <a:t>1,3</a:t>
            </a:r>
            <a:endParaRPr/>
          </a:p>
        </p:txBody>
      </p:sp>
      <p:pic>
        <p:nvPicPr>
          <p:cNvPr descr="image44.png" id="2050" name="Google Shape;2050;p103"/>
          <p:cNvPicPr preferRelativeResize="0"/>
          <p:nvPr/>
        </p:nvPicPr>
        <p:blipFill rotWithShape="1">
          <a:blip r:embed="rId7">
            <a:alphaModFix/>
          </a:blip>
          <a:srcRect b="0" l="0" r="0" t="0"/>
          <a:stretch/>
        </p:blipFill>
        <p:spPr>
          <a:xfrm>
            <a:off x="3657600" y="5638800"/>
            <a:ext cx="5008034" cy="990600"/>
          </a:xfrm>
          <a:prstGeom prst="rect">
            <a:avLst/>
          </a:prstGeom>
          <a:noFill/>
          <a:ln cap="flat" cmpd="sng" w="12700">
            <a:solidFill>
              <a:srgbClr val="000000"/>
            </a:solidFill>
            <a:prstDash val="solid"/>
            <a:miter lim="8000"/>
            <a:headEnd len="sm" w="sm" type="none"/>
            <a:tailEnd len="sm" w="sm" type="none"/>
          </a:ln>
        </p:spPr>
      </p:pic>
      <p:sp>
        <p:nvSpPr>
          <p:cNvPr id="2051" name="Google Shape;2051;p103"/>
          <p:cNvSpPr txBox="1"/>
          <p:nvPr/>
        </p:nvSpPr>
        <p:spPr>
          <a:xfrm>
            <a:off x="15697200" y="5966936"/>
            <a:ext cx="4622473"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non-linear least squares</a:t>
            </a:r>
            <a:endParaRPr/>
          </a:p>
        </p:txBody>
      </p:sp>
      <p:sp>
        <p:nvSpPr>
          <p:cNvPr id="2052" name="Google Shape;2052;p103"/>
          <p:cNvSpPr txBox="1"/>
          <p:nvPr>
            <p:ph idx="12" type="sldNum"/>
          </p:nvPr>
        </p:nvSpPr>
        <p:spPr>
          <a:xfrm>
            <a:off x="20067815" y="12835870"/>
            <a:ext cx="353786"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53" name="Google Shape;2053;p10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83"/>
                                        </p:tgtEl>
                                        <p:attrNameLst>
                                          <p:attrName>style.visibility</p:attrName>
                                        </p:attrNameLst>
                                      </p:cBhvr>
                                      <p:to>
                                        <p:strVal val="visible"/>
                                      </p:to>
                                    </p:set>
                                    <p:animEffect filter="fade" transition="in">
                                      <p:cBhvr>
                                        <p:cTn dur="500"/>
                                        <p:tgtEl>
                                          <p:spTgt spid="19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84"/>
                                        </p:tgtEl>
                                        <p:attrNameLst>
                                          <p:attrName>style.visibility</p:attrName>
                                        </p:attrNameLst>
                                      </p:cBhvr>
                                      <p:to>
                                        <p:strVal val="visible"/>
                                      </p:to>
                                    </p:set>
                                    <p:animEffect filter="fade" transition="in">
                                      <p:cBhvr>
                                        <p:cTn dur="500"/>
                                        <p:tgtEl>
                                          <p:spTgt spid="198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85"/>
                                        </p:tgtEl>
                                        <p:attrNameLst>
                                          <p:attrName>style.visibility</p:attrName>
                                        </p:attrNameLst>
                                      </p:cBhvr>
                                      <p:to>
                                        <p:strVal val="visible"/>
                                      </p:to>
                                    </p:set>
                                    <p:animEffect filter="fade" transition="in">
                                      <p:cBhvr>
                                        <p:cTn dur="500"/>
                                        <p:tgtEl>
                                          <p:spTgt spid="198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77"/>
                                        </p:tgtEl>
                                        <p:attrNameLst>
                                          <p:attrName>style.visibility</p:attrName>
                                        </p:attrNameLst>
                                      </p:cBhvr>
                                      <p:to>
                                        <p:strVal val="visible"/>
                                      </p:to>
                                    </p:set>
                                    <p:animEffect filter="fade" transition="in">
                                      <p:cBhvr>
                                        <p:cTn dur="500"/>
                                        <p:tgtEl>
                                          <p:spTgt spid="197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95"/>
                                        </p:tgtEl>
                                        <p:attrNameLst>
                                          <p:attrName>style.visibility</p:attrName>
                                        </p:attrNameLst>
                                      </p:cBhvr>
                                      <p:to>
                                        <p:strVal val="visible"/>
                                      </p:to>
                                    </p:set>
                                    <p:animEffect filter="fade" transition="in">
                                      <p:cBhvr>
                                        <p:cTn dur="500"/>
                                        <p:tgtEl>
                                          <p:spTgt spid="1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2"/>
                                        </p:tgtEl>
                                        <p:attrNameLst>
                                          <p:attrName>style.visibility</p:attrName>
                                        </p:attrNameLst>
                                      </p:cBhvr>
                                      <p:to>
                                        <p:strVal val="visible"/>
                                      </p:to>
                                    </p:set>
                                    <p:animEffect filter="fade" transition="in">
                                      <p:cBhvr>
                                        <p:cTn dur="500"/>
                                        <p:tgtEl>
                                          <p:spTgt spid="19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87"/>
                                        </p:tgtEl>
                                        <p:attrNameLst>
                                          <p:attrName>style.visibility</p:attrName>
                                        </p:attrNameLst>
                                      </p:cBhvr>
                                      <p:to>
                                        <p:strVal val="visible"/>
                                      </p:to>
                                    </p:set>
                                    <p:animEffect filter="fade" transition="in">
                                      <p:cBhvr>
                                        <p:cTn dur="500"/>
                                        <p:tgtEl>
                                          <p:spTgt spid="19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88"/>
                                        </p:tgtEl>
                                        <p:attrNameLst>
                                          <p:attrName>style.visibility</p:attrName>
                                        </p:attrNameLst>
                                      </p:cBhvr>
                                      <p:to>
                                        <p:strVal val="visible"/>
                                      </p:to>
                                    </p:set>
                                    <p:animEffect filter="fade" transition="in">
                                      <p:cBhvr>
                                        <p:cTn dur="500"/>
                                        <p:tgtEl>
                                          <p:spTgt spid="198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89"/>
                                        </p:tgtEl>
                                        <p:attrNameLst>
                                          <p:attrName>style.visibility</p:attrName>
                                        </p:attrNameLst>
                                      </p:cBhvr>
                                      <p:to>
                                        <p:strVal val="visible"/>
                                      </p:to>
                                    </p:set>
                                    <p:animEffect filter="fade" transition="in">
                                      <p:cBhvr>
                                        <p:cTn dur="500"/>
                                        <p:tgtEl>
                                          <p:spTgt spid="198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90"/>
                                        </p:tgtEl>
                                        <p:attrNameLst>
                                          <p:attrName>style.visibility</p:attrName>
                                        </p:attrNameLst>
                                      </p:cBhvr>
                                      <p:to>
                                        <p:strVal val="visible"/>
                                      </p:to>
                                    </p:set>
                                    <p:animEffect filter="fade" transition="in">
                                      <p:cBhvr>
                                        <p:cTn dur="500"/>
                                        <p:tgtEl>
                                          <p:spTgt spid="199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96"/>
                                        </p:tgtEl>
                                        <p:attrNameLst>
                                          <p:attrName>style.visibility</p:attrName>
                                        </p:attrNameLst>
                                      </p:cBhvr>
                                      <p:to>
                                        <p:strVal val="visible"/>
                                      </p:to>
                                    </p:set>
                                    <p:animEffect filter="fade" transition="in">
                                      <p:cBhvr>
                                        <p:cTn dur="500"/>
                                        <p:tgtEl>
                                          <p:spTgt spid="199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1"/>
                                        </p:tgtEl>
                                        <p:attrNameLst>
                                          <p:attrName>style.visibility</p:attrName>
                                        </p:attrNameLst>
                                      </p:cBhvr>
                                      <p:to>
                                        <p:strVal val="visible"/>
                                      </p:to>
                                    </p:set>
                                    <p:animEffect filter="fade" transition="in">
                                      <p:cBhvr>
                                        <p:cTn dur="500"/>
                                        <p:tgtEl>
                                          <p:spTgt spid="19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91"/>
                                        </p:tgtEl>
                                        <p:attrNameLst>
                                          <p:attrName>style.visibility</p:attrName>
                                        </p:attrNameLst>
                                      </p:cBhvr>
                                      <p:to>
                                        <p:strVal val="visible"/>
                                      </p:to>
                                    </p:set>
                                    <p:animEffect filter="fade" transition="in">
                                      <p:cBhvr>
                                        <p:cTn dur="500"/>
                                        <p:tgtEl>
                                          <p:spTgt spid="19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92"/>
                                        </p:tgtEl>
                                        <p:attrNameLst>
                                          <p:attrName>style.visibility</p:attrName>
                                        </p:attrNameLst>
                                      </p:cBhvr>
                                      <p:to>
                                        <p:strVal val="visible"/>
                                      </p:to>
                                    </p:set>
                                    <p:animEffect filter="fade" transition="in">
                                      <p:cBhvr>
                                        <p:cTn dur="500"/>
                                        <p:tgtEl>
                                          <p:spTgt spid="199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93"/>
                                        </p:tgtEl>
                                        <p:attrNameLst>
                                          <p:attrName>style.visibility</p:attrName>
                                        </p:attrNameLst>
                                      </p:cBhvr>
                                      <p:to>
                                        <p:strVal val="visible"/>
                                      </p:to>
                                    </p:set>
                                    <p:animEffect filter="fade" transition="in">
                                      <p:cBhvr>
                                        <p:cTn dur="500"/>
                                        <p:tgtEl>
                                          <p:spTgt spid="19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94"/>
                                        </p:tgtEl>
                                        <p:attrNameLst>
                                          <p:attrName>style.visibility</p:attrName>
                                        </p:attrNameLst>
                                      </p:cBhvr>
                                      <p:to>
                                        <p:strVal val="visible"/>
                                      </p:to>
                                    </p:set>
                                    <p:animEffect filter="fade" transition="in">
                                      <p:cBhvr>
                                        <p:cTn dur="500"/>
                                        <p:tgtEl>
                                          <p:spTgt spid="199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500"/>
                                        <p:tgtEl>
                                          <p:spTgt spid="1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500"/>
                                        <p:tgtEl>
                                          <p:spTgt spid="19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06"/>
                                        </p:tgtEl>
                                        <p:attrNameLst>
                                          <p:attrName>style.visibility</p:attrName>
                                        </p:attrNameLst>
                                      </p:cBhvr>
                                      <p:to>
                                        <p:strVal val="visible"/>
                                      </p:to>
                                    </p:set>
                                    <p:animEffect filter="fade" transition="in">
                                      <p:cBhvr>
                                        <p:cTn dur="500"/>
                                        <p:tgtEl>
                                          <p:spTgt spid="20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14"/>
                                        </p:tgtEl>
                                        <p:attrNameLst>
                                          <p:attrName>style.visibility</p:attrName>
                                        </p:attrNameLst>
                                      </p:cBhvr>
                                      <p:to>
                                        <p:strVal val="visible"/>
                                      </p:to>
                                    </p:set>
                                    <p:animEffect filter="fade" transition="in">
                                      <p:cBhvr>
                                        <p:cTn dur="500"/>
                                        <p:tgtEl>
                                          <p:spTgt spid="2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gtEl>
                                        <p:attrNameLst>
                                          <p:attrName>style.visibility</p:attrName>
                                        </p:attrNameLst>
                                      </p:cBhvr>
                                      <p:to>
                                        <p:strVal val="visible"/>
                                      </p:to>
                                    </p:set>
                                    <p:animEffect filter="fade" transition="in">
                                      <p:cBhvr>
                                        <p:cTn dur="500"/>
                                        <p:tgtEl>
                                          <p:spTgt spid="203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25"/>
                                        </p:tgtEl>
                                        <p:attrNameLst>
                                          <p:attrName>style.visibility</p:attrName>
                                        </p:attrNameLst>
                                      </p:cBhvr>
                                      <p:to>
                                        <p:strVal val="visible"/>
                                      </p:to>
                                    </p:set>
                                    <p:animEffect filter="fade" transition="in">
                                      <p:cBhvr>
                                        <p:cTn dur="500"/>
                                        <p:tgtEl>
                                          <p:spTgt spid="20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2"/>
                                        </p:tgtEl>
                                        <p:attrNameLst>
                                          <p:attrName>style.visibility</p:attrName>
                                        </p:attrNameLst>
                                      </p:cBhvr>
                                      <p:to>
                                        <p:strVal val="visible"/>
                                      </p:to>
                                    </p:set>
                                    <p:animEffect filter="fade" transition="in">
                                      <p:cBhvr>
                                        <p:cTn dur="500"/>
                                        <p:tgtEl>
                                          <p:spTgt spid="20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23"/>
                                        </p:tgtEl>
                                        <p:attrNameLst>
                                          <p:attrName>style.visibility</p:attrName>
                                        </p:attrNameLst>
                                      </p:cBhvr>
                                      <p:to>
                                        <p:strVal val="visible"/>
                                      </p:to>
                                    </p:set>
                                    <p:animEffect filter="fade" transition="in">
                                      <p:cBhvr>
                                        <p:cTn dur="500"/>
                                        <p:tgtEl>
                                          <p:spTgt spid="20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500"/>
                                        <p:tgtEl>
                                          <p:spTgt spid="2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500"/>
                                        <p:tgtEl>
                                          <p:spTgt spid="20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47"/>
                                        </p:tgtEl>
                                        <p:attrNameLst>
                                          <p:attrName>style.visibility</p:attrName>
                                        </p:attrNameLst>
                                      </p:cBhvr>
                                      <p:to>
                                        <p:strVal val="visible"/>
                                      </p:to>
                                    </p:set>
                                    <p:animEffect filter="fade" transition="in">
                                      <p:cBhvr>
                                        <p:cTn dur="500"/>
                                        <p:tgtEl>
                                          <p:spTgt spid="20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48"/>
                                        </p:tgtEl>
                                        <p:attrNameLst>
                                          <p:attrName>style.visibility</p:attrName>
                                        </p:attrNameLst>
                                      </p:cBhvr>
                                      <p:to>
                                        <p:strVal val="visible"/>
                                      </p:to>
                                    </p:set>
                                    <p:animEffect filter="fade" transition="in">
                                      <p:cBhvr>
                                        <p:cTn dur="500"/>
                                        <p:tgtEl>
                                          <p:spTgt spid="2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3"/>
                                        </p:tgtEl>
                                        <p:attrNameLst>
                                          <p:attrName>style.visibility</p:attrName>
                                        </p:attrNameLst>
                                      </p:cBhvr>
                                      <p:to>
                                        <p:strVal val="visible"/>
                                      </p:to>
                                    </p:set>
                                    <p:animEffect filter="fade" transition="in">
                                      <p:cBhvr>
                                        <p:cTn dur="1000"/>
                                        <p:tgtEl>
                                          <p:spTgt spid="2033"/>
                                        </p:tgtEl>
                                      </p:cBhvr>
                                    </p:animEffect>
                                  </p:childTnLst>
                                </p:cTn>
                              </p:par>
                            </p:childTnLst>
                          </p:cTn>
                        </p:par>
                        <p:par>
                          <p:cTn fill="hold">
                            <p:stCondLst>
                              <p:cond delay="1000"/>
                            </p:stCondLst>
                            <p:childTnLst>
                              <p:par>
                                <p:cTn fill="hold" nodeType="afterEffect" presetClass="entr" presetID="10" presetSubtype="0">
                                  <p:stCondLst>
                                    <p:cond delay="1500"/>
                                  </p:stCondLst>
                                  <p:childTnLst>
                                    <p:set>
                                      <p:cBhvr>
                                        <p:cTn dur="1" fill="hold">
                                          <p:stCondLst>
                                            <p:cond delay="0"/>
                                          </p:stCondLst>
                                        </p:cTn>
                                        <p:tgtEl>
                                          <p:spTgt spid="2034"/>
                                        </p:tgtEl>
                                        <p:attrNameLst>
                                          <p:attrName>style.visibility</p:attrName>
                                        </p:attrNameLst>
                                      </p:cBhvr>
                                      <p:to>
                                        <p:strVal val="visible"/>
                                      </p:to>
                                    </p:set>
                                    <p:animEffect filter="fade" transition="in">
                                      <p:cBhvr>
                                        <p:cTn dur="1000"/>
                                        <p:tgtEl>
                                          <p:spTgt spid="2034"/>
                                        </p:tgtEl>
                                      </p:cBhvr>
                                    </p:animEffect>
                                  </p:childTnLst>
                                </p:cTn>
                              </p:par>
                            </p:childTnLst>
                          </p:cTn>
                        </p:par>
                        <p:par>
                          <p:cTn fill="hold">
                            <p:stCondLst>
                              <p:cond delay="2000"/>
                            </p:stCondLst>
                            <p:childTnLst>
                              <p:par>
                                <p:cTn fill="hold" nodeType="afterEffect" presetClass="entr" presetID="10" presetSubtype="0">
                                  <p:stCondLst>
                                    <p:cond delay="1500"/>
                                  </p:stCondLst>
                                  <p:childTnLst>
                                    <p:set>
                                      <p:cBhvr>
                                        <p:cTn dur="1" fill="hold">
                                          <p:stCondLst>
                                            <p:cond delay="0"/>
                                          </p:stCondLst>
                                        </p:cTn>
                                        <p:tgtEl>
                                          <p:spTgt spid="2035"/>
                                        </p:tgtEl>
                                        <p:attrNameLst>
                                          <p:attrName>style.visibility</p:attrName>
                                        </p:attrNameLst>
                                      </p:cBhvr>
                                      <p:to>
                                        <p:strVal val="visible"/>
                                      </p:to>
                                    </p:set>
                                    <p:animEffect filter="fade" transition="in">
                                      <p:cBhvr>
                                        <p:cTn dur="1000"/>
                                        <p:tgtEl>
                                          <p:spTgt spid="20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0"/>
                                        </p:tgtEl>
                                        <p:attrNameLst>
                                          <p:attrName>style.visibility</p:attrName>
                                        </p:attrNameLst>
                                      </p:cBhvr>
                                      <p:to>
                                        <p:strVal val="visible"/>
                                      </p:to>
                                    </p:set>
                                    <p:animEffect filter="fade" transition="in">
                                      <p:cBhvr>
                                        <p:cTn dur="500"/>
                                        <p:tgtEl>
                                          <p:spTgt spid="2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4"/>
                                        </p:tgtEl>
                                        <p:attrNameLst>
                                          <p:attrName>style.visibility</p:attrName>
                                        </p:attrNameLst>
                                      </p:cBhvr>
                                      <p:to>
                                        <p:strVal val="visible"/>
                                      </p:to>
                                    </p:set>
                                    <p:animEffect filter="fade" transition="in">
                                      <p:cBhvr>
                                        <p:cTn dur="500"/>
                                        <p:tgtEl>
                                          <p:spTgt spid="20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1"/>
                                        </p:tgtEl>
                                        <p:attrNameLst>
                                          <p:attrName>style.visibility</p:attrName>
                                        </p:attrNameLst>
                                      </p:cBhvr>
                                      <p:to>
                                        <p:strVal val="visible"/>
                                      </p:to>
                                    </p:set>
                                    <p:animEffect filter="fade" transition="in">
                                      <p:cBhvr>
                                        <p:cTn dur="500"/>
                                        <p:tgtEl>
                                          <p:spTgt spid="2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114"/>
          <p:cNvSpPr txBox="1"/>
          <p:nvPr>
            <p:ph type="title"/>
          </p:nvPr>
        </p:nvSpPr>
        <p:spPr>
          <a:xfrm>
            <a:off x="3962400" y="-85724"/>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9000"/>
              <a:buFont typeface="Helvetica Neue"/>
              <a:buNone/>
            </a:pPr>
            <a:r>
              <a:rPr lang="en-US" sz="9000">
                <a:latin typeface="Helvetica Neue"/>
                <a:ea typeface="Helvetica Neue"/>
                <a:cs typeface="Helvetica Neue"/>
                <a:sym typeface="Helvetica Neue"/>
              </a:rPr>
              <a:t>Multi-view stereo</a:t>
            </a:r>
            <a:endParaRPr/>
          </a:p>
        </p:txBody>
      </p:sp>
      <p:sp>
        <p:nvSpPr>
          <p:cNvPr id="2059" name="Google Shape;2059;p114"/>
          <p:cNvSpPr txBox="1"/>
          <p:nvPr/>
        </p:nvSpPr>
        <p:spPr>
          <a:xfrm>
            <a:off x="21303016" y="13123192"/>
            <a:ext cx="3026700" cy="5232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pic>
        <p:nvPicPr>
          <p:cNvPr descr="Image" id="2060" name="Google Shape;2060;p114"/>
          <p:cNvPicPr preferRelativeResize="0"/>
          <p:nvPr/>
        </p:nvPicPr>
        <p:blipFill rotWithShape="1">
          <a:blip r:embed="rId3">
            <a:alphaModFix/>
          </a:blip>
          <a:srcRect b="0" l="0" r="0" t="0"/>
          <a:stretch/>
        </p:blipFill>
        <p:spPr>
          <a:xfrm>
            <a:off x="3403600" y="1482477"/>
            <a:ext cx="17576800" cy="10109202"/>
          </a:xfrm>
          <a:prstGeom prst="rect">
            <a:avLst/>
          </a:prstGeom>
          <a:noFill/>
          <a:ln>
            <a:noFill/>
          </a:ln>
        </p:spPr>
      </p:pic>
      <p:sp>
        <p:nvSpPr>
          <p:cNvPr id="2061" name="Google Shape;2061;p114"/>
          <p:cNvSpPr txBox="1"/>
          <p:nvPr/>
        </p:nvSpPr>
        <p:spPr>
          <a:xfrm>
            <a:off x="1552156" y="11216515"/>
            <a:ext cx="212796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840"/>
              <a:buFont typeface="Helvetica Neue Light"/>
              <a:buNone/>
            </a:pPr>
            <a:r>
              <a:rPr b="0" i="0" lang="en-US" sz="6840" u="none" cap="none" strike="noStrike">
                <a:solidFill>
                  <a:srgbClr val="000000"/>
                </a:solidFill>
                <a:latin typeface="Helvetica Neue Light"/>
                <a:ea typeface="Helvetica Neue Light"/>
                <a:cs typeface="Helvetica Neue Light"/>
                <a:sym typeface="Helvetica Neue Light"/>
              </a:rPr>
              <a:t>We have the camera pose. Estimate depth using stereo!</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92"/>
          <p:cNvSpPr txBox="1"/>
          <p:nvPr>
            <p:ph type="title"/>
          </p:nvPr>
        </p:nvSpPr>
        <p:spPr>
          <a:xfrm>
            <a:off x="3220376" y="4953000"/>
            <a:ext cx="18248048" cy="3200400"/>
          </a:xfrm>
          <a:prstGeom prst="rect">
            <a:avLst/>
          </a:prstGeom>
          <a:noFill/>
          <a:ln>
            <a:noFill/>
          </a:ln>
        </p:spPr>
        <p:txBody>
          <a:bodyPr anchorCtr="0" anchor="ctr" bIns="101600" lIns="101600" spcFirstLastPara="1" rIns="101600" wrap="square" tIns="101600">
            <a:normAutofit/>
          </a:bodyPr>
          <a:lstStyle/>
          <a:p>
            <a:pPr indent="39687" lvl="0" marL="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Next class: </a:t>
            </a:r>
            <a:r>
              <a:rPr lang="en-US">
                <a:latin typeface="Helvetica Neue Light"/>
                <a:ea typeface="Helvetica Neue Light"/>
                <a:cs typeface="Helvetica Neue Light"/>
                <a:sym typeface="Helvetica Neue Light"/>
              </a:rPr>
              <a:t>more 3D</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0" name="Shape 2070"/>
        <p:cNvGrpSpPr/>
        <p:nvPr/>
      </p:nvGrpSpPr>
      <p:grpSpPr>
        <a:xfrm>
          <a:off x="0" y="0"/>
          <a:ext cx="0" cy="0"/>
          <a:chOff x="0" y="0"/>
          <a:chExt cx="0" cy="0"/>
        </a:xfrm>
      </p:grpSpPr>
      <p:sp>
        <p:nvSpPr>
          <p:cNvPr id="2071" name="Google Shape;2071;p107"/>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Structure from motion</a:t>
            </a:r>
            <a:endParaRPr/>
          </a:p>
        </p:txBody>
      </p:sp>
      <p:sp>
        <p:nvSpPr>
          <p:cNvPr id="2072" name="Google Shape;2072;p107"/>
          <p:cNvSpPr txBox="1"/>
          <p:nvPr>
            <p:ph idx="1" type="body"/>
          </p:nvPr>
        </p:nvSpPr>
        <p:spPr>
          <a:xfrm>
            <a:off x="3962400" y="3200400"/>
            <a:ext cx="16459200" cy="10058400"/>
          </a:xfrm>
          <a:prstGeom prst="rect">
            <a:avLst/>
          </a:prstGeom>
          <a:noFill/>
          <a:ln>
            <a:noFill/>
          </a:ln>
        </p:spPr>
        <p:txBody>
          <a:bodyPr anchorCtr="0" anchor="t" bIns="91425" lIns="91425" spcFirstLastPara="1" rIns="91425" wrap="square" tIns="91425">
            <a:normAutofit/>
          </a:bodyPr>
          <a:lstStyle/>
          <a:p>
            <a:pPr indent="-685800" lvl="0" marL="685800" rtl="0" algn="l">
              <a:lnSpc>
                <a:spcPct val="90000"/>
              </a:lnSpc>
              <a:spcBef>
                <a:spcPts val="0"/>
              </a:spcBef>
              <a:spcAft>
                <a:spcPts val="0"/>
              </a:spcAft>
              <a:buClr>
                <a:srgbClr val="000000"/>
              </a:buClr>
              <a:buSzPts val="5800"/>
              <a:buChar char="•"/>
            </a:pPr>
            <a:r>
              <a:rPr lang="en-US" sz="5800"/>
              <a:t>Minimize sum of squared reprojection errors:</a:t>
            </a:r>
            <a:endParaRPr/>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685800" lvl="0" marL="685800" rtl="0" algn="l">
              <a:lnSpc>
                <a:spcPct val="90000"/>
              </a:lnSpc>
              <a:spcBef>
                <a:spcPts val="1300"/>
              </a:spcBef>
              <a:spcAft>
                <a:spcPts val="0"/>
              </a:spcAft>
              <a:buClr>
                <a:srgbClr val="000000"/>
              </a:buClr>
              <a:buSzPts val="5800"/>
              <a:buChar char="•"/>
            </a:pPr>
            <a:r>
              <a:rPr lang="en-US" sz="5800"/>
              <a:t>Minimizing this function is called </a:t>
            </a:r>
            <a:r>
              <a:rPr i="1" lang="en-US"/>
              <a:t>bundle adjustment</a:t>
            </a:r>
            <a:endParaRPr/>
          </a:p>
          <a:p>
            <a:pPr indent="-571500" lvl="1" marL="1028700" rtl="0" algn="l">
              <a:lnSpc>
                <a:spcPct val="90000"/>
              </a:lnSpc>
              <a:spcBef>
                <a:spcPts val="1200"/>
              </a:spcBef>
              <a:spcAft>
                <a:spcPts val="0"/>
              </a:spcAft>
              <a:buClr>
                <a:srgbClr val="000000"/>
              </a:buClr>
              <a:buSzPts val="5000"/>
              <a:buChar char="–"/>
            </a:pPr>
            <a:r>
              <a:rPr lang="en-US" sz="5000"/>
              <a:t>Optimized using non-linear least squares, 			e.g. Levenberg-Marquardt</a:t>
            </a:r>
            <a:endParaRPr/>
          </a:p>
        </p:txBody>
      </p:sp>
      <p:pic>
        <p:nvPicPr>
          <p:cNvPr descr="image45.png" id="2073" name="Google Shape;2073;p107"/>
          <p:cNvPicPr preferRelativeResize="0"/>
          <p:nvPr/>
        </p:nvPicPr>
        <p:blipFill rotWithShape="1">
          <a:blip r:embed="rId3">
            <a:alphaModFix/>
          </a:blip>
          <a:srcRect b="0" l="0" r="0" t="0"/>
          <a:stretch/>
        </p:blipFill>
        <p:spPr>
          <a:xfrm>
            <a:off x="8105773" y="4193737"/>
            <a:ext cx="11430001" cy="2647951"/>
          </a:xfrm>
          <a:prstGeom prst="rect">
            <a:avLst/>
          </a:prstGeom>
          <a:noFill/>
          <a:ln>
            <a:noFill/>
          </a:ln>
        </p:spPr>
      </p:pic>
      <p:sp>
        <p:nvSpPr>
          <p:cNvPr id="2074" name="Google Shape;2074;p107"/>
          <p:cNvSpPr/>
          <p:nvPr/>
        </p:nvSpPr>
        <p:spPr>
          <a:xfrm rot="5400000">
            <a:off x="14201775" y="4708087"/>
            <a:ext cx="457200" cy="3505201"/>
          </a:xfrm>
          <a:custGeom>
            <a:rect b="b" l="l" r="r" t="t"/>
            <a:pathLst>
              <a:path extrusionOk="0" h="21600" w="21600">
                <a:moveTo>
                  <a:pt x="0" y="0"/>
                </a:moveTo>
                <a:cubicBezTo>
                  <a:pt x="5965" y="0"/>
                  <a:pt x="10800" y="105"/>
                  <a:pt x="10800" y="235"/>
                </a:cubicBezTo>
                <a:lnTo>
                  <a:pt x="10800" y="10565"/>
                </a:lnTo>
                <a:cubicBezTo>
                  <a:pt x="10800" y="10695"/>
                  <a:pt x="15635" y="10800"/>
                  <a:pt x="21600" y="10800"/>
                </a:cubicBezTo>
                <a:cubicBezTo>
                  <a:pt x="15635" y="10800"/>
                  <a:pt x="10800" y="10905"/>
                  <a:pt x="10800" y="11035"/>
                </a:cubicBezTo>
                <a:lnTo>
                  <a:pt x="10800" y="21365"/>
                </a:lnTo>
                <a:cubicBezTo>
                  <a:pt x="10800" y="21495"/>
                  <a:pt x="5965" y="21600"/>
                  <a:pt x="0" y="2160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75" name="Google Shape;2075;p107"/>
          <p:cNvSpPr txBox="1"/>
          <p:nvPr/>
        </p:nvSpPr>
        <p:spPr>
          <a:xfrm>
            <a:off x="13011723" y="6689287"/>
            <a:ext cx="2916680" cy="119957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predicted</a:t>
            </a:r>
            <a:r>
              <a:rPr b="0" i="0" lang="en-US" sz="3600" u="none" cap="none" strike="noStrike">
                <a:solidFill>
                  <a:srgbClr val="000000"/>
                </a:solidFill>
                <a:latin typeface="Calibri"/>
                <a:ea typeface="Calibri"/>
                <a:cs typeface="Calibri"/>
                <a:sym typeface="Calibri"/>
              </a:rPr>
              <a:t> </a:t>
            </a:r>
            <a:endParaRPr b="1" i="0" sz="30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location</a:t>
            </a:r>
            <a:endParaRPr/>
          </a:p>
        </p:txBody>
      </p:sp>
      <p:sp>
        <p:nvSpPr>
          <p:cNvPr id="2076" name="Google Shape;2076;p107"/>
          <p:cNvSpPr txBox="1"/>
          <p:nvPr/>
        </p:nvSpPr>
        <p:spPr>
          <a:xfrm>
            <a:off x="16516923" y="6689287"/>
            <a:ext cx="2916680" cy="119957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observed</a:t>
            </a:r>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location</a:t>
            </a:r>
            <a:endParaRPr/>
          </a:p>
        </p:txBody>
      </p:sp>
      <p:sp>
        <p:nvSpPr>
          <p:cNvPr id="2077" name="Google Shape;2077;p107"/>
          <p:cNvSpPr/>
          <p:nvPr/>
        </p:nvSpPr>
        <p:spPr>
          <a:xfrm rot="5400000">
            <a:off x="17660937" y="5576449"/>
            <a:ext cx="457201" cy="1768475"/>
          </a:xfrm>
          <a:custGeom>
            <a:rect b="b" l="l" r="r" t="t"/>
            <a:pathLst>
              <a:path extrusionOk="0" h="21600" w="21600">
                <a:moveTo>
                  <a:pt x="0" y="0"/>
                </a:moveTo>
                <a:cubicBezTo>
                  <a:pt x="5965" y="0"/>
                  <a:pt x="10800" y="208"/>
                  <a:pt x="10800" y="465"/>
                </a:cubicBezTo>
                <a:lnTo>
                  <a:pt x="10800" y="10335"/>
                </a:lnTo>
                <a:cubicBezTo>
                  <a:pt x="10800" y="10592"/>
                  <a:pt x="15635" y="10800"/>
                  <a:pt x="21600" y="10800"/>
                </a:cubicBezTo>
                <a:cubicBezTo>
                  <a:pt x="15635" y="10800"/>
                  <a:pt x="10800" y="11008"/>
                  <a:pt x="10800" y="11265"/>
                </a:cubicBezTo>
                <a:lnTo>
                  <a:pt x="10800" y="21135"/>
                </a:lnTo>
                <a:cubicBezTo>
                  <a:pt x="10800" y="21392"/>
                  <a:pt x="5965" y="21600"/>
                  <a:pt x="0" y="2160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pic>
        <p:nvPicPr>
          <p:cNvPr descr="image46.tif" id="2078" name="Google Shape;2078;p107"/>
          <p:cNvPicPr preferRelativeResize="0"/>
          <p:nvPr/>
        </p:nvPicPr>
        <p:blipFill rotWithShape="1">
          <a:blip r:embed="rId4">
            <a:alphaModFix/>
          </a:blip>
          <a:srcRect b="0" l="0" r="0" t="0"/>
          <a:stretch/>
        </p:blipFill>
        <p:spPr>
          <a:xfrm>
            <a:off x="4114800" y="4984313"/>
            <a:ext cx="4117974" cy="1066801"/>
          </a:xfrm>
          <a:prstGeom prst="rect">
            <a:avLst/>
          </a:prstGeom>
          <a:noFill/>
          <a:ln>
            <a:noFill/>
          </a:ln>
        </p:spPr>
      </p:pic>
      <p:sp>
        <p:nvSpPr>
          <p:cNvPr id="2079" name="Google Shape;2079;p107"/>
          <p:cNvSpPr/>
          <p:nvPr/>
        </p:nvSpPr>
        <p:spPr>
          <a:xfrm rot="5400000">
            <a:off x="10929255" y="6022538"/>
            <a:ext cx="457201" cy="1066801"/>
          </a:xfrm>
          <a:custGeom>
            <a:rect b="b" l="l" r="r" t="t"/>
            <a:pathLst>
              <a:path extrusionOk="0" h="21600" w="21600">
                <a:moveTo>
                  <a:pt x="0" y="0"/>
                </a:moveTo>
                <a:cubicBezTo>
                  <a:pt x="5965" y="0"/>
                  <a:pt x="10800" y="345"/>
                  <a:pt x="10800" y="771"/>
                </a:cubicBezTo>
                <a:lnTo>
                  <a:pt x="10800" y="10029"/>
                </a:lnTo>
                <a:cubicBezTo>
                  <a:pt x="10800" y="10455"/>
                  <a:pt x="15635" y="10800"/>
                  <a:pt x="21600" y="10800"/>
                </a:cubicBezTo>
                <a:cubicBezTo>
                  <a:pt x="15635" y="10800"/>
                  <a:pt x="10800" y="11145"/>
                  <a:pt x="10800" y="11571"/>
                </a:cubicBezTo>
                <a:lnTo>
                  <a:pt x="10800" y="20829"/>
                </a:lnTo>
                <a:cubicBezTo>
                  <a:pt x="10800" y="21255"/>
                  <a:pt x="5965" y="21600"/>
                  <a:pt x="0" y="2160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080" name="Google Shape;2080;p107"/>
          <p:cNvSpPr txBox="1"/>
          <p:nvPr/>
        </p:nvSpPr>
        <p:spPr>
          <a:xfrm>
            <a:off x="8691462" y="7807793"/>
            <a:ext cx="5245319" cy="119957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indicator variable</a:t>
            </a:r>
            <a:r>
              <a:rPr b="0" i="0" lang="en-US" sz="3600" u="none" cap="none" strike="noStrike">
                <a:solidFill>
                  <a:srgbClr val="000000"/>
                </a:solidFill>
                <a:latin typeface="Calibri"/>
                <a:ea typeface="Calibri"/>
                <a:cs typeface="Calibri"/>
                <a:sym typeface="Calibri"/>
              </a:rPr>
              <a:t>:</a:t>
            </a:r>
            <a:endParaRPr b="1" i="0" sz="30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is point </a:t>
            </a:r>
            <a:r>
              <a:rPr b="0" i="1" lang="en-US" sz="3600" u="none" cap="none" strike="noStrike">
                <a:solidFill>
                  <a:srgbClr val="000000"/>
                </a:solidFill>
                <a:latin typeface="Calibri"/>
                <a:ea typeface="Calibri"/>
                <a:cs typeface="Calibri"/>
                <a:sym typeface="Calibri"/>
              </a:rPr>
              <a:t>i </a:t>
            </a:r>
            <a:r>
              <a:rPr b="0" i="0" lang="en-US" sz="3600" u="none" cap="none" strike="noStrike">
                <a:solidFill>
                  <a:srgbClr val="000000"/>
                </a:solidFill>
                <a:latin typeface="Calibri"/>
                <a:ea typeface="Calibri"/>
                <a:cs typeface="Calibri"/>
                <a:sym typeface="Calibri"/>
              </a:rPr>
              <a:t>visible in image </a:t>
            </a:r>
            <a:r>
              <a:rPr b="0" i="1" lang="en-US" sz="3600" u="none" cap="none" strike="noStrike">
                <a:solidFill>
                  <a:srgbClr val="000000"/>
                </a:solidFill>
                <a:latin typeface="Calibri"/>
                <a:ea typeface="Calibri"/>
                <a:cs typeface="Calibri"/>
                <a:sym typeface="Calibri"/>
              </a:rPr>
              <a:t>j </a:t>
            </a:r>
            <a:r>
              <a:rPr b="0" i="0" lang="en-US" sz="3600" u="none" cap="none" strike="noStrike">
                <a:solidFill>
                  <a:srgbClr val="000000"/>
                </a:solidFill>
                <a:latin typeface="Calibri"/>
                <a:ea typeface="Calibri"/>
                <a:cs typeface="Calibri"/>
                <a:sym typeface="Calibri"/>
              </a:rPr>
              <a:t>?</a:t>
            </a:r>
            <a:endParaRPr/>
          </a:p>
        </p:txBody>
      </p:sp>
      <p:cxnSp>
        <p:nvCxnSpPr>
          <p:cNvPr id="2081" name="Google Shape;2081;p107"/>
          <p:cNvCxnSpPr/>
          <p:nvPr/>
        </p:nvCxnSpPr>
        <p:spPr>
          <a:xfrm>
            <a:off x="11168740" y="7089337"/>
            <a:ext cx="15397" cy="835463"/>
          </a:xfrm>
          <a:prstGeom prst="straightConnector1">
            <a:avLst/>
          </a:prstGeom>
          <a:noFill/>
          <a:ln cap="flat" cmpd="sng" w="50800">
            <a:solidFill>
              <a:srgbClr val="000000"/>
            </a:solidFill>
            <a:prstDash val="solid"/>
            <a:round/>
            <a:headEnd len="sm" w="sm" type="none"/>
            <a:tailEnd len="med" w="med" type="triangle"/>
          </a:ln>
        </p:spPr>
      </p:cxnSp>
      <p:sp>
        <p:nvSpPr>
          <p:cNvPr id="2082" name="Google Shape;2082;p107"/>
          <p:cNvSpPr txBox="1"/>
          <p:nvPr>
            <p:ph idx="12" type="sldNum"/>
          </p:nvPr>
        </p:nvSpPr>
        <p:spPr>
          <a:xfrm>
            <a:off x="20067815" y="12835870"/>
            <a:ext cx="353786"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83" name="Google Shape;2083;p107"/>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500"/>
                                        <p:tgtEl>
                                          <p:spTgt spid="2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gtEl>
                                        <p:attrNameLst>
                                          <p:attrName>style.visibility</p:attrName>
                                        </p:attrNameLst>
                                      </p:cBhvr>
                                      <p:to>
                                        <p:strVal val="visible"/>
                                      </p:to>
                                    </p:set>
                                    <p:animEffect filter="fade" transition="in">
                                      <p:cBhvr>
                                        <p:cTn dur="500"/>
                                        <p:tgtEl>
                                          <p:spTgt spid="207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80"/>
                                        </p:tgtEl>
                                        <p:attrNameLst>
                                          <p:attrName>style.visibility</p:attrName>
                                        </p:attrNameLst>
                                      </p:cBhvr>
                                      <p:to>
                                        <p:strVal val="visible"/>
                                      </p:to>
                                    </p:set>
                                    <p:animEffect filter="fade" transition="in">
                                      <p:cBhvr>
                                        <p:cTn dur="500"/>
                                        <p:tgtEl>
                                          <p:spTgt spid="20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81"/>
                                        </p:tgtEl>
                                        <p:attrNameLst>
                                          <p:attrName>style.visibility</p:attrName>
                                        </p:attrNameLst>
                                      </p:cBhvr>
                                      <p:to>
                                        <p:strVal val="visible"/>
                                      </p:to>
                                    </p:set>
                                    <p:animEffect filter="fade" transition="in">
                                      <p:cBhvr>
                                        <p:cTn dur="500"/>
                                        <p:tgtEl>
                                          <p:spTgt spid="20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7"/>
                                        </p:tgtEl>
                                        <p:attrNameLst>
                                          <p:attrName>style.visibility</p:attrName>
                                        </p:attrNameLst>
                                      </p:cBhvr>
                                      <p:to>
                                        <p:strVal val="visible"/>
                                      </p:to>
                                    </p:set>
                                    <p:animEffect filter="fade" transition="in">
                                      <p:cBhvr>
                                        <p:cTn dur="500"/>
                                        <p:tgtEl>
                                          <p:spTgt spid="20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500"/>
                                        <p:tgtEl>
                                          <p:spTgt spid="20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87" name="Shape 2087"/>
        <p:cNvGrpSpPr/>
        <p:nvPr/>
      </p:nvGrpSpPr>
      <p:grpSpPr>
        <a:xfrm>
          <a:off x="0" y="0"/>
          <a:ext cx="0" cy="0"/>
          <a:chOff x="0" y="0"/>
          <a:chExt cx="0" cy="0"/>
        </a:xfrm>
      </p:grpSpPr>
      <p:cxnSp>
        <p:nvCxnSpPr>
          <p:cNvPr id="2088" name="Google Shape;2088;p108"/>
          <p:cNvCxnSpPr/>
          <p:nvPr/>
        </p:nvCxnSpPr>
        <p:spPr>
          <a:xfrm rot="10800000">
            <a:off x="8966200" y="7934326"/>
            <a:ext cx="6911977" cy="2686050"/>
          </a:xfrm>
          <a:prstGeom prst="straightConnector1">
            <a:avLst/>
          </a:prstGeom>
          <a:noFill/>
          <a:ln cap="flat" cmpd="sng" w="63500">
            <a:solidFill>
              <a:srgbClr val="000000"/>
            </a:solidFill>
            <a:prstDash val="solid"/>
            <a:round/>
            <a:headEnd len="sm" w="sm" type="none"/>
            <a:tailEnd len="sm" w="sm" type="none"/>
          </a:ln>
        </p:spPr>
      </p:cxnSp>
      <p:sp>
        <p:nvSpPr>
          <p:cNvPr id="2089" name="Google Shape;2089;p10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Incremental structure from motion</a:t>
            </a:r>
            <a:endParaRPr/>
          </a:p>
        </p:txBody>
      </p:sp>
      <p:grpSp>
        <p:nvGrpSpPr>
          <p:cNvPr id="2090" name="Google Shape;2090;p108"/>
          <p:cNvGrpSpPr/>
          <p:nvPr/>
        </p:nvGrpSpPr>
        <p:grpSpPr>
          <a:xfrm>
            <a:off x="7873999" y="3889376"/>
            <a:ext cx="8385177" cy="7423151"/>
            <a:chOff x="-1" y="0"/>
            <a:chExt cx="8385177" cy="7423150"/>
          </a:xfrm>
        </p:grpSpPr>
        <p:cxnSp>
          <p:nvCxnSpPr>
            <p:cNvPr id="2091" name="Google Shape;2091;p108"/>
            <p:cNvCxnSpPr/>
            <p:nvPr/>
          </p:nvCxnSpPr>
          <p:spPr>
            <a:xfrm flipH="1">
              <a:off x="7426325" y="2819400"/>
              <a:ext cx="101601" cy="1793875"/>
            </a:xfrm>
            <a:prstGeom prst="straightConnector1">
              <a:avLst/>
            </a:prstGeom>
            <a:noFill/>
            <a:ln cap="flat" cmpd="sng" w="63500">
              <a:solidFill>
                <a:srgbClr val="000000"/>
              </a:solidFill>
              <a:prstDash val="solid"/>
              <a:round/>
              <a:headEnd len="sm" w="sm" type="none"/>
              <a:tailEnd len="sm" w="sm" type="none"/>
            </a:ln>
          </p:spPr>
        </p:cxnSp>
        <p:cxnSp>
          <p:nvCxnSpPr>
            <p:cNvPr id="2092" name="Google Shape;2092;p108"/>
            <p:cNvCxnSpPr/>
            <p:nvPr/>
          </p:nvCxnSpPr>
          <p:spPr>
            <a:xfrm>
              <a:off x="7327900" y="4714874"/>
              <a:ext cx="495301" cy="1797052"/>
            </a:xfrm>
            <a:prstGeom prst="straightConnector1">
              <a:avLst/>
            </a:prstGeom>
            <a:noFill/>
            <a:ln cap="flat" cmpd="sng" w="63500">
              <a:solidFill>
                <a:srgbClr val="000000"/>
              </a:solidFill>
              <a:prstDash val="solid"/>
              <a:round/>
              <a:headEnd len="sm" w="sm" type="none"/>
              <a:tailEnd len="sm" w="sm" type="none"/>
            </a:ln>
          </p:spPr>
        </p:cxnSp>
        <p:cxnSp>
          <p:nvCxnSpPr>
            <p:cNvPr id="2093" name="Google Shape;2093;p108"/>
            <p:cNvCxnSpPr/>
            <p:nvPr/>
          </p:nvCxnSpPr>
          <p:spPr>
            <a:xfrm flipH="1" rot="10800000">
              <a:off x="3127375" y="2486024"/>
              <a:ext cx="2397125" cy="1930402"/>
            </a:xfrm>
            <a:prstGeom prst="straightConnector1">
              <a:avLst/>
            </a:prstGeom>
            <a:noFill/>
            <a:ln cap="flat" cmpd="sng" w="63500">
              <a:solidFill>
                <a:srgbClr val="000000"/>
              </a:solidFill>
              <a:prstDash val="solid"/>
              <a:round/>
              <a:headEnd len="sm" w="sm" type="none"/>
              <a:tailEnd len="sm" w="sm" type="none"/>
            </a:ln>
          </p:spPr>
        </p:cxnSp>
        <p:cxnSp>
          <p:nvCxnSpPr>
            <p:cNvPr id="2094" name="Google Shape;2094;p108"/>
            <p:cNvCxnSpPr/>
            <p:nvPr/>
          </p:nvCxnSpPr>
          <p:spPr>
            <a:xfrm>
              <a:off x="5527675" y="2520950"/>
              <a:ext cx="1993901" cy="165100"/>
            </a:xfrm>
            <a:prstGeom prst="straightConnector1">
              <a:avLst/>
            </a:prstGeom>
            <a:noFill/>
            <a:ln cap="flat" cmpd="sng" w="63500">
              <a:solidFill>
                <a:srgbClr val="000000"/>
              </a:solidFill>
              <a:prstDash val="solid"/>
              <a:round/>
              <a:headEnd len="sm" w="sm" type="none"/>
              <a:tailEnd len="sm" w="sm" type="none"/>
            </a:ln>
          </p:spPr>
        </p:cxnSp>
        <p:cxnSp>
          <p:nvCxnSpPr>
            <p:cNvPr id="2095" name="Google Shape;2095;p108"/>
            <p:cNvCxnSpPr/>
            <p:nvPr/>
          </p:nvCxnSpPr>
          <p:spPr>
            <a:xfrm>
              <a:off x="2527300" y="574674"/>
              <a:ext cx="685801" cy="1949452"/>
            </a:xfrm>
            <a:prstGeom prst="straightConnector1">
              <a:avLst/>
            </a:prstGeom>
            <a:noFill/>
            <a:ln cap="flat" cmpd="sng" w="63500">
              <a:solidFill>
                <a:srgbClr val="000000"/>
              </a:solidFill>
              <a:prstDash val="solid"/>
              <a:round/>
              <a:headEnd len="sm" w="sm" type="none"/>
              <a:tailEnd len="sm" w="sm" type="none"/>
            </a:ln>
          </p:spPr>
        </p:cxnSp>
        <p:cxnSp>
          <p:nvCxnSpPr>
            <p:cNvPr id="2096" name="Google Shape;2096;p108"/>
            <p:cNvCxnSpPr/>
            <p:nvPr/>
          </p:nvCxnSpPr>
          <p:spPr>
            <a:xfrm>
              <a:off x="2527300" y="574674"/>
              <a:ext cx="574675" cy="4010026"/>
            </a:xfrm>
            <a:prstGeom prst="straightConnector1">
              <a:avLst/>
            </a:prstGeom>
            <a:noFill/>
            <a:ln cap="flat" cmpd="sng" w="63500">
              <a:solidFill>
                <a:srgbClr val="000000"/>
              </a:solidFill>
              <a:prstDash val="solid"/>
              <a:round/>
              <a:headEnd len="sm" w="sm" type="none"/>
              <a:tailEnd len="sm" w="sm" type="none"/>
            </a:ln>
          </p:spPr>
        </p:cxnSp>
        <p:cxnSp>
          <p:nvCxnSpPr>
            <p:cNvPr id="2097" name="Google Shape;2097;p108"/>
            <p:cNvCxnSpPr/>
            <p:nvPr/>
          </p:nvCxnSpPr>
          <p:spPr>
            <a:xfrm flipH="1">
              <a:off x="3101976" y="2524125"/>
              <a:ext cx="111125" cy="2060575"/>
            </a:xfrm>
            <a:prstGeom prst="straightConnector1">
              <a:avLst/>
            </a:prstGeom>
            <a:noFill/>
            <a:ln cap="flat" cmpd="sng" w="63500">
              <a:solidFill>
                <a:srgbClr val="000000"/>
              </a:solidFill>
              <a:prstDash val="solid"/>
              <a:round/>
              <a:headEnd len="sm" w="sm" type="none"/>
              <a:tailEnd len="sm" w="sm" type="none"/>
            </a:ln>
          </p:spPr>
        </p:cxnSp>
        <p:cxnSp>
          <p:nvCxnSpPr>
            <p:cNvPr id="2098" name="Google Shape;2098;p108"/>
            <p:cNvCxnSpPr/>
            <p:nvPr/>
          </p:nvCxnSpPr>
          <p:spPr>
            <a:xfrm>
              <a:off x="917574" y="3895725"/>
              <a:ext cx="2184402" cy="688975"/>
            </a:xfrm>
            <a:prstGeom prst="straightConnector1">
              <a:avLst/>
            </a:prstGeom>
            <a:noFill/>
            <a:ln cap="flat" cmpd="sng" w="63500">
              <a:solidFill>
                <a:srgbClr val="000000"/>
              </a:solidFill>
              <a:prstDash val="solid"/>
              <a:round/>
              <a:headEnd len="sm" w="sm" type="none"/>
              <a:tailEnd len="sm" w="sm" type="none"/>
            </a:ln>
          </p:spPr>
        </p:cxnSp>
        <p:cxnSp>
          <p:nvCxnSpPr>
            <p:cNvPr id="2099" name="Google Shape;2099;p108"/>
            <p:cNvCxnSpPr/>
            <p:nvPr/>
          </p:nvCxnSpPr>
          <p:spPr>
            <a:xfrm>
              <a:off x="917574" y="6080124"/>
              <a:ext cx="1952626" cy="800102"/>
            </a:xfrm>
            <a:prstGeom prst="straightConnector1">
              <a:avLst/>
            </a:prstGeom>
            <a:noFill/>
            <a:ln cap="flat" cmpd="sng" w="63500">
              <a:solidFill>
                <a:srgbClr val="000000"/>
              </a:solidFill>
              <a:prstDash val="solid"/>
              <a:round/>
              <a:headEnd len="sm" w="sm" type="none"/>
              <a:tailEnd len="sm" w="sm" type="none"/>
            </a:ln>
          </p:spPr>
        </p:cxnSp>
        <p:cxnSp>
          <p:nvCxnSpPr>
            <p:cNvPr id="2100" name="Google Shape;2100;p108"/>
            <p:cNvCxnSpPr/>
            <p:nvPr/>
          </p:nvCxnSpPr>
          <p:spPr>
            <a:xfrm flipH="1">
              <a:off x="1263651" y="914400"/>
              <a:ext cx="4251325" cy="3098800"/>
            </a:xfrm>
            <a:prstGeom prst="straightConnector1">
              <a:avLst/>
            </a:prstGeom>
            <a:noFill/>
            <a:ln cap="flat" cmpd="sng" w="63500">
              <a:solidFill>
                <a:srgbClr val="000000"/>
              </a:solidFill>
              <a:prstDash val="solid"/>
              <a:round/>
              <a:headEnd len="sm" w="sm" type="none"/>
              <a:tailEnd len="sm" w="sm" type="none"/>
            </a:ln>
          </p:spPr>
        </p:cxnSp>
        <p:cxnSp>
          <p:nvCxnSpPr>
            <p:cNvPr id="2101" name="Google Shape;2101;p108"/>
            <p:cNvCxnSpPr/>
            <p:nvPr/>
          </p:nvCxnSpPr>
          <p:spPr>
            <a:xfrm>
              <a:off x="4708525" y="6419849"/>
              <a:ext cx="1955801" cy="231775"/>
            </a:xfrm>
            <a:prstGeom prst="straightConnector1">
              <a:avLst/>
            </a:prstGeom>
            <a:noFill/>
            <a:ln cap="flat" cmpd="sng" w="63500">
              <a:solidFill>
                <a:srgbClr val="000000"/>
              </a:solidFill>
              <a:prstDash val="solid"/>
              <a:round/>
              <a:headEnd len="sm" w="sm" type="none"/>
              <a:tailEnd len="sm" w="sm" type="none"/>
            </a:ln>
          </p:spPr>
        </p:cxnSp>
        <p:cxnSp>
          <p:nvCxnSpPr>
            <p:cNvPr id="2102" name="Google Shape;2102;p108"/>
            <p:cNvCxnSpPr/>
            <p:nvPr/>
          </p:nvCxnSpPr>
          <p:spPr>
            <a:xfrm>
              <a:off x="1031875" y="4244974"/>
              <a:ext cx="5632450" cy="2406652"/>
            </a:xfrm>
            <a:prstGeom prst="straightConnector1">
              <a:avLst/>
            </a:prstGeom>
            <a:noFill/>
            <a:ln cap="flat" cmpd="sng" w="63500">
              <a:solidFill>
                <a:srgbClr val="000000"/>
              </a:solidFill>
              <a:prstDash val="solid"/>
              <a:round/>
              <a:headEnd len="sm" w="sm" type="none"/>
              <a:tailEnd len="sm" w="sm" type="none"/>
            </a:ln>
          </p:spPr>
        </p:cxnSp>
        <p:cxnSp>
          <p:nvCxnSpPr>
            <p:cNvPr id="2103" name="Google Shape;2103;p108"/>
            <p:cNvCxnSpPr/>
            <p:nvPr/>
          </p:nvCxnSpPr>
          <p:spPr>
            <a:xfrm flipH="1" rot="10800000">
              <a:off x="688975" y="4584699"/>
              <a:ext cx="2298701" cy="1263652"/>
            </a:xfrm>
            <a:prstGeom prst="straightConnector1">
              <a:avLst/>
            </a:prstGeom>
            <a:noFill/>
            <a:ln cap="flat" cmpd="sng" w="63500">
              <a:solidFill>
                <a:srgbClr val="000000"/>
              </a:solidFill>
              <a:prstDash val="solid"/>
              <a:round/>
              <a:headEnd len="sm" w="sm" type="none"/>
              <a:tailEnd len="sm" w="sm" type="none"/>
            </a:ln>
          </p:spPr>
        </p:cxnSp>
        <p:cxnSp>
          <p:nvCxnSpPr>
            <p:cNvPr id="2104" name="Google Shape;2104;p108"/>
            <p:cNvCxnSpPr/>
            <p:nvPr/>
          </p:nvCxnSpPr>
          <p:spPr>
            <a:xfrm flipH="1" rot="10800000">
              <a:off x="4708525" y="4584700"/>
              <a:ext cx="2644775" cy="1835150"/>
            </a:xfrm>
            <a:prstGeom prst="straightConnector1">
              <a:avLst/>
            </a:prstGeom>
            <a:noFill/>
            <a:ln cap="flat" cmpd="sng" w="63500">
              <a:solidFill>
                <a:srgbClr val="000000"/>
              </a:solidFill>
              <a:prstDash val="solid"/>
              <a:round/>
              <a:headEnd len="sm" w="sm" type="none"/>
              <a:tailEnd len="sm" w="sm" type="none"/>
            </a:ln>
          </p:spPr>
        </p:cxnSp>
        <p:cxnSp>
          <p:nvCxnSpPr>
            <p:cNvPr id="2105" name="Google Shape;2105;p108"/>
            <p:cNvCxnSpPr/>
            <p:nvPr/>
          </p:nvCxnSpPr>
          <p:spPr>
            <a:xfrm flipH="1" rot="10800000">
              <a:off x="5283200" y="1377951"/>
              <a:ext cx="1838325" cy="1031875"/>
            </a:xfrm>
            <a:prstGeom prst="straightConnector1">
              <a:avLst/>
            </a:prstGeom>
            <a:noFill/>
            <a:ln cap="flat" cmpd="sng" w="63500">
              <a:solidFill>
                <a:srgbClr val="000000"/>
              </a:solidFill>
              <a:prstDash val="solid"/>
              <a:round/>
              <a:headEnd len="sm" w="sm" type="none"/>
              <a:tailEnd len="sm" w="sm" type="none"/>
            </a:ln>
          </p:spPr>
        </p:cxnSp>
        <p:cxnSp>
          <p:nvCxnSpPr>
            <p:cNvPr id="2106" name="Google Shape;2106;p108"/>
            <p:cNvCxnSpPr/>
            <p:nvPr/>
          </p:nvCxnSpPr>
          <p:spPr>
            <a:xfrm rot="10800000">
              <a:off x="3213101" y="4359275"/>
              <a:ext cx="2187575" cy="111125"/>
            </a:xfrm>
            <a:prstGeom prst="straightConnector1">
              <a:avLst/>
            </a:prstGeom>
            <a:noFill/>
            <a:ln cap="flat" cmpd="sng" w="63500">
              <a:solidFill>
                <a:srgbClr val="000000"/>
              </a:solidFill>
              <a:prstDash val="solid"/>
              <a:round/>
              <a:headEnd len="sm" w="sm" type="none"/>
              <a:tailEnd len="sm" w="sm" type="none"/>
            </a:ln>
          </p:spPr>
        </p:cxnSp>
        <p:cxnSp>
          <p:nvCxnSpPr>
            <p:cNvPr id="2107" name="Google Shape;2107;p108"/>
            <p:cNvCxnSpPr/>
            <p:nvPr/>
          </p:nvCxnSpPr>
          <p:spPr>
            <a:xfrm flipH="1">
              <a:off x="2755901" y="2867025"/>
              <a:ext cx="4708526" cy="4013200"/>
            </a:xfrm>
            <a:prstGeom prst="straightConnector1">
              <a:avLst/>
            </a:prstGeom>
            <a:noFill/>
            <a:ln cap="flat" cmpd="sng" w="63500">
              <a:solidFill>
                <a:srgbClr val="000000"/>
              </a:solidFill>
              <a:prstDash val="solid"/>
              <a:round/>
              <a:headEnd len="sm" w="sm" type="none"/>
              <a:tailEnd len="sm" w="sm" type="none"/>
            </a:ln>
          </p:spPr>
        </p:cxnSp>
        <p:pic>
          <p:nvPicPr>
            <p:cNvPr descr="vgasull_23497540" id="2108" name="Google Shape;2108;p108"/>
            <p:cNvPicPr preferRelativeResize="0"/>
            <p:nvPr/>
          </p:nvPicPr>
          <p:blipFill rotWithShape="1">
            <a:blip r:embed="rId3">
              <a:alphaModFix/>
            </a:blip>
            <a:srcRect b="0" l="0" r="0" t="0"/>
            <a:stretch/>
          </p:blipFill>
          <p:spPr>
            <a:xfrm>
              <a:off x="1952625" y="6305550"/>
              <a:ext cx="1492251" cy="1117600"/>
            </a:xfrm>
            <a:prstGeom prst="rect">
              <a:avLst/>
            </a:prstGeom>
            <a:noFill/>
            <a:ln>
              <a:noFill/>
            </a:ln>
          </p:spPr>
        </p:pic>
        <p:pic>
          <p:nvPicPr>
            <p:cNvPr descr="vgasull_25138094" id="2109" name="Google Shape;2109;p108"/>
            <p:cNvPicPr preferRelativeResize="0"/>
            <p:nvPr/>
          </p:nvPicPr>
          <p:blipFill rotWithShape="1">
            <a:blip r:embed="rId4">
              <a:alphaModFix/>
            </a:blip>
            <a:srcRect b="0" l="0" r="0" t="0"/>
            <a:stretch/>
          </p:blipFill>
          <p:spPr>
            <a:xfrm>
              <a:off x="6778625" y="803275"/>
              <a:ext cx="1492251" cy="1117600"/>
            </a:xfrm>
            <a:prstGeom prst="rect">
              <a:avLst/>
            </a:prstGeom>
            <a:noFill/>
            <a:ln>
              <a:noFill/>
            </a:ln>
          </p:spPr>
        </p:pic>
        <p:pic>
          <p:nvPicPr>
            <p:cNvPr descr="12537899@N00_61998638" id="2110" name="Google Shape;2110;p108"/>
            <p:cNvPicPr preferRelativeResize="0"/>
            <p:nvPr/>
          </p:nvPicPr>
          <p:blipFill rotWithShape="1">
            <a:blip r:embed="rId5">
              <a:alphaModFix/>
            </a:blip>
            <a:srcRect b="0" l="0" r="0" t="0"/>
            <a:stretch/>
          </p:blipFill>
          <p:spPr>
            <a:xfrm>
              <a:off x="-1" y="5505450"/>
              <a:ext cx="1492252" cy="1117600"/>
            </a:xfrm>
            <a:prstGeom prst="rect">
              <a:avLst/>
            </a:prstGeom>
            <a:noFill/>
            <a:ln>
              <a:noFill/>
            </a:ln>
          </p:spPr>
        </p:pic>
        <p:pic>
          <p:nvPicPr>
            <p:cNvPr descr="amos_33004438" id="2111" name="Google Shape;2111;p108"/>
            <p:cNvPicPr preferRelativeResize="0"/>
            <p:nvPr/>
          </p:nvPicPr>
          <p:blipFill rotWithShape="1">
            <a:blip r:embed="rId6">
              <a:alphaModFix/>
            </a:blip>
            <a:srcRect b="0" l="0" r="0" t="0"/>
            <a:stretch/>
          </p:blipFill>
          <p:spPr>
            <a:xfrm>
              <a:off x="1838325" y="0"/>
              <a:ext cx="1492251" cy="1117600"/>
            </a:xfrm>
            <a:prstGeom prst="rect">
              <a:avLst/>
            </a:prstGeom>
            <a:noFill/>
            <a:ln>
              <a:noFill/>
            </a:ln>
          </p:spPr>
        </p:pic>
        <p:pic>
          <p:nvPicPr>
            <p:cNvPr descr="antmoose_35893232" id="2112" name="Google Shape;2112;p108"/>
            <p:cNvPicPr preferRelativeResize="0"/>
            <p:nvPr/>
          </p:nvPicPr>
          <p:blipFill rotWithShape="1">
            <a:blip r:embed="rId7">
              <a:alphaModFix/>
            </a:blip>
            <a:srcRect b="0" l="0" r="0" t="0"/>
            <a:stretch/>
          </p:blipFill>
          <p:spPr>
            <a:xfrm>
              <a:off x="228599" y="1603375"/>
              <a:ext cx="1495427" cy="1117600"/>
            </a:xfrm>
            <a:prstGeom prst="rect">
              <a:avLst/>
            </a:prstGeom>
            <a:noFill/>
            <a:ln>
              <a:noFill/>
            </a:ln>
          </p:spPr>
        </p:pic>
        <p:pic>
          <p:nvPicPr>
            <p:cNvPr descr="brodo_1608728" id="2113" name="Google Shape;2113;p108"/>
            <p:cNvPicPr preferRelativeResize="0"/>
            <p:nvPr/>
          </p:nvPicPr>
          <p:blipFill rotWithShape="1">
            <a:blip r:embed="rId8">
              <a:alphaModFix/>
            </a:blip>
            <a:srcRect b="0" l="0" r="0" t="0"/>
            <a:stretch/>
          </p:blipFill>
          <p:spPr>
            <a:xfrm>
              <a:off x="3905250" y="5962650"/>
              <a:ext cx="1495426" cy="1117600"/>
            </a:xfrm>
            <a:prstGeom prst="rect">
              <a:avLst/>
            </a:prstGeom>
            <a:noFill/>
            <a:ln>
              <a:noFill/>
            </a:ln>
          </p:spPr>
        </p:pic>
        <p:pic>
          <p:nvPicPr>
            <p:cNvPr descr="daryoush_66536317" id="2114" name="Google Shape;2114;p108"/>
            <p:cNvPicPr preferRelativeResize="0"/>
            <p:nvPr/>
          </p:nvPicPr>
          <p:blipFill rotWithShape="1">
            <a:blip r:embed="rId9">
              <a:alphaModFix/>
            </a:blip>
            <a:srcRect b="0" l="0" r="0" t="0"/>
            <a:stretch/>
          </p:blipFill>
          <p:spPr>
            <a:xfrm>
              <a:off x="6889750" y="2292350"/>
              <a:ext cx="1495426" cy="1117600"/>
            </a:xfrm>
            <a:prstGeom prst="rect">
              <a:avLst/>
            </a:prstGeom>
            <a:noFill/>
            <a:ln>
              <a:noFill/>
            </a:ln>
          </p:spPr>
        </p:pic>
        <p:pic>
          <p:nvPicPr>
            <p:cNvPr descr="ekenzie_18947135" id="2115" name="Google Shape;2115;p108"/>
            <p:cNvPicPr preferRelativeResize="0"/>
            <p:nvPr/>
          </p:nvPicPr>
          <p:blipFill rotWithShape="1">
            <a:blip r:embed="rId10">
              <a:alphaModFix/>
            </a:blip>
            <a:srcRect b="0" l="0" r="0" t="0"/>
            <a:stretch/>
          </p:blipFill>
          <p:spPr>
            <a:xfrm>
              <a:off x="5972175" y="5848350"/>
              <a:ext cx="1006476" cy="1492250"/>
            </a:xfrm>
            <a:prstGeom prst="rect">
              <a:avLst/>
            </a:prstGeom>
            <a:noFill/>
            <a:ln>
              <a:noFill/>
            </a:ln>
          </p:spPr>
        </p:pic>
        <p:pic>
          <p:nvPicPr>
            <p:cNvPr descr="ewanmcdowall_60821586" id="2116" name="Google Shape;2116;p108"/>
            <p:cNvPicPr preferRelativeResize="0"/>
            <p:nvPr/>
          </p:nvPicPr>
          <p:blipFill rotWithShape="1">
            <a:blip r:embed="rId11">
              <a:alphaModFix/>
            </a:blip>
            <a:srcRect b="0" l="0" r="0" t="0"/>
            <a:stretch/>
          </p:blipFill>
          <p:spPr>
            <a:xfrm>
              <a:off x="2413000" y="3895725"/>
              <a:ext cx="1492251" cy="1117600"/>
            </a:xfrm>
            <a:prstGeom prst="rect">
              <a:avLst/>
            </a:prstGeom>
            <a:noFill/>
            <a:ln>
              <a:noFill/>
            </a:ln>
          </p:spPr>
        </p:pic>
        <p:pic>
          <p:nvPicPr>
            <p:cNvPr descr="gauiscaecilius_668314" id="2117" name="Google Shape;2117;p108"/>
            <p:cNvPicPr preferRelativeResize="0"/>
            <p:nvPr/>
          </p:nvPicPr>
          <p:blipFill rotWithShape="1">
            <a:blip r:embed="rId12">
              <a:alphaModFix/>
            </a:blip>
            <a:srcRect b="0" l="0" r="0" t="0"/>
            <a:stretch/>
          </p:blipFill>
          <p:spPr>
            <a:xfrm>
              <a:off x="4594225" y="1949450"/>
              <a:ext cx="1495426" cy="1117600"/>
            </a:xfrm>
            <a:prstGeom prst="rect">
              <a:avLst/>
            </a:prstGeom>
            <a:noFill/>
            <a:ln>
              <a:noFill/>
            </a:ln>
          </p:spPr>
        </p:pic>
        <p:pic>
          <p:nvPicPr>
            <p:cNvPr descr="kurtnaks_31268253" id="2118" name="Google Shape;2118;p108"/>
            <p:cNvPicPr preferRelativeResize="0"/>
            <p:nvPr/>
          </p:nvPicPr>
          <p:blipFill rotWithShape="1">
            <a:blip r:embed="rId13">
              <a:alphaModFix/>
            </a:blip>
            <a:srcRect b="0" l="0" r="0" t="0"/>
            <a:stretch/>
          </p:blipFill>
          <p:spPr>
            <a:xfrm>
              <a:off x="4594225" y="574675"/>
              <a:ext cx="1495426" cy="996950"/>
            </a:xfrm>
            <a:prstGeom prst="rect">
              <a:avLst/>
            </a:prstGeom>
            <a:noFill/>
            <a:ln>
              <a:noFill/>
            </a:ln>
          </p:spPr>
        </p:pic>
        <p:pic>
          <p:nvPicPr>
            <p:cNvPr descr="mrjennings_23299087" id="2119" name="Google Shape;2119;p108"/>
            <p:cNvPicPr preferRelativeResize="0"/>
            <p:nvPr/>
          </p:nvPicPr>
          <p:blipFill rotWithShape="1">
            <a:blip r:embed="rId14">
              <a:alphaModFix/>
            </a:blip>
            <a:srcRect b="0" l="0" r="0" t="0"/>
            <a:stretch/>
          </p:blipFill>
          <p:spPr>
            <a:xfrm>
              <a:off x="4826000" y="3784600"/>
              <a:ext cx="1117601" cy="1489075"/>
            </a:xfrm>
            <a:prstGeom prst="rect">
              <a:avLst/>
            </a:prstGeom>
            <a:noFill/>
            <a:ln>
              <a:noFill/>
            </a:ln>
          </p:spPr>
        </p:pic>
        <p:pic>
          <p:nvPicPr>
            <p:cNvPr descr="mrjennings_62624466" id="2120" name="Google Shape;2120;p108"/>
            <p:cNvPicPr preferRelativeResize="0"/>
            <p:nvPr/>
          </p:nvPicPr>
          <p:blipFill rotWithShape="1">
            <a:blip r:embed="rId15">
              <a:alphaModFix/>
            </a:blip>
            <a:srcRect b="0" l="0" r="0" t="0"/>
            <a:stretch/>
          </p:blipFill>
          <p:spPr>
            <a:xfrm>
              <a:off x="6664325" y="4013200"/>
              <a:ext cx="1489076" cy="1117600"/>
            </a:xfrm>
            <a:prstGeom prst="rect">
              <a:avLst/>
            </a:prstGeom>
            <a:noFill/>
            <a:ln>
              <a:noFill/>
            </a:ln>
          </p:spPr>
        </p:pic>
        <p:pic>
          <p:nvPicPr>
            <p:cNvPr descr="mscolly_8512764" id="2121" name="Google Shape;2121;p108"/>
            <p:cNvPicPr preferRelativeResize="0"/>
            <p:nvPr/>
          </p:nvPicPr>
          <p:blipFill rotWithShape="1">
            <a:blip r:embed="rId16">
              <a:alphaModFix/>
            </a:blip>
            <a:srcRect b="0" l="0" r="0" t="0"/>
            <a:stretch/>
          </p:blipFill>
          <p:spPr>
            <a:xfrm>
              <a:off x="2527300" y="1603375"/>
              <a:ext cx="1120776" cy="1492250"/>
            </a:xfrm>
            <a:prstGeom prst="rect">
              <a:avLst/>
            </a:prstGeom>
            <a:noFill/>
            <a:ln>
              <a:noFill/>
            </a:ln>
          </p:spPr>
        </p:pic>
        <p:pic>
          <p:nvPicPr>
            <p:cNvPr descr="daryoush_66536317" id="2122" name="Google Shape;2122;p108"/>
            <p:cNvPicPr preferRelativeResize="0"/>
            <p:nvPr/>
          </p:nvPicPr>
          <p:blipFill rotWithShape="1">
            <a:blip r:embed="rId17">
              <a:alphaModFix/>
            </a:blip>
            <a:srcRect b="0" l="0" r="0" t="0"/>
            <a:stretch/>
          </p:blipFill>
          <p:spPr>
            <a:xfrm>
              <a:off x="6889750" y="2292350"/>
              <a:ext cx="1495426" cy="1117600"/>
            </a:xfrm>
            <a:prstGeom prst="rect">
              <a:avLst/>
            </a:prstGeom>
            <a:noFill/>
            <a:ln>
              <a:noFill/>
            </a:ln>
          </p:spPr>
        </p:pic>
        <p:pic>
          <p:nvPicPr>
            <p:cNvPr descr="gauiscaecilius_668314" id="2123" name="Google Shape;2123;p108"/>
            <p:cNvPicPr preferRelativeResize="0"/>
            <p:nvPr/>
          </p:nvPicPr>
          <p:blipFill rotWithShape="1">
            <a:blip r:embed="rId12">
              <a:alphaModFix/>
            </a:blip>
            <a:srcRect b="0" l="0" r="0" t="0"/>
            <a:stretch/>
          </p:blipFill>
          <p:spPr>
            <a:xfrm>
              <a:off x="4594225" y="1949450"/>
              <a:ext cx="1495426" cy="1117600"/>
            </a:xfrm>
            <a:prstGeom prst="rect">
              <a:avLst/>
            </a:prstGeom>
            <a:noFill/>
            <a:ln>
              <a:noFill/>
            </a:ln>
          </p:spPr>
        </p:pic>
        <p:pic>
          <p:nvPicPr>
            <p:cNvPr descr="mscolly_8512764" id="2124" name="Google Shape;2124;p108"/>
            <p:cNvPicPr preferRelativeResize="0"/>
            <p:nvPr/>
          </p:nvPicPr>
          <p:blipFill rotWithShape="1">
            <a:blip r:embed="rId18">
              <a:alphaModFix/>
            </a:blip>
            <a:srcRect b="0" l="0" r="0" t="0"/>
            <a:stretch/>
          </p:blipFill>
          <p:spPr>
            <a:xfrm>
              <a:off x="2527300" y="1603375"/>
              <a:ext cx="1120776" cy="1492250"/>
            </a:xfrm>
            <a:prstGeom prst="rect">
              <a:avLst/>
            </a:prstGeom>
            <a:noFill/>
            <a:ln>
              <a:noFill/>
            </a:ln>
          </p:spPr>
        </p:pic>
        <p:sp>
          <p:nvSpPr>
            <p:cNvPr id="2125" name="Google Shape;2125;p108"/>
            <p:cNvSpPr/>
            <p:nvPr/>
          </p:nvSpPr>
          <p:spPr>
            <a:xfrm flipH="1">
              <a:off x="2181225" y="457200"/>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26" name="Google Shape;2126;p108"/>
            <p:cNvSpPr/>
            <p:nvPr/>
          </p:nvSpPr>
          <p:spPr>
            <a:xfrm flipH="1">
              <a:off x="2619376" y="6889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27" name="Google Shape;2127;p108"/>
            <p:cNvSpPr/>
            <p:nvPr/>
          </p:nvSpPr>
          <p:spPr>
            <a:xfrm flipH="1">
              <a:off x="3076576" y="2317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28" name="Google Shape;2128;p108"/>
            <p:cNvSpPr/>
            <p:nvPr/>
          </p:nvSpPr>
          <p:spPr>
            <a:xfrm flipH="1">
              <a:off x="2755900" y="1809750"/>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29" name="Google Shape;2129;p108"/>
            <p:cNvSpPr/>
            <p:nvPr/>
          </p:nvSpPr>
          <p:spPr>
            <a:xfrm flipH="1">
              <a:off x="3213099" y="217805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0" name="Google Shape;2130;p108"/>
            <p:cNvSpPr/>
            <p:nvPr/>
          </p:nvSpPr>
          <p:spPr>
            <a:xfrm flipH="1">
              <a:off x="1952626" y="8032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1" name="Google Shape;2131;p108"/>
            <p:cNvSpPr/>
            <p:nvPr/>
          </p:nvSpPr>
          <p:spPr>
            <a:xfrm flipH="1">
              <a:off x="4826001" y="8032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2" name="Google Shape;2132;p108"/>
            <p:cNvSpPr/>
            <p:nvPr/>
          </p:nvSpPr>
          <p:spPr>
            <a:xfrm flipH="1">
              <a:off x="2755900" y="252412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3" name="Google Shape;2133;p108"/>
            <p:cNvSpPr/>
            <p:nvPr/>
          </p:nvSpPr>
          <p:spPr>
            <a:xfrm flipH="1">
              <a:off x="5857875" y="914400"/>
              <a:ext cx="139701"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4" name="Google Shape;2134;p108"/>
            <p:cNvSpPr/>
            <p:nvPr/>
          </p:nvSpPr>
          <p:spPr>
            <a:xfrm flipH="1">
              <a:off x="5168900" y="1377950"/>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5" name="Google Shape;2135;p108"/>
            <p:cNvSpPr/>
            <p:nvPr/>
          </p:nvSpPr>
          <p:spPr>
            <a:xfrm flipH="1">
              <a:off x="4708524" y="217805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6" name="Google Shape;2136;p108"/>
            <p:cNvSpPr/>
            <p:nvPr/>
          </p:nvSpPr>
          <p:spPr>
            <a:xfrm flipH="1">
              <a:off x="5857875" y="2749550"/>
              <a:ext cx="139701"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7" name="Google Shape;2137;p108"/>
            <p:cNvSpPr/>
            <p:nvPr/>
          </p:nvSpPr>
          <p:spPr>
            <a:xfrm flipH="1">
              <a:off x="5168900" y="4244975"/>
              <a:ext cx="139701" cy="133352"/>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8" name="Google Shape;2138;p108"/>
            <p:cNvSpPr/>
            <p:nvPr/>
          </p:nvSpPr>
          <p:spPr>
            <a:xfrm flipH="1">
              <a:off x="5626100" y="4470400"/>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39" name="Google Shape;2139;p108"/>
            <p:cNvSpPr/>
            <p:nvPr/>
          </p:nvSpPr>
          <p:spPr>
            <a:xfrm flipH="1">
              <a:off x="3676651" y="401320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0" name="Google Shape;2140;p108"/>
            <p:cNvSpPr/>
            <p:nvPr/>
          </p:nvSpPr>
          <p:spPr>
            <a:xfrm flipH="1">
              <a:off x="4940301" y="49307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1" name="Google Shape;2141;p108"/>
            <p:cNvSpPr/>
            <p:nvPr/>
          </p:nvSpPr>
          <p:spPr>
            <a:xfrm flipH="1">
              <a:off x="3213099" y="447040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2" name="Google Shape;2142;p108"/>
            <p:cNvSpPr/>
            <p:nvPr/>
          </p:nvSpPr>
          <p:spPr>
            <a:xfrm flipH="1">
              <a:off x="574675" y="1949450"/>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3" name="Google Shape;2143;p108"/>
            <p:cNvSpPr/>
            <p:nvPr/>
          </p:nvSpPr>
          <p:spPr>
            <a:xfrm flipH="1">
              <a:off x="1263651" y="2060575"/>
              <a:ext cx="136525"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4" name="Google Shape;2144;p108"/>
            <p:cNvSpPr/>
            <p:nvPr/>
          </p:nvSpPr>
          <p:spPr>
            <a:xfrm flipH="1">
              <a:off x="1263651" y="5962650"/>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5" name="Google Shape;2145;p108"/>
            <p:cNvSpPr/>
            <p:nvPr/>
          </p:nvSpPr>
          <p:spPr>
            <a:xfrm flipH="1">
              <a:off x="1031874" y="630555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6" name="Google Shape;2146;p108"/>
            <p:cNvSpPr/>
            <p:nvPr/>
          </p:nvSpPr>
          <p:spPr>
            <a:xfrm flipH="1">
              <a:off x="2755900" y="653732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7" name="Google Shape;2147;p108"/>
            <p:cNvSpPr/>
            <p:nvPr/>
          </p:nvSpPr>
          <p:spPr>
            <a:xfrm flipH="1">
              <a:off x="3213099" y="447040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8" name="Google Shape;2148;p108"/>
            <p:cNvSpPr/>
            <p:nvPr/>
          </p:nvSpPr>
          <p:spPr>
            <a:xfrm flipH="1">
              <a:off x="2181225" y="6880225"/>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49" name="Google Shape;2149;p108"/>
            <p:cNvSpPr/>
            <p:nvPr/>
          </p:nvSpPr>
          <p:spPr>
            <a:xfrm flipH="1">
              <a:off x="2638424" y="4816475"/>
              <a:ext cx="142877"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0" name="Google Shape;2150;p108"/>
            <p:cNvSpPr/>
            <p:nvPr/>
          </p:nvSpPr>
          <p:spPr>
            <a:xfrm flipH="1">
              <a:off x="2527301" y="6880225"/>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1" name="Google Shape;2151;p108"/>
            <p:cNvSpPr/>
            <p:nvPr/>
          </p:nvSpPr>
          <p:spPr>
            <a:xfrm flipH="1">
              <a:off x="3101976" y="48164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2" name="Google Shape;2152;p108"/>
            <p:cNvSpPr/>
            <p:nvPr/>
          </p:nvSpPr>
          <p:spPr>
            <a:xfrm flipH="1">
              <a:off x="4251326" y="619125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3" name="Google Shape;2153;p108"/>
            <p:cNvSpPr/>
            <p:nvPr/>
          </p:nvSpPr>
          <p:spPr>
            <a:xfrm flipH="1">
              <a:off x="6203951" y="630555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4" name="Google Shape;2154;p108"/>
            <p:cNvSpPr/>
            <p:nvPr/>
          </p:nvSpPr>
          <p:spPr>
            <a:xfrm flipH="1">
              <a:off x="7581900" y="4584700"/>
              <a:ext cx="139701"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5" name="Google Shape;2155;p108"/>
            <p:cNvSpPr/>
            <p:nvPr/>
          </p:nvSpPr>
          <p:spPr>
            <a:xfrm flipH="1">
              <a:off x="6546850" y="688022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6" name="Google Shape;2156;p108"/>
            <p:cNvSpPr/>
            <p:nvPr/>
          </p:nvSpPr>
          <p:spPr>
            <a:xfrm flipH="1">
              <a:off x="7007225" y="481647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7" name="Google Shape;2157;p108"/>
            <p:cNvSpPr/>
            <p:nvPr/>
          </p:nvSpPr>
          <p:spPr>
            <a:xfrm flipH="1">
              <a:off x="6889750" y="103187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8" name="Google Shape;2158;p108"/>
            <p:cNvSpPr/>
            <p:nvPr/>
          </p:nvSpPr>
          <p:spPr>
            <a:xfrm flipH="1">
              <a:off x="7581900" y="1603375"/>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59" name="Google Shape;2159;p108"/>
            <p:cNvSpPr/>
            <p:nvPr/>
          </p:nvSpPr>
          <p:spPr>
            <a:xfrm flipH="1">
              <a:off x="7927976" y="2749550"/>
              <a:ext cx="136525"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0" name="Google Shape;2160;p108"/>
            <p:cNvSpPr/>
            <p:nvPr/>
          </p:nvSpPr>
          <p:spPr>
            <a:xfrm flipH="1">
              <a:off x="7927976" y="2409825"/>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1" name="Google Shape;2161;p108"/>
            <p:cNvSpPr/>
            <p:nvPr/>
          </p:nvSpPr>
          <p:spPr>
            <a:xfrm flipH="1">
              <a:off x="114300" y="5616575"/>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2" name="Google Shape;2162;p108"/>
            <p:cNvSpPr/>
            <p:nvPr/>
          </p:nvSpPr>
          <p:spPr>
            <a:xfrm flipH="1">
              <a:off x="2527301" y="34290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3" name="Google Shape;2163;p108"/>
            <p:cNvSpPr/>
            <p:nvPr/>
          </p:nvSpPr>
          <p:spPr>
            <a:xfrm flipH="1">
              <a:off x="2987676" y="5746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4" name="Google Shape;2164;p108"/>
            <p:cNvSpPr/>
            <p:nvPr/>
          </p:nvSpPr>
          <p:spPr>
            <a:xfrm flipH="1">
              <a:off x="4940301" y="11461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5" name="Google Shape;2165;p108"/>
            <p:cNvSpPr/>
            <p:nvPr/>
          </p:nvSpPr>
          <p:spPr>
            <a:xfrm flipH="1">
              <a:off x="5514976" y="9144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6" name="Google Shape;2166;p108"/>
            <p:cNvSpPr/>
            <p:nvPr/>
          </p:nvSpPr>
          <p:spPr>
            <a:xfrm flipH="1">
              <a:off x="5626100" y="688975"/>
              <a:ext cx="139701"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7" name="Google Shape;2167;p108"/>
            <p:cNvSpPr/>
            <p:nvPr/>
          </p:nvSpPr>
          <p:spPr>
            <a:xfrm flipH="1">
              <a:off x="7810501" y="11461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8" name="Google Shape;2168;p108"/>
            <p:cNvSpPr/>
            <p:nvPr/>
          </p:nvSpPr>
          <p:spPr>
            <a:xfrm flipH="1">
              <a:off x="7353301" y="9144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69" name="Google Shape;2169;p108"/>
            <p:cNvSpPr/>
            <p:nvPr/>
          </p:nvSpPr>
          <p:spPr>
            <a:xfrm flipH="1">
              <a:off x="7007225" y="1377950"/>
              <a:ext cx="139701"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0" name="Google Shape;2170;p108"/>
            <p:cNvSpPr/>
            <p:nvPr/>
          </p:nvSpPr>
          <p:spPr>
            <a:xfrm flipH="1">
              <a:off x="574675" y="229235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1" name="Google Shape;2171;p108"/>
            <p:cNvSpPr/>
            <p:nvPr/>
          </p:nvSpPr>
          <p:spPr>
            <a:xfrm flipH="1">
              <a:off x="1381126" y="172085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2" name="Google Shape;2172;p108"/>
            <p:cNvSpPr/>
            <p:nvPr/>
          </p:nvSpPr>
          <p:spPr>
            <a:xfrm flipH="1">
              <a:off x="5051424" y="2178050"/>
              <a:ext cx="142877"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3" name="Google Shape;2173;p108"/>
            <p:cNvSpPr/>
            <p:nvPr/>
          </p:nvSpPr>
          <p:spPr>
            <a:xfrm flipH="1">
              <a:off x="4826001" y="28670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4" name="Google Shape;2174;p108"/>
            <p:cNvSpPr/>
            <p:nvPr/>
          </p:nvSpPr>
          <p:spPr>
            <a:xfrm flipH="1">
              <a:off x="5514976" y="2524125"/>
              <a:ext cx="136525"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5" name="Google Shape;2175;p108"/>
            <p:cNvSpPr/>
            <p:nvPr/>
          </p:nvSpPr>
          <p:spPr>
            <a:xfrm flipH="1">
              <a:off x="3213099" y="2524125"/>
              <a:ext cx="142877"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6" name="Google Shape;2176;p108"/>
            <p:cNvSpPr/>
            <p:nvPr/>
          </p:nvSpPr>
          <p:spPr>
            <a:xfrm flipH="1">
              <a:off x="3330575" y="172085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7" name="Google Shape;2177;p108"/>
            <p:cNvSpPr/>
            <p:nvPr/>
          </p:nvSpPr>
          <p:spPr>
            <a:xfrm flipH="1">
              <a:off x="2755900" y="412750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8" name="Google Shape;2178;p108"/>
            <p:cNvSpPr/>
            <p:nvPr/>
          </p:nvSpPr>
          <p:spPr>
            <a:xfrm flipH="1">
              <a:off x="5514976" y="4816475"/>
              <a:ext cx="136525"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9" name="Google Shape;2179;p108"/>
            <p:cNvSpPr/>
            <p:nvPr/>
          </p:nvSpPr>
          <p:spPr>
            <a:xfrm flipH="1">
              <a:off x="5626100" y="401320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0" name="Google Shape;2180;p108"/>
            <p:cNvSpPr/>
            <p:nvPr/>
          </p:nvSpPr>
          <p:spPr>
            <a:xfrm flipH="1">
              <a:off x="7239001" y="45847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1" name="Google Shape;2181;p108"/>
            <p:cNvSpPr/>
            <p:nvPr/>
          </p:nvSpPr>
          <p:spPr>
            <a:xfrm flipH="1">
              <a:off x="7353301" y="412750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2" name="Google Shape;2182;p108"/>
            <p:cNvSpPr/>
            <p:nvPr/>
          </p:nvSpPr>
          <p:spPr>
            <a:xfrm flipH="1">
              <a:off x="6778626" y="45847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3" name="Google Shape;2183;p108"/>
            <p:cNvSpPr/>
            <p:nvPr/>
          </p:nvSpPr>
          <p:spPr>
            <a:xfrm flipH="1">
              <a:off x="6546850" y="6419850"/>
              <a:ext cx="142877"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4" name="Google Shape;2184;p108"/>
            <p:cNvSpPr/>
            <p:nvPr/>
          </p:nvSpPr>
          <p:spPr>
            <a:xfrm flipH="1">
              <a:off x="6664326" y="6080125"/>
              <a:ext cx="136525" cy="133352"/>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5" name="Google Shape;2185;p108"/>
            <p:cNvSpPr/>
            <p:nvPr/>
          </p:nvSpPr>
          <p:spPr>
            <a:xfrm flipH="1">
              <a:off x="4826001" y="641985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6" name="Google Shape;2186;p108"/>
            <p:cNvSpPr/>
            <p:nvPr/>
          </p:nvSpPr>
          <p:spPr>
            <a:xfrm flipH="1">
              <a:off x="4019550" y="6537325"/>
              <a:ext cx="139701"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7" name="Google Shape;2187;p108"/>
            <p:cNvSpPr/>
            <p:nvPr/>
          </p:nvSpPr>
          <p:spPr>
            <a:xfrm flipH="1">
              <a:off x="5168900" y="676275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8" name="Google Shape;2188;p108"/>
            <p:cNvSpPr/>
            <p:nvPr/>
          </p:nvSpPr>
          <p:spPr>
            <a:xfrm flipH="1">
              <a:off x="3101976" y="69945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89" name="Google Shape;2189;p108"/>
            <p:cNvSpPr/>
            <p:nvPr/>
          </p:nvSpPr>
          <p:spPr>
            <a:xfrm flipH="1">
              <a:off x="2181225" y="6419850"/>
              <a:ext cx="139701"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0" name="Google Shape;2190;p108"/>
            <p:cNvSpPr/>
            <p:nvPr/>
          </p:nvSpPr>
          <p:spPr>
            <a:xfrm flipH="1">
              <a:off x="2413001" y="71088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1" name="Google Shape;2191;p108"/>
            <p:cNvSpPr/>
            <p:nvPr/>
          </p:nvSpPr>
          <p:spPr>
            <a:xfrm flipH="1">
              <a:off x="114300" y="630555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2" name="Google Shape;2192;p108"/>
            <p:cNvSpPr/>
            <p:nvPr/>
          </p:nvSpPr>
          <p:spPr>
            <a:xfrm flipH="1">
              <a:off x="574675" y="5730875"/>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3" name="Google Shape;2193;p108"/>
            <p:cNvSpPr/>
            <p:nvPr/>
          </p:nvSpPr>
          <p:spPr>
            <a:xfrm flipH="1">
              <a:off x="1952626" y="23177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4" name="Google Shape;2194;p108"/>
            <p:cNvSpPr/>
            <p:nvPr/>
          </p:nvSpPr>
          <p:spPr>
            <a:xfrm flipH="1">
              <a:off x="2295524" y="803275"/>
              <a:ext cx="142877"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5" name="Google Shape;2195;p108"/>
            <p:cNvSpPr/>
            <p:nvPr/>
          </p:nvSpPr>
          <p:spPr>
            <a:xfrm flipH="1">
              <a:off x="5514976" y="126047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6" name="Google Shape;2196;p108"/>
            <p:cNvSpPr/>
            <p:nvPr/>
          </p:nvSpPr>
          <p:spPr>
            <a:xfrm flipH="1">
              <a:off x="5168900" y="688975"/>
              <a:ext cx="139701"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7" name="Google Shape;2197;p108"/>
            <p:cNvSpPr/>
            <p:nvPr/>
          </p:nvSpPr>
          <p:spPr>
            <a:xfrm flipH="1">
              <a:off x="7353301" y="114617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8" name="Google Shape;2198;p108"/>
            <p:cNvSpPr/>
            <p:nvPr/>
          </p:nvSpPr>
          <p:spPr>
            <a:xfrm flipH="1">
              <a:off x="8042276" y="172085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99" name="Google Shape;2199;p108"/>
            <p:cNvSpPr/>
            <p:nvPr/>
          </p:nvSpPr>
          <p:spPr>
            <a:xfrm flipH="1">
              <a:off x="6778626" y="699452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0" name="Google Shape;2200;p108"/>
            <p:cNvSpPr/>
            <p:nvPr/>
          </p:nvSpPr>
          <p:spPr>
            <a:xfrm flipH="1">
              <a:off x="6203951" y="688022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1" name="Google Shape;2201;p108"/>
            <p:cNvSpPr/>
            <p:nvPr/>
          </p:nvSpPr>
          <p:spPr>
            <a:xfrm flipH="1">
              <a:off x="6089651" y="5962650"/>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2" name="Google Shape;2202;p108"/>
            <p:cNvSpPr/>
            <p:nvPr/>
          </p:nvSpPr>
          <p:spPr>
            <a:xfrm flipH="1">
              <a:off x="4594225" y="6080125"/>
              <a:ext cx="139701" cy="133352"/>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3" name="Google Shape;2203;p108"/>
            <p:cNvSpPr/>
            <p:nvPr/>
          </p:nvSpPr>
          <p:spPr>
            <a:xfrm flipH="1">
              <a:off x="5051424" y="6191250"/>
              <a:ext cx="142877"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4" name="Google Shape;2204;p108"/>
            <p:cNvSpPr/>
            <p:nvPr/>
          </p:nvSpPr>
          <p:spPr>
            <a:xfrm flipH="1">
              <a:off x="4365626" y="653732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5" name="Google Shape;2205;p108"/>
            <p:cNvSpPr/>
            <p:nvPr/>
          </p:nvSpPr>
          <p:spPr>
            <a:xfrm flipH="1">
              <a:off x="3101976" y="665162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6" name="Google Shape;2206;p108"/>
            <p:cNvSpPr/>
            <p:nvPr/>
          </p:nvSpPr>
          <p:spPr>
            <a:xfrm flipH="1">
              <a:off x="2755900" y="7108825"/>
              <a:ext cx="139701"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7" name="Google Shape;2207;p108"/>
            <p:cNvSpPr/>
            <p:nvPr/>
          </p:nvSpPr>
          <p:spPr>
            <a:xfrm flipH="1">
              <a:off x="574675" y="630555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8" name="Google Shape;2208;p108"/>
            <p:cNvSpPr/>
            <p:nvPr/>
          </p:nvSpPr>
          <p:spPr>
            <a:xfrm flipH="1">
              <a:off x="917575" y="5730875"/>
              <a:ext cx="139700"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09" name="Google Shape;2209;p108"/>
            <p:cNvSpPr/>
            <p:nvPr/>
          </p:nvSpPr>
          <p:spPr>
            <a:xfrm flipH="1">
              <a:off x="114300" y="5962650"/>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0" name="Google Shape;2210;p108"/>
            <p:cNvSpPr/>
            <p:nvPr/>
          </p:nvSpPr>
          <p:spPr>
            <a:xfrm flipH="1">
              <a:off x="3101976" y="401320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1" name="Google Shape;2211;p108"/>
            <p:cNvSpPr/>
            <p:nvPr/>
          </p:nvSpPr>
          <p:spPr>
            <a:xfrm flipH="1">
              <a:off x="3562350" y="4359275"/>
              <a:ext cx="139701"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2" name="Google Shape;2212;p108"/>
            <p:cNvSpPr/>
            <p:nvPr/>
          </p:nvSpPr>
          <p:spPr>
            <a:xfrm flipH="1">
              <a:off x="3330575" y="2867025"/>
              <a:ext cx="139701"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3" name="Google Shape;2213;p108"/>
            <p:cNvSpPr/>
            <p:nvPr/>
          </p:nvSpPr>
          <p:spPr>
            <a:xfrm flipH="1">
              <a:off x="2638424" y="2060575"/>
              <a:ext cx="142877"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4" name="Google Shape;2214;p108"/>
            <p:cNvSpPr/>
            <p:nvPr/>
          </p:nvSpPr>
          <p:spPr>
            <a:xfrm flipH="1">
              <a:off x="4940301" y="263842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5" name="Google Shape;2215;p108"/>
            <p:cNvSpPr/>
            <p:nvPr/>
          </p:nvSpPr>
          <p:spPr>
            <a:xfrm flipH="1">
              <a:off x="5743575" y="2060575"/>
              <a:ext cx="139701"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6" name="Google Shape;2216;p108"/>
            <p:cNvSpPr/>
            <p:nvPr/>
          </p:nvSpPr>
          <p:spPr>
            <a:xfrm flipH="1">
              <a:off x="7581900" y="2749550"/>
              <a:ext cx="139701"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7" name="Google Shape;2217;p108"/>
            <p:cNvSpPr/>
            <p:nvPr/>
          </p:nvSpPr>
          <p:spPr>
            <a:xfrm flipH="1">
              <a:off x="7239001" y="24098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8" name="Google Shape;2218;p108"/>
            <p:cNvSpPr/>
            <p:nvPr/>
          </p:nvSpPr>
          <p:spPr>
            <a:xfrm flipH="1">
              <a:off x="8153400" y="3095625"/>
              <a:ext cx="142877"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19" name="Google Shape;2219;p108"/>
            <p:cNvSpPr/>
            <p:nvPr/>
          </p:nvSpPr>
          <p:spPr>
            <a:xfrm flipH="1">
              <a:off x="5400676" y="412750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0" name="Google Shape;2220;p108"/>
            <p:cNvSpPr/>
            <p:nvPr/>
          </p:nvSpPr>
          <p:spPr>
            <a:xfrm flipH="1">
              <a:off x="4940301" y="3895725"/>
              <a:ext cx="136525"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1" name="Google Shape;2221;p108"/>
            <p:cNvSpPr/>
            <p:nvPr/>
          </p:nvSpPr>
          <p:spPr>
            <a:xfrm flipH="1">
              <a:off x="5168900" y="5045075"/>
              <a:ext cx="139701"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2" name="Google Shape;2222;p108"/>
            <p:cNvSpPr/>
            <p:nvPr/>
          </p:nvSpPr>
          <p:spPr>
            <a:xfrm flipH="1">
              <a:off x="7810501" y="435927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2223" name="Google Shape;2223;p108"/>
          <p:cNvSpPr/>
          <p:nvPr/>
        </p:nvSpPr>
        <p:spPr>
          <a:xfrm>
            <a:off x="6737350" y="3171825"/>
            <a:ext cx="11598277" cy="9445625"/>
          </a:xfrm>
          <a:prstGeom prst="rect">
            <a:avLst/>
          </a:prstGeom>
          <a:solidFill>
            <a:srgbClr val="FFFFFF">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nvGrpSpPr>
          <p:cNvPr id="2224" name="Google Shape;2224;p108"/>
          <p:cNvGrpSpPr/>
          <p:nvPr/>
        </p:nvGrpSpPr>
        <p:grpSpPr>
          <a:xfrm>
            <a:off x="8448676" y="7213600"/>
            <a:ext cx="993776" cy="1492250"/>
            <a:chOff x="0" y="0"/>
            <a:chExt cx="993775" cy="1492250"/>
          </a:xfrm>
        </p:grpSpPr>
        <p:pic>
          <p:nvPicPr>
            <p:cNvPr descr="kurtnaks_31263284" id="2225" name="Google Shape;2225;p108"/>
            <p:cNvPicPr preferRelativeResize="0"/>
            <p:nvPr/>
          </p:nvPicPr>
          <p:blipFill rotWithShape="1">
            <a:blip r:embed="rId19">
              <a:alphaModFix/>
            </a:blip>
            <a:srcRect b="0" l="0" r="0" t="0"/>
            <a:stretch/>
          </p:blipFill>
          <p:spPr>
            <a:xfrm>
              <a:off x="0" y="0"/>
              <a:ext cx="993775" cy="1492250"/>
            </a:xfrm>
            <a:prstGeom prst="rect">
              <a:avLst/>
            </a:prstGeom>
            <a:noFill/>
            <a:ln>
              <a:noFill/>
            </a:ln>
          </p:spPr>
        </p:pic>
        <p:sp>
          <p:nvSpPr>
            <p:cNvPr id="2226" name="Google Shape;2226;p108"/>
            <p:cNvSpPr/>
            <p:nvPr/>
          </p:nvSpPr>
          <p:spPr>
            <a:xfrm flipH="1">
              <a:off x="457198" y="23177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7" name="Google Shape;2227;p108"/>
            <p:cNvSpPr/>
            <p:nvPr/>
          </p:nvSpPr>
          <p:spPr>
            <a:xfrm flipH="1">
              <a:off x="225423" y="80327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8" name="Google Shape;2228;p108"/>
            <p:cNvSpPr/>
            <p:nvPr/>
          </p:nvSpPr>
          <p:spPr>
            <a:xfrm flipH="1">
              <a:off x="574674" y="920750"/>
              <a:ext cx="139701" cy="133352"/>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9" name="Google Shape;2229;p108"/>
            <p:cNvSpPr/>
            <p:nvPr/>
          </p:nvSpPr>
          <p:spPr>
            <a:xfrm flipH="1">
              <a:off x="688975" y="5715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30" name="Google Shape;2230;p108"/>
            <p:cNvSpPr/>
            <p:nvPr/>
          </p:nvSpPr>
          <p:spPr>
            <a:xfrm flipH="1">
              <a:off x="114300" y="11461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31" name="Google Shape;2231;p108"/>
            <p:cNvSpPr/>
            <p:nvPr/>
          </p:nvSpPr>
          <p:spPr>
            <a:xfrm flipH="1">
              <a:off x="457198" y="1260475"/>
              <a:ext cx="142877"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32" name="Google Shape;2232;p108"/>
            <p:cNvSpPr/>
            <p:nvPr/>
          </p:nvSpPr>
          <p:spPr>
            <a:xfrm flipH="1">
              <a:off x="806450" y="114617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2233" name="Google Shape;2233;p108"/>
          <p:cNvSpPr/>
          <p:nvPr/>
        </p:nvSpPr>
        <p:spPr>
          <a:xfrm>
            <a:off x="8121650" y="7010400"/>
            <a:ext cx="1612900" cy="1920876"/>
          </a:xfrm>
          <a:prstGeom prst="rect">
            <a:avLst/>
          </a:prstGeom>
          <a:noFill/>
          <a:ln cap="flat" cmpd="sng" w="50800">
            <a:solidFill>
              <a:srgbClr val="0000FF"/>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nvGrpSpPr>
          <p:cNvPr id="2234" name="Google Shape;2234;p108"/>
          <p:cNvGrpSpPr/>
          <p:nvPr/>
        </p:nvGrpSpPr>
        <p:grpSpPr>
          <a:xfrm>
            <a:off x="15338425" y="9737725"/>
            <a:ext cx="1000126" cy="1492251"/>
            <a:chOff x="0" y="0"/>
            <a:chExt cx="1000125" cy="1492250"/>
          </a:xfrm>
        </p:grpSpPr>
        <p:pic>
          <p:nvPicPr>
            <p:cNvPr descr="kurtnaks_31264738" id="2235" name="Google Shape;2235;p108"/>
            <p:cNvPicPr preferRelativeResize="0"/>
            <p:nvPr/>
          </p:nvPicPr>
          <p:blipFill rotWithShape="1">
            <a:blip r:embed="rId20">
              <a:alphaModFix/>
            </a:blip>
            <a:srcRect b="0" l="0" r="0" t="0"/>
            <a:stretch/>
          </p:blipFill>
          <p:spPr>
            <a:xfrm>
              <a:off x="0" y="0"/>
              <a:ext cx="1000125" cy="1492250"/>
            </a:xfrm>
            <a:prstGeom prst="rect">
              <a:avLst/>
            </a:prstGeom>
            <a:noFill/>
            <a:ln>
              <a:noFill/>
            </a:ln>
          </p:spPr>
        </p:pic>
        <p:sp>
          <p:nvSpPr>
            <p:cNvPr id="2236" name="Google Shape;2236;p108"/>
            <p:cNvSpPr/>
            <p:nvPr/>
          </p:nvSpPr>
          <p:spPr>
            <a:xfrm flipH="1">
              <a:off x="346075" y="34290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37" name="Google Shape;2237;p108"/>
            <p:cNvSpPr/>
            <p:nvPr/>
          </p:nvSpPr>
          <p:spPr>
            <a:xfrm flipH="1">
              <a:off x="806449" y="68897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38" name="Google Shape;2238;p108"/>
            <p:cNvSpPr/>
            <p:nvPr/>
          </p:nvSpPr>
          <p:spPr>
            <a:xfrm flipH="1">
              <a:off x="463550" y="688975"/>
              <a:ext cx="136525"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39" name="Google Shape;2239;p108"/>
            <p:cNvSpPr/>
            <p:nvPr/>
          </p:nvSpPr>
          <p:spPr>
            <a:xfrm flipH="1">
              <a:off x="117474" y="91440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2240" name="Google Shape;2240;p108"/>
          <p:cNvSpPr/>
          <p:nvPr/>
        </p:nvSpPr>
        <p:spPr>
          <a:xfrm>
            <a:off x="15033625" y="9547225"/>
            <a:ext cx="1612900" cy="1920875"/>
          </a:xfrm>
          <a:prstGeom prst="rect">
            <a:avLst/>
          </a:prstGeom>
          <a:noFill/>
          <a:ln cap="flat" cmpd="sng" w="50800">
            <a:solidFill>
              <a:srgbClr val="0000FF"/>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41" name="Google Shape;2241;p108"/>
          <p:cNvSpPr txBox="1"/>
          <p:nvPr>
            <p:ph idx="12" type="sldNum"/>
          </p:nvPr>
        </p:nvSpPr>
        <p:spPr>
          <a:xfrm>
            <a:off x="20067815" y="12835870"/>
            <a:ext cx="353786"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3"/>
                                        </p:tgtEl>
                                        <p:attrNameLst>
                                          <p:attrName>style.visibility</p:attrName>
                                        </p:attrNameLst>
                                      </p:cBhvr>
                                      <p:to>
                                        <p:strVal val="visible"/>
                                      </p:to>
                                    </p:set>
                                    <p:animEffect filter="fade" transition="in">
                                      <p:cBhvr>
                                        <p:cTn dur="500"/>
                                        <p:tgtEl>
                                          <p:spTgt spid="22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40"/>
                                        </p:tgtEl>
                                        <p:attrNameLst>
                                          <p:attrName>style.visibility</p:attrName>
                                        </p:attrNameLst>
                                      </p:cBhvr>
                                      <p:to>
                                        <p:strVal val="visible"/>
                                      </p:to>
                                    </p:set>
                                    <p:animEffect filter="fade" transition="in">
                                      <p:cBhvr>
                                        <p:cTn dur="500"/>
                                        <p:tgtEl>
                                          <p:spTgt spid="22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3"/>
                                        </p:tgtEl>
                                        <p:attrNameLst>
                                          <p:attrName>style.visibility</p:attrName>
                                        </p:attrNameLst>
                                      </p:cBhvr>
                                      <p:to>
                                        <p:strVal val="visible"/>
                                      </p:to>
                                    </p:set>
                                    <p:animEffect filter="fade" transition="in">
                                      <p:cBhvr>
                                        <p:cTn dur="500"/>
                                        <p:tgtEl>
                                          <p:spTgt spid="2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5" name="Shape 2245"/>
        <p:cNvGrpSpPr/>
        <p:nvPr/>
      </p:nvGrpSpPr>
      <p:grpSpPr>
        <a:xfrm>
          <a:off x="0" y="0"/>
          <a:ext cx="0" cy="0"/>
          <a:chOff x="0" y="0"/>
          <a:chExt cx="0" cy="0"/>
        </a:xfrm>
      </p:grpSpPr>
      <p:pic>
        <p:nvPicPr>
          <p:cNvPr descr="Image" id="2246" name="Google Shape;2246;p115"/>
          <p:cNvPicPr preferRelativeResize="0"/>
          <p:nvPr/>
        </p:nvPicPr>
        <p:blipFill rotWithShape="1">
          <a:blip r:embed="rId3">
            <a:alphaModFix/>
          </a:blip>
          <a:srcRect b="0" l="0" r="0" t="0"/>
          <a:stretch/>
        </p:blipFill>
        <p:spPr>
          <a:xfrm>
            <a:off x="2272596" y="304605"/>
            <a:ext cx="17591915" cy="13106790"/>
          </a:xfrm>
          <a:prstGeom prst="rect">
            <a:avLst/>
          </a:prstGeom>
          <a:noFill/>
          <a:ln>
            <a:noFill/>
          </a:ln>
        </p:spPr>
      </p:pic>
      <p:sp>
        <p:nvSpPr>
          <p:cNvPr id="2247" name="Google Shape;2247;p115"/>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51" name="Shape 2251"/>
        <p:cNvGrpSpPr/>
        <p:nvPr/>
      </p:nvGrpSpPr>
      <p:grpSpPr>
        <a:xfrm>
          <a:off x="0" y="0"/>
          <a:ext cx="0" cy="0"/>
          <a:chOff x="0" y="0"/>
          <a:chExt cx="0" cy="0"/>
        </a:xfrm>
      </p:grpSpPr>
      <p:sp>
        <p:nvSpPr>
          <p:cNvPr id="2252" name="Google Shape;2252;p116"/>
          <p:cNvSpPr txBox="1"/>
          <p:nvPr/>
        </p:nvSpPr>
        <p:spPr>
          <a:xfrm>
            <a:off x="21580712" y="13294051"/>
            <a:ext cx="2714626" cy="473391"/>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500"/>
              <a:buFont typeface="Helvetica Neue Light"/>
              <a:buNone/>
            </a:pPr>
            <a:r>
              <a:rPr b="0" i="0" lang="en-US" sz="2500" u="none" cap="none" strike="noStrike">
                <a:solidFill>
                  <a:srgbClr val="000000"/>
                </a:solidFill>
                <a:latin typeface="Helvetica Neue Light"/>
                <a:ea typeface="Helvetica Neue Light"/>
                <a:cs typeface="Helvetica Neue Light"/>
                <a:sym typeface="Helvetica Neue Light"/>
              </a:rPr>
              <a:t>Source: N. Snavely</a:t>
            </a:r>
            <a:endParaRPr/>
          </a:p>
        </p:txBody>
      </p:sp>
      <p:pic>
        <p:nvPicPr>
          <p:cNvPr descr="Image" id="2253" name="Google Shape;2253;p116"/>
          <p:cNvPicPr preferRelativeResize="0"/>
          <p:nvPr/>
        </p:nvPicPr>
        <p:blipFill rotWithShape="1">
          <a:blip r:embed="rId3">
            <a:alphaModFix/>
          </a:blip>
          <a:srcRect b="0" l="0" r="0" t="0"/>
          <a:stretch/>
        </p:blipFill>
        <p:spPr>
          <a:xfrm>
            <a:off x="3060031" y="0"/>
            <a:ext cx="18263937" cy="13716000"/>
          </a:xfrm>
          <a:prstGeom prst="rect">
            <a:avLst/>
          </a:prstGeom>
          <a:noFill/>
          <a:ln>
            <a:noFill/>
          </a:ln>
        </p:spPr>
      </p:pic>
    </p:spTree>
  </p:cSld>
  <p:clrMapOvr>
    <a:masterClrMapping/>
  </p:clrMapOvr>
  <mc:AlternateContent>
    <mc:Choice Requires="p14">
      <p:transition spd="slow" p14:dur="1000">
        <p:fade/>
      </p:transition>
    </mc:Choice>
    <mc:Fallback>
      <p:transition spd="slow">
        <p:fade/>
      </p:transition>
    </mc:Fallback>
  </mc:AlternateContent>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57" name="Shape 2257"/>
        <p:cNvGrpSpPr/>
        <p:nvPr/>
      </p:nvGrpSpPr>
      <p:grpSpPr>
        <a:xfrm>
          <a:off x="0" y="0"/>
          <a:ext cx="0" cy="0"/>
          <a:chOff x="0" y="0"/>
          <a:chExt cx="0" cy="0"/>
        </a:xfrm>
      </p:grpSpPr>
      <p:sp>
        <p:nvSpPr>
          <p:cNvPr id="2258" name="Google Shape;2258;p120"/>
          <p:cNvSpPr txBox="1"/>
          <p:nvPr>
            <p:ph type="title"/>
          </p:nvPr>
        </p:nvSpPr>
        <p:spPr>
          <a:xfrm>
            <a:off x="3657600" y="358775"/>
            <a:ext cx="16916400" cy="2197101"/>
          </a:xfrm>
          <a:prstGeom prst="rect">
            <a:avLst/>
          </a:prstGeom>
          <a:noFill/>
          <a:ln>
            <a:noFill/>
          </a:ln>
        </p:spPr>
        <p:txBody>
          <a:bodyPr anchorCtr="0" anchor="ctr" bIns="101600" lIns="101600" spcFirstLastPara="1" rIns="101600" wrap="square" tIns="101600">
            <a:normAutofit/>
          </a:bodyPr>
          <a:lstStyle/>
          <a:p>
            <a:pPr indent="39687" lvl="0" marL="0" rtl="0" algn="l">
              <a:lnSpc>
                <a:spcPct val="100000"/>
              </a:lnSpc>
              <a:spcBef>
                <a:spcPts val="0"/>
              </a:spcBef>
              <a:spcAft>
                <a:spcPts val="0"/>
              </a:spcAft>
              <a:buClr>
                <a:srgbClr val="004731"/>
              </a:buClr>
              <a:buSzPts val="7400"/>
              <a:buFont typeface="Arial"/>
              <a:buNone/>
            </a:pPr>
            <a:r>
              <a:rPr b="1" lang="en-US" sz="7400">
                <a:solidFill>
                  <a:srgbClr val="004731"/>
                </a:solidFill>
                <a:latin typeface="Arial"/>
                <a:ea typeface="Arial"/>
                <a:cs typeface="Arial"/>
                <a:sym typeface="Arial"/>
              </a:rPr>
              <a:t>Scene reconstruction</a:t>
            </a:r>
            <a:endParaRPr/>
          </a:p>
        </p:txBody>
      </p:sp>
      <p:sp>
        <p:nvSpPr>
          <p:cNvPr id="2259" name="Google Shape;2259;p120"/>
          <p:cNvSpPr txBox="1"/>
          <p:nvPr>
            <p:ph idx="1" type="body"/>
          </p:nvPr>
        </p:nvSpPr>
        <p:spPr>
          <a:xfrm>
            <a:off x="3743326" y="2479675"/>
            <a:ext cx="16830674" cy="10474325"/>
          </a:xfrm>
          <a:prstGeom prst="rect">
            <a:avLst/>
          </a:prstGeom>
          <a:noFill/>
          <a:ln>
            <a:noFill/>
          </a:ln>
        </p:spPr>
        <p:txBody>
          <a:bodyPr anchorCtr="0" anchor="t" bIns="101600" lIns="101600" spcFirstLastPara="1" rIns="101600" wrap="square" tIns="101600">
            <a:normAutofit/>
          </a:bodyPr>
          <a:lstStyle/>
          <a:p>
            <a:pPr indent="-685800" lvl="0" marL="725487" rtl="0" algn="l">
              <a:lnSpc>
                <a:spcPct val="110000"/>
              </a:lnSpc>
              <a:spcBef>
                <a:spcPts val="0"/>
              </a:spcBef>
              <a:spcAft>
                <a:spcPts val="0"/>
              </a:spcAft>
              <a:buSzPts val="5060"/>
              <a:buChar char="•"/>
            </a:pPr>
            <a:r>
              <a:rPr lang="en-US" sz="4600"/>
              <a:t>Automatically estimate </a:t>
            </a:r>
            <a:endParaRPr/>
          </a:p>
          <a:p>
            <a:pPr indent="-571500" lvl="1" marL="1068387" rtl="0" algn="l">
              <a:lnSpc>
                <a:spcPct val="110000"/>
              </a:lnSpc>
              <a:spcBef>
                <a:spcPts val="1200"/>
              </a:spcBef>
              <a:spcAft>
                <a:spcPts val="0"/>
              </a:spcAft>
              <a:buSzPts val="4400"/>
              <a:buChar char="–"/>
            </a:pPr>
            <a:r>
              <a:rPr lang="en-US" sz="4000"/>
              <a:t>position, orientation, and focal length of cameras</a:t>
            </a:r>
            <a:endParaRPr sz="5200"/>
          </a:p>
          <a:p>
            <a:pPr indent="-571500" lvl="1" marL="1068387" rtl="0" algn="l">
              <a:lnSpc>
                <a:spcPct val="110000"/>
              </a:lnSpc>
              <a:spcBef>
                <a:spcPts val="1200"/>
              </a:spcBef>
              <a:spcAft>
                <a:spcPts val="0"/>
              </a:spcAft>
              <a:buSzPts val="4400"/>
              <a:buChar char="–"/>
            </a:pPr>
            <a:r>
              <a:rPr lang="en-US" sz="4000"/>
              <a:t>3D positions of feature points</a:t>
            </a:r>
            <a:endParaRPr/>
          </a:p>
        </p:txBody>
      </p:sp>
      <p:grpSp>
        <p:nvGrpSpPr>
          <p:cNvPr id="2260" name="Google Shape;2260;p120"/>
          <p:cNvGrpSpPr/>
          <p:nvPr/>
        </p:nvGrpSpPr>
        <p:grpSpPr>
          <a:xfrm>
            <a:off x="7054850" y="6089650"/>
            <a:ext cx="5486400" cy="1524000"/>
            <a:chOff x="0" y="0"/>
            <a:chExt cx="5486400" cy="1524000"/>
          </a:xfrm>
        </p:grpSpPr>
        <p:sp>
          <p:nvSpPr>
            <p:cNvPr id="2261" name="Google Shape;2261;p120"/>
            <p:cNvSpPr/>
            <p:nvPr/>
          </p:nvSpPr>
          <p:spPr>
            <a:xfrm>
              <a:off x="0" y="0"/>
              <a:ext cx="5486400" cy="1524000"/>
            </a:xfrm>
            <a:prstGeom prst="roundRect">
              <a:avLst>
                <a:gd fmla="val 16667" name="adj"/>
              </a:avLst>
            </a:prstGeom>
            <a:solidFill>
              <a:srgbClr val="FFCCCC"/>
            </a:solidFill>
            <a:ln cap="flat" cmpd="sng" w="76200">
              <a:solidFill>
                <a:srgbClr val="004731"/>
              </a:solidFill>
              <a:prstDash val="solid"/>
              <a:round/>
              <a:headEnd len="sm" w="sm" type="none"/>
              <a:tailEnd len="sm" w="sm" type="none"/>
            </a:ln>
            <a:effectLst>
              <a:outerShdw blurRad="127000" rotWithShape="0" dir="2700000" dist="63500">
                <a:srgbClr val="BFB678">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262" name="Google Shape;2262;p120"/>
            <p:cNvSpPr txBox="1"/>
            <p:nvPr/>
          </p:nvSpPr>
          <p:spPr>
            <a:xfrm>
              <a:off x="76200" y="343346"/>
              <a:ext cx="5334000" cy="830958"/>
            </a:xfrm>
            <a:prstGeom prst="rect">
              <a:avLst/>
            </a:prstGeom>
            <a:noFill/>
            <a:ln>
              <a:noFill/>
            </a:ln>
          </p:spPr>
          <p:txBody>
            <a:bodyPr anchorCtr="0" anchor="ctr" bIns="76200" lIns="76200" spcFirstLastPara="1" rIns="76200" wrap="square" tIns="76200">
              <a:spAutoFit/>
            </a:bodyPr>
            <a:lstStyle/>
            <a:p>
              <a:pPr indent="12700" lvl="0" marL="0" marR="0" rtl="0" algn="ctr">
                <a:lnSpc>
                  <a:spcPct val="100000"/>
                </a:lnSpc>
                <a:spcBef>
                  <a:spcPts val="0"/>
                </a:spcBef>
                <a:spcAft>
                  <a:spcPts val="0"/>
                </a:spcAft>
                <a:buClr>
                  <a:srgbClr val="004731"/>
                </a:buClr>
                <a:buSzPts val="4800"/>
                <a:buFont typeface="Arial"/>
                <a:buNone/>
              </a:pPr>
              <a:r>
                <a:rPr b="0" i="0" lang="en-US" sz="4800" u="none" cap="none" strike="noStrike">
                  <a:solidFill>
                    <a:srgbClr val="004731"/>
                  </a:solidFill>
                  <a:latin typeface="Arial"/>
                  <a:ea typeface="Arial"/>
                  <a:cs typeface="Arial"/>
                  <a:sym typeface="Arial"/>
                </a:rPr>
                <a:t>Feature detection</a:t>
              </a:r>
              <a:endParaRPr/>
            </a:p>
          </p:txBody>
        </p:sp>
      </p:grpSp>
      <p:grpSp>
        <p:nvGrpSpPr>
          <p:cNvPr id="2263" name="Google Shape;2263;p120"/>
          <p:cNvGrpSpPr/>
          <p:nvPr/>
        </p:nvGrpSpPr>
        <p:grpSpPr>
          <a:xfrm>
            <a:off x="7054850" y="8375650"/>
            <a:ext cx="5486400" cy="1676400"/>
            <a:chOff x="0" y="0"/>
            <a:chExt cx="5486400" cy="1676400"/>
          </a:xfrm>
        </p:grpSpPr>
        <p:sp>
          <p:nvSpPr>
            <p:cNvPr id="2264" name="Google Shape;2264;p120"/>
            <p:cNvSpPr/>
            <p:nvPr/>
          </p:nvSpPr>
          <p:spPr>
            <a:xfrm>
              <a:off x="0" y="0"/>
              <a:ext cx="5486400" cy="1676400"/>
            </a:xfrm>
            <a:prstGeom prst="roundRect">
              <a:avLst>
                <a:gd fmla="val 16667" name="adj"/>
              </a:avLst>
            </a:prstGeom>
            <a:solidFill>
              <a:srgbClr val="FFCC99"/>
            </a:solidFill>
            <a:ln cap="flat" cmpd="sng" w="76200">
              <a:solidFill>
                <a:srgbClr val="004731"/>
              </a:solidFill>
              <a:prstDash val="solid"/>
              <a:round/>
              <a:headEnd len="sm" w="sm" type="none"/>
              <a:tailEnd len="sm" w="sm" type="none"/>
            </a:ln>
            <a:effectLst>
              <a:outerShdw blurRad="127000" rotWithShape="0" dir="2700000" dist="63500">
                <a:srgbClr val="BFB678">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265" name="Google Shape;2265;p120"/>
            <p:cNvSpPr txBox="1"/>
            <p:nvPr/>
          </p:nvSpPr>
          <p:spPr>
            <a:xfrm>
              <a:off x="76200" y="73471"/>
              <a:ext cx="5334000" cy="1529458"/>
            </a:xfrm>
            <a:prstGeom prst="rect">
              <a:avLst/>
            </a:prstGeom>
            <a:noFill/>
            <a:ln>
              <a:noFill/>
            </a:ln>
          </p:spPr>
          <p:txBody>
            <a:bodyPr anchorCtr="0" anchor="ctr" bIns="76200" lIns="76200" spcFirstLastPara="1" rIns="76200" wrap="square" tIns="76200">
              <a:spAutoFit/>
            </a:bodyPr>
            <a:lstStyle/>
            <a:p>
              <a:pPr indent="12700" lvl="0" marL="0" marR="0" rtl="0" algn="ctr">
                <a:lnSpc>
                  <a:spcPct val="100000"/>
                </a:lnSpc>
                <a:spcBef>
                  <a:spcPts val="0"/>
                </a:spcBef>
                <a:spcAft>
                  <a:spcPts val="0"/>
                </a:spcAft>
                <a:buClr>
                  <a:srgbClr val="004731"/>
                </a:buClr>
                <a:buSzPts val="4800"/>
                <a:buFont typeface="Arial"/>
                <a:buNone/>
              </a:pPr>
              <a:r>
                <a:rPr b="0" i="0" lang="en-US" sz="4800" u="none" cap="none" strike="noStrike">
                  <a:solidFill>
                    <a:srgbClr val="004731"/>
                  </a:solidFill>
                  <a:latin typeface="Arial"/>
                  <a:ea typeface="Arial"/>
                  <a:cs typeface="Arial"/>
                  <a:sym typeface="Arial"/>
                </a:rPr>
                <a:t>Pairwise</a:t>
              </a:r>
              <a:endParaRPr/>
            </a:p>
            <a:p>
              <a:pPr indent="12700" lvl="0" marL="0" marR="0" rtl="0" algn="ctr">
                <a:lnSpc>
                  <a:spcPct val="100000"/>
                </a:lnSpc>
                <a:spcBef>
                  <a:spcPts val="0"/>
                </a:spcBef>
                <a:spcAft>
                  <a:spcPts val="0"/>
                </a:spcAft>
                <a:buClr>
                  <a:srgbClr val="004731"/>
                </a:buClr>
                <a:buSzPts val="4800"/>
                <a:buFont typeface="Arial"/>
                <a:buNone/>
              </a:pPr>
              <a:r>
                <a:rPr b="0" i="0" lang="en-US" sz="4800" u="none" cap="none" strike="noStrike">
                  <a:solidFill>
                    <a:srgbClr val="004731"/>
                  </a:solidFill>
                  <a:latin typeface="Arial"/>
                  <a:ea typeface="Arial"/>
                  <a:cs typeface="Arial"/>
                  <a:sym typeface="Arial"/>
                </a:rPr>
                <a:t>feature matching</a:t>
              </a:r>
              <a:endParaRPr/>
            </a:p>
          </p:txBody>
        </p:sp>
      </p:grpSp>
      <p:grpSp>
        <p:nvGrpSpPr>
          <p:cNvPr id="2266" name="Google Shape;2266;p120"/>
          <p:cNvGrpSpPr/>
          <p:nvPr/>
        </p:nvGrpSpPr>
        <p:grpSpPr>
          <a:xfrm>
            <a:off x="13608050" y="7308850"/>
            <a:ext cx="4114800" cy="3810000"/>
            <a:chOff x="0" y="0"/>
            <a:chExt cx="4114800" cy="3810000"/>
          </a:xfrm>
        </p:grpSpPr>
        <p:sp>
          <p:nvSpPr>
            <p:cNvPr id="2267" name="Google Shape;2267;p120"/>
            <p:cNvSpPr/>
            <p:nvPr/>
          </p:nvSpPr>
          <p:spPr>
            <a:xfrm>
              <a:off x="0" y="0"/>
              <a:ext cx="4114800" cy="3810000"/>
            </a:xfrm>
            <a:prstGeom prst="roundRect">
              <a:avLst>
                <a:gd fmla="val 16667" name="adj"/>
              </a:avLst>
            </a:prstGeom>
            <a:solidFill>
              <a:srgbClr val="CCECFF"/>
            </a:solidFill>
            <a:ln cap="flat" cmpd="sng" w="76200">
              <a:solidFill>
                <a:srgbClr val="004731"/>
              </a:solidFill>
              <a:prstDash val="solid"/>
              <a:round/>
              <a:headEnd len="sm" w="sm" type="none"/>
              <a:tailEnd len="sm" w="sm" type="none"/>
            </a:ln>
            <a:effectLst>
              <a:outerShdw blurRad="127000" rotWithShape="0" dir="2700000" dist="63500">
                <a:srgbClr val="BFB678">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268" name="Google Shape;2268;p120"/>
            <p:cNvSpPr txBox="1"/>
            <p:nvPr/>
          </p:nvSpPr>
          <p:spPr>
            <a:xfrm>
              <a:off x="190500" y="791021"/>
              <a:ext cx="3733800" cy="2227958"/>
            </a:xfrm>
            <a:prstGeom prst="rect">
              <a:avLst/>
            </a:prstGeom>
            <a:noFill/>
            <a:ln>
              <a:noFill/>
            </a:ln>
          </p:spPr>
          <p:txBody>
            <a:bodyPr anchorCtr="0" anchor="ctr" bIns="76200" lIns="76200" spcFirstLastPara="1" rIns="76200" wrap="square" tIns="76200">
              <a:spAutoFit/>
            </a:bodyPr>
            <a:lstStyle/>
            <a:p>
              <a:pPr indent="9525" lvl="0" marL="0" marR="0" rtl="0" algn="ctr">
                <a:lnSpc>
                  <a:spcPct val="100000"/>
                </a:lnSpc>
                <a:spcBef>
                  <a:spcPts val="0"/>
                </a:spcBef>
                <a:spcAft>
                  <a:spcPts val="0"/>
                </a:spcAft>
                <a:buClr>
                  <a:srgbClr val="004731"/>
                </a:buClr>
                <a:buSzPts val="4800"/>
                <a:buFont typeface="Arial"/>
                <a:buNone/>
              </a:pPr>
              <a:r>
                <a:rPr b="0" i="0" lang="en-US" sz="4800" u="none" cap="none" strike="noStrike">
                  <a:solidFill>
                    <a:srgbClr val="004731"/>
                  </a:solidFill>
                  <a:latin typeface="Arial"/>
                  <a:ea typeface="Arial"/>
                  <a:cs typeface="Arial"/>
                  <a:sym typeface="Arial"/>
                </a:rPr>
                <a:t>Incremental structure from motion</a:t>
              </a:r>
              <a:endParaRPr/>
            </a:p>
          </p:txBody>
        </p:sp>
      </p:grpSp>
      <p:grpSp>
        <p:nvGrpSpPr>
          <p:cNvPr id="2269" name="Google Shape;2269;p120"/>
          <p:cNvGrpSpPr/>
          <p:nvPr/>
        </p:nvGrpSpPr>
        <p:grpSpPr>
          <a:xfrm>
            <a:off x="7054850" y="10814050"/>
            <a:ext cx="5486400" cy="1676400"/>
            <a:chOff x="0" y="0"/>
            <a:chExt cx="5486400" cy="1676400"/>
          </a:xfrm>
        </p:grpSpPr>
        <p:sp>
          <p:nvSpPr>
            <p:cNvPr id="2270" name="Google Shape;2270;p120"/>
            <p:cNvSpPr/>
            <p:nvPr/>
          </p:nvSpPr>
          <p:spPr>
            <a:xfrm>
              <a:off x="0" y="0"/>
              <a:ext cx="5486400" cy="1676400"/>
            </a:xfrm>
            <a:prstGeom prst="roundRect">
              <a:avLst>
                <a:gd fmla="val 16667" name="adj"/>
              </a:avLst>
            </a:prstGeom>
            <a:solidFill>
              <a:srgbClr val="CCFFCC"/>
            </a:solidFill>
            <a:ln cap="flat" cmpd="sng" w="76200">
              <a:solidFill>
                <a:srgbClr val="004731"/>
              </a:solidFill>
              <a:prstDash val="solid"/>
              <a:round/>
              <a:headEnd len="sm" w="sm" type="none"/>
              <a:tailEnd len="sm" w="sm" type="none"/>
            </a:ln>
            <a:effectLst>
              <a:outerShdw blurRad="127000" rotWithShape="0" dir="2700000" dist="63500">
                <a:srgbClr val="BFB678">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271" name="Google Shape;2271;p120"/>
            <p:cNvSpPr txBox="1"/>
            <p:nvPr/>
          </p:nvSpPr>
          <p:spPr>
            <a:xfrm>
              <a:off x="76200" y="73471"/>
              <a:ext cx="5334000" cy="1529458"/>
            </a:xfrm>
            <a:prstGeom prst="rect">
              <a:avLst/>
            </a:prstGeom>
            <a:noFill/>
            <a:ln>
              <a:noFill/>
            </a:ln>
          </p:spPr>
          <p:txBody>
            <a:bodyPr anchorCtr="0" anchor="ctr" bIns="76200" lIns="76200" spcFirstLastPara="1" rIns="76200" wrap="square" tIns="76200">
              <a:spAutoFit/>
            </a:bodyPr>
            <a:lstStyle/>
            <a:p>
              <a:pPr indent="12700" lvl="0" marL="0" marR="0" rtl="0" algn="ctr">
                <a:lnSpc>
                  <a:spcPct val="100000"/>
                </a:lnSpc>
                <a:spcBef>
                  <a:spcPts val="0"/>
                </a:spcBef>
                <a:spcAft>
                  <a:spcPts val="0"/>
                </a:spcAft>
                <a:buClr>
                  <a:srgbClr val="004731"/>
                </a:buClr>
                <a:buSzPts val="4800"/>
                <a:buFont typeface="Arial"/>
                <a:buNone/>
              </a:pPr>
              <a:r>
                <a:rPr b="0" i="0" lang="en-US" sz="4800" u="none" cap="none" strike="noStrike">
                  <a:solidFill>
                    <a:srgbClr val="004731"/>
                  </a:solidFill>
                  <a:latin typeface="Arial"/>
                  <a:ea typeface="Arial"/>
                  <a:cs typeface="Arial"/>
                  <a:sym typeface="Arial"/>
                </a:rPr>
                <a:t>Correspondence estimation</a:t>
              </a:r>
              <a:endParaRPr/>
            </a:p>
          </p:txBody>
        </p:sp>
      </p:grpSp>
      <p:cxnSp>
        <p:nvCxnSpPr>
          <p:cNvPr id="2272" name="Google Shape;2272;p120"/>
          <p:cNvCxnSpPr/>
          <p:nvPr/>
        </p:nvCxnSpPr>
        <p:spPr>
          <a:xfrm>
            <a:off x="9798049" y="7613649"/>
            <a:ext cx="3177" cy="762002"/>
          </a:xfrm>
          <a:prstGeom prst="straightConnector1">
            <a:avLst/>
          </a:prstGeom>
          <a:noFill/>
          <a:ln cap="flat" cmpd="sng" w="25400">
            <a:solidFill>
              <a:srgbClr val="004731"/>
            </a:solidFill>
            <a:prstDash val="solid"/>
            <a:round/>
            <a:headEnd len="sm" w="sm" type="none"/>
            <a:tailEnd len="med" w="med" type="triangle"/>
          </a:ln>
        </p:spPr>
      </p:cxnSp>
      <p:cxnSp>
        <p:nvCxnSpPr>
          <p:cNvPr id="2273" name="Google Shape;2273;p120"/>
          <p:cNvCxnSpPr/>
          <p:nvPr/>
        </p:nvCxnSpPr>
        <p:spPr>
          <a:xfrm>
            <a:off x="9798049" y="10052049"/>
            <a:ext cx="3177" cy="762002"/>
          </a:xfrm>
          <a:prstGeom prst="straightConnector1">
            <a:avLst/>
          </a:prstGeom>
          <a:noFill/>
          <a:ln cap="flat" cmpd="sng" w="25400">
            <a:solidFill>
              <a:srgbClr val="004731"/>
            </a:solidFill>
            <a:prstDash val="solid"/>
            <a:round/>
            <a:headEnd len="sm" w="sm" type="none"/>
            <a:tailEnd len="med" w="med" type="triangle"/>
          </a:ln>
        </p:spPr>
      </p:cxnSp>
      <p:sp>
        <p:nvSpPr>
          <p:cNvPr id="2274" name="Google Shape;2274;p120"/>
          <p:cNvSpPr/>
          <p:nvPr/>
        </p:nvSpPr>
        <p:spPr>
          <a:xfrm rot="-5400000">
            <a:off x="11777661" y="9059864"/>
            <a:ext cx="1901827" cy="5867401"/>
          </a:xfrm>
          <a:custGeom>
            <a:rect b="b" l="l" r="r" t="t"/>
            <a:pathLst>
              <a:path extrusionOk="0" h="21600" w="21600">
                <a:moveTo>
                  <a:pt x="4765" y="0"/>
                </a:moveTo>
                <a:lnTo>
                  <a:pt x="0" y="0"/>
                </a:lnTo>
                <a:lnTo>
                  <a:pt x="0" y="21600"/>
                </a:lnTo>
                <a:lnTo>
                  <a:pt x="21600" y="21600"/>
                </a:lnTo>
              </a:path>
            </a:pathLst>
          </a:custGeom>
          <a:noFill/>
          <a:ln cap="flat" cmpd="sng" w="25400">
            <a:solidFill>
              <a:srgbClr val="004731"/>
            </a:solidFill>
            <a:prstDash val="solid"/>
            <a:round/>
            <a:headEnd len="sm" w="sm" type="none"/>
            <a:tailEnd len="med" w="med" type="triangl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275" name="Google Shape;2275;p120"/>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9" name="Shape 2279"/>
        <p:cNvGrpSpPr/>
        <p:nvPr/>
      </p:nvGrpSpPr>
      <p:grpSpPr>
        <a:xfrm>
          <a:off x="0" y="0"/>
          <a:ext cx="0" cy="0"/>
          <a:chOff x="0" y="0"/>
          <a:chExt cx="0" cy="0"/>
        </a:xfrm>
      </p:grpSpPr>
      <p:cxnSp>
        <p:nvCxnSpPr>
          <p:cNvPr id="2280" name="Google Shape;2280;p124"/>
          <p:cNvCxnSpPr/>
          <p:nvPr/>
        </p:nvCxnSpPr>
        <p:spPr>
          <a:xfrm rot="10800000">
            <a:off x="9115425" y="8931275"/>
            <a:ext cx="6667501" cy="2587625"/>
          </a:xfrm>
          <a:prstGeom prst="straightConnector1">
            <a:avLst/>
          </a:prstGeom>
          <a:noFill/>
          <a:ln cap="flat" cmpd="sng" w="76200">
            <a:solidFill>
              <a:srgbClr val="004731"/>
            </a:solidFill>
            <a:prstDash val="solid"/>
            <a:round/>
            <a:headEnd len="sm" w="sm" type="none"/>
            <a:tailEnd len="sm" w="sm" type="none"/>
          </a:ln>
        </p:spPr>
      </p:cxnSp>
      <p:sp>
        <p:nvSpPr>
          <p:cNvPr id="2281" name="Google Shape;2281;p124"/>
          <p:cNvSpPr txBox="1"/>
          <p:nvPr>
            <p:ph type="title"/>
          </p:nvPr>
        </p:nvSpPr>
        <p:spPr>
          <a:xfrm>
            <a:off x="3657600" y="203200"/>
            <a:ext cx="16916400" cy="2508250"/>
          </a:xfrm>
          <a:prstGeom prst="rect">
            <a:avLst/>
          </a:prstGeom>
          <a:noFill/>
          <a:ln>
            <a:noFill/>
          </a:ln>
        </p:spPr>
        <p:txBody>
          <a:bodyPr anchorCtr="0" anchor="ctr" bIns="101600" lIns="101600" spcFirstLastPara="1" rIns="101600" wrap="square" tIns="101600">
            <a:normAutofit/>
          </a:bodyPr>
          <a:lstStyle/>
          <a:p>
            <a:pPr indent="39687" lvl="0" marL="0" rtl="0" algn="l">
              <a:lnSpc>
                <a:spcPct val="100000"/>
              </a:lnSpc>
              <a:spcBef>
                <a:spcPts val="0"/>
              </a:spcBef>
              <a:spcAft>
                <a:spcPts val="0"/>
              </a:spcAft>
              <a:buClr>
                <a:srgbClr val="004731"/>
              </a:buClr>
              <a:buSzPts val="7400"/>
              <a:buFont typeface="Arial"/>
              <a:buNone/>
            </a:pPr>
            <a:r>
              <a:rPr b="1" lang="en-US" sz="7400">
                <a:solidFill>
                  <a:srgbClr val="004731"/>
                </a:solidFill>
                <a:latin typeface="Arial"/>
                <a:ea typeface="Arial"/>
                <a:cs typeface="Arial"/>
                <a:sym typeface="Arial"/>
              </a:rPr>
              <a:t>Feature matching</a:t>
            </a:r>
            <a:endParaRPr/>
          </a:p>
        </p:txBody>
      </p:sp>
      <p:sp>
        <p:nvSpPr>
          <p:cNvPr id="2282" name="Google Shape;2282;p124"/>
          <p:cNvSpPr txBox="1"/>
          <p:nvPr>
            <p:ph idx="1" type="body"/>
          </p:nvPr>
        </p:nvSpPr>
        <p:spPr>
          <a:xfrm>
            <a:off x="6048375" y="2711450"/>
            <a:ext cx="12595225" cy="4606927"/>
          </a:xfrm>
          <a:prstGeom prst="rect">
            <a:avLst/>
          </a:prstGeom>
          <a:noFill/>
          <a:ln>
            <a:noFill/>
          </a:ln>
        </p:spPr>
        <p:txBody>
          <a:bodyPr anchorCtr="0" anchor="t" bIns="101600" lIns="101600" spcFirstLastPara="1" rIns="101600" wrap="square" tIns="101600">
            <a:normAutofit/>
          </a:bodyPr>
          <a:lstStyle/>
          <a:p>
            <a:pPr indent="-646112" lvl="0" marL="685800" marR="0" rtl="0" algn="l">
              <a:lnSpc>
                <a:spcPct val="110000"/>
              </a:lnSpc>
              <a:spcBef>
                <a:spcPts val="0"/>
              </a:spcBef>
              <a:spcAft>
                <a:spcPts val="0"/>
              </a:spcAft>
              <a:buClr>
                <a:srgbClr val="004731"/>
              </a:buClr>
              <a:buSzPts val="4800"/>
              <a:buFont typeface="Arial"/>
              <a:buNone/>
            </a:pPr>
            <a:r>
              <a:rPr lang="en-US" sz="4800"/>
              <a:t>Match features between each pair of images</a:t>
            </a:r>
            <a:endParaRPr/>
          </a:p>
        </p:txBody>
      </p:sp>
      <p:grpSp>
        <p:nvGrpSpPr>
          <p:cNvPr id="2283" name="Google Shape;2283;p124"/>
          <p:cNvGrpSpPr/>
          <p:nvPr/>
        </p:nvGrpSpPr>
        <p:grpSpPr>
          <a:xfrm>
            <a:off x="7870825" y="4791076"/>
            <a:ext cx="8467727" cy="7423151"/>
            <a:chOff x="-1" y="0"/>
            <a:chExt cx="8467726" cy="7423150"/>
          </a:xfrm>
        </p:grpSpPr>
        <p:cxnSp>
          <p:nvCxnSpPr>
            <p:cNvPr id="2284" name="Google Shape;2284;p124"/>
            <p:cNvCxnSpPr/>
            <p:nvPr/>
          </p:nvCxnSpPr>
          <p:spPr>
            <a:xfrm flipH="1">
              <a:off x="7429111" y="2819400"/>
              <a:ext cx="98462" cy="1793875"/>
            </a:xfrm>
            <a:prstGeom prst="straightConnector1">
              <a:avLst/>
            </a:prstGeom>
            <a:noFill/>
            <a:ln cap="flat" cmpd="sng" w="76200">
              <a:solidFill>
                <a:srgbClr val="004731"/>
              </a:solidFill>
              <a:prstDash val="solid"/>
              <a:round/>
              <a:headEnd len="sm" w="sm" type="none"/>
              <a:tailEnd len="sm" w="sm" type="none"/>
            </a:ln>
          </p:spPr>
        </p:cxnSp>
        <p:cxnSp>
          <p:nvCxnSpPr>
            <p:cNvPr id="2285" name="Google Shape;2285;p124"/>
            <p:cNvCxnSpPr/>
            <p:nvPr/>
          </p:nvCxnSpPr>
          <p:spPr>
            <a:xfrm>
              <a:off x="7330648" y="4711699"/>
              <a:ext cx="495485" cy="1797052"/>
            </a:xfrm>
            <a:prstGeom prst="straightConnector1">
              <a:avLst/>
            </a:prstGeom>
            <a:noFill/>
            <a:ln cap="flat" cmpd="sng" w="76200">
              <a:solidFill>
                <a:srgbClr val="004731"/>
              </a:solidFill>
              <a:prstDash val="solid"/>
              <a:round/>
              <a:headEnd len="sm" w="sm" type="none"/>
              <a:tailEnd len="sm" w="sm" type="none"/>
            </a:ln>
          </p:spPr>
        </p:cxnSp>
        <p:cxnSp>
          <p:nvCxnSpPr>
            <p:cNvPr id="2286" name="Google Shape;2286;p124"/>
            <p:cNvCxnSpPr/>
            <p:nvPr/>
          </p:nvCxnSpPr>
          <p:spPr>
            <a:xfrm flipH="1" rot="10800000">
              <a:off x="3125371" y="2486024"/>
              <a:ext cx="2398025" cy="1930402"/>
            </a:xfrm>
            <a:prstGeom prst="straightConnector1">
              <a:avLst/>
            </a:prstGeom>
            <a:noFill/>
            <a:ln cap="flat" cmpd="sng" w="76200">
              <a:solidFill>
                <a:srgbClr val="004731"/>
              </a:solidFill>
              <a:prstDash val="solid"/>
              <a:round/>
              <a:headEnd len="sm" w="sm" type="none"/>
              <a:tailEnd len="sm" w="sm" type="none"/>
            </a:ln>
          </p:spPr>
        </p:cxnSp>
        <p:cxnSp>
          <p:nvCxnSpPr>
            <p:cNvPr id="2287" name="Google Shape;2287;p124"/>
            <p:cNvCxnSpPr/>
            <p:nvPr/>
          </p:nvCxnSpPr>
          <p:spPr>
            <a:xfrm>
              <a:off x="5526571" y="2517775"/>
              <a:ext cx="1997826" cy="165100"/>
            </a:xfrm>
            <a:prstGeom prst="straightConnector1">
              <a:avLst/>
            </a:prstGeom>
            <a:noFill/>
            <a:ln cap="flat" cmpd="sng" w="76200">
              <a:solidFill>
                <a:srgbClr val="004731"/>
              </a:solidFill>
              <a:prstDash val="solid"/>
              <a:round/>
              <a:headEnd len="sm" w="sm" type="none"/>
              <a:tailEnd len="sm" w="sm" type="none"/>
            </a:ln>
          </p:spPr>
        </p:cxnSp>
        <p:cxnSp>
          <p:nvCxnSpPr>
            <p:cNvPr id="2288" name="Google Shape;2288;p124"/>
            <p:cNvCxnSpPr/>
            <p:nvPr/>
          </p:nvCxnSpPr>
          <p:spPr>
            <a:xfrm>
              <a:off x="2528247" y="571499"/>
              <a:ext cx="686057" cy="1949452"/>
            </a:xfrm>
            <a:prstGeom prst="straightConnector1">
              <a:avLst/>
            </a:prstGeom>
            <a:noFill/>
            <a:ln cap="flat" cmpd="sng" w="76200">
              <a:solidFill>
                <a:srgbClr val="004731"/>
              </a:solidFill>
              <a:prstDash val="solid"/>
              <a:round/>
              <a:headEnd len="sm" w="sm" type="none"/>
              <a:tailEnd len="sm" w="sm" type="none"/>
            </a:ln>
          </p:spPr>
        </p:cxnSp>
        <p:cxnSp>
          <p:nvCxnSpPr>
            <p:cNvPr id="2289" name="Google Shape;2289;p124"/>
            <p:cNvCxnSpPr/>
            <p:nvPr/>
          </p:nvCxnSpPr>
          <p:spPr>
            <a:xfrm>
              <a:off x="2528247" y="571500"/>
              <a:ext cx="574892" cy="4013200"/>
            </a:xfrm>
            <a:prstGeom prst="straightConnector1">
              <a:avLst/>
            </a:prstGeom>
            <a:noFill/>
            <a:ln cap="flat" cmpd="sng" w="76200">
              <a:solidFill>
                <a:srgbClr val="004731"/>
              </a:solidFill>
              <a:prstDash val="solid"/>
              <a:round/>
              <a:headEnd len="sm" w="sm" type="none"/>
              <a:tailEnd len="sm" w="sm" type="none"/>
            </a:ln>
          </p:spPr>
        </p:cxnSp>
        <p:cxnSp>
          <p:nvCxnSpPr>
            <p:cNvPr id="2290" name="Google Shape;2290;p124"/>
            <p:cNvCxnSpPr/>
            <p:nvPr/>
          </p:nvCxnSpPr>
          <p:spPr>
            <a:xfrm flipH="1">
              <a:off x="3103138" y="2520949"/>
              <a:ext cx="111167" cy="2063752"/>
            </a:xfrm>
            <a:prstGeom prst="straightConnector1">
              <a:avLst/>
            </a:prstGeom>
            <a:noFill/>
            <a:ln cap="flat" cmpd="sng" w="76200">
              <a:solidFill>
                <a:srgbClr val="004731"/>
              </a:solidFill>
              <a:prstDash val="solid"/>
              <a:round/>
              <a:headEnd len="sm" w="sm" type="none"/>
              <a:tailEnd len="sm" w="sm" type="none"/>
            </a:ln>
          </p:spPr>
        </p:cxnSp>
        <p:cxnSp>
          <p:nvCxnSpPr>
            <p:cNvPr id="2291" name="Google Shape;2291;p124"/>
            <p:cNvCxnSpPr/>
            <p:nvPr/>
          </p:nvCxnSpPr>
          <p:spPr>
            <a:xfrm>
              <a:off x="914742" y="3895725"/>
              <a:ext cx="2188395" cy="688975"/>
            </a:xfrm>
            <a:prstGeom prst="straightConnector1">
              <a:avLst/>
            </a:prstGeom>
            <a:noFill/>
            <a:ln cap="flat" cmpd="sng" w="76200">
              <a:solidFill>
                <a:srgbClr val="004731"/>
              </a:solidFill>
              <a:prstDash val="solid"/>
              <a:round/>
              <a:headEnd len="sm" w="sm" type="none"/>
              <a:tailEnd len="sm" w="sm" type="none"/>
            </a:ln>
          </p:spPr>
        </p:cxnSp>
        <p:cxnSp>
          <p:nvCxnSpPr>
            <p:cNvPr id="2292" name="Google Shape;2292;p124"/>
            <p:cNvCxnSpPr/>
            <p:nvPr/>
          </p:nvCxnSpPr>
          <p:spPr>
            <a:xfrm>
              <a:off x="914742" y="6076949"/>
              <a:ext cx="1956533" cy="800102"/>
            </a:xfrm>
            <a:prstGeom prst="straightConnector1">
              <a:avLst/>
            </a:prstGeom>
            <a:noFill/>
            <a:ln cap="flat" cmpd="sng" w="76200">
              <a:solidFill>
                <a:srgbClr val="004731"/>
              </a:solidFill>
              <a:prstDash val="solid"/>
              <a:round/>
              <a:headEnd len="sm" w="sm" type="none"/>
              <a:tailEnd len="sm" w="sm" type="none"/>
            </a:ln>
          </p:spPr>
        </p:cxnSp>
        <p:cxnSp>
          <p:nvCxnSpPr>
            <p:cNvPr id="2293" name="Google Shape;2293;p124"/>
            <p:cNvCxnSpPr/>
            <p:nvPr/>
          </p:nvCxnSpPr>
          <p:spPr>
            <a:xfrm flipH="1">
              <a:off x="1264125" y="914399"/>
              <a:ext cx="4249742" cy="3095626"/>
            </a:xfrm>
            <a:prstGeom prst="straightConnector1">
              <a:avLst/>
            </a:prstGeom>
            <a:noFill/>
            <a:ln cap="flat" cmpd="sng" w="76200">
              <a:solidFill>
                <a:srgbClr val="004731"/>
              </a:solidFill>
              <a:prstDash val="solid"/>
              <a:round/>
              <a:headEnd len="sm" w="sm" type="none"/>
              <a:tailEnd len="sm" w="sm" type="none"/>
            </a:ln>
          </p:spPr>
        </p:cxnSp>
        <p:cxnSp>
          <p:nvCxnSpPr>
            <p:cNvPr id="2294" name="Google Shape;2294;p124"/>
            <p:cNvCxnSpPr/>
            <p:nvPr/>
          </p:nvCxnSpPr>
          <p:spPr>
            <a:xfrm>
              <a:off x="4710290" y="6419849"/>
              <a:ext cx="1953357" cy="231775"/>
            </a:xfrm>
            <a:prstGeom prst="straightConnector1">
              <a:avLst/>
            </a:prstGeom>
            <a:noFill/>
            <a:ln cap="flat" cmpd="sng" w="76200">
              <a:solidFill>
                <a:srgbClr val="004731"/>
              </a:solidFill>
              <a:prstDash val="solid"/>
              <a:round/>
              <a:headEnd len="sm" w="sm" type="none"/>
              <a:tailEnd len="sm" w="sm" type="none"/>
            </a:ln>
          </p:spPr>
        </p:cxnSp>
        <p:cxnSp>
          <p:nvCxnSpPr>
            <p:cNvPr id="2295" name="Google Shape;2295;p124"/>
            <p:cNvCxnSpPr/>
            <p:nvPr/>
          </p:nvCxnSpPr>
          <p:spPr>
            <a:xfrm>
              <a:off x="1032262" y="4241799"/>
              <a:ext cx="5631386" cy="2409826"/>
            </a:xfrm>
            <a:prstGeom prst="straightConnector1">
              <a:avLst/>
            </a:prstGeom>
            <a:noFill/>
            <a:ln cap="flat" cmpd="sng" w="76200">
              <a:solidFill>
                <a:srgbClr val="004731"/>
              </a:solidFill>
              <a:prstDash val="solid"/>
              <a:round/>
              <a:headEnd len="sm" w="sm" type="none"/>
              <a:tailEnd len="sm" w="sm" type="none"/>
            </a:ln>
          </p:spPr>
        </p:cxnSp>
        <p:cxnSp>
          <p:nvCxnSpPr>
            <p:cNvPr id="2296" name="Google Shape;2296;p124"/>
            <p:cNvCxnSpPr/>
            <p:nvPr/>
          </p:nvCxnSpPr>
          <p:spPr>
            <a:xfrm flipH="1" rot="10800000">
              <a:off x="689233" y="4584700"/>
              <a:ext cx="2296385" cy="1260475"/>
            </a:xfrm>
            <a:prstGeom prst="straightConnector1">
              <a:avLst/>
            </a:prstGeom>
            <a:noFill/>
            <a:ln cap="flat" cmpd="sng" w="76200">
              <a:solidFill>
                <a:srgbClr val="004731"/>
              </a:solidFill>
              <a:prstDash val="solid"/>
              <a:round/>
              <a:headEnd len="sm" w="sm" type="none"/>
              <a:tailEnd len="sm" w="sm" type="none"/>
            </a:ln>
          </p:spPr>
        </p:cxnSp>
        <p:cxnSp>
          <p:nvCxnSpPr>
            <p:cNvPr id="2297" name="Google Shape;2297;p124"/>
            <p:cNvCxnSpPr/>
            <p:nvPr/>
          </p:nvCxnSpPr>
          <p:spPr>
            <a:xfrm flipH="1" rot="10800000">
              <a:off x="4710290" y="4584699"/>
              <a:ext cx="2642591" cy="1835152"/>
            </a:xfrm>
            <a:prstGeom prst="straightConnector1">
              <a:avLst/>
            </a:prstGeom>
            <a:noFill/>
            <a:ln cap="flat" cmpd="sng" w="76200">
              <a:solidFill>
                <a:srgbClr val="004731"/>
              </a:solidFill>
              <a:prstDash val="solid"/>
              <a:round/>
              <a:headEnd len="sm" w="sm" type="none"/>
              <a:tailEnd len="sm" w="sm" type="none"/>
            </a:ln>
          </p:spPr>
        </p:cxnSp>
        <p:cxnSp>
          <p:nvCxnSpPr>
            <p:cNvPr id="2298" name="Google Shape;2298;p124"/>
            <p:cNvCxnSpPr/>
            <p:nvPr/>
          </p:nvCxnSpPr>
          <p:spPr>
            <a:xfrm flipH="1" rot="10800000">
              <a:off x="5285181" y="1374776"/>
              <a:ext cx="1839015" cy="1031875"/>
            </a:xfrm>
            <a:prstGeom prst="straightConnector1">
              <a:avLst/>
            </a:prstGeom>
            <a:noFill/>
            <a:ln cap="flat" cmpd="sng" w="76200">
              <a:solidFill>
                <a:srgbClr val="004731"/>
              </a:solidFill>
              <a:prstDash val="solid"/>
              <a:round/>
              <a:headEnd len="sm" w="sm" type="none"/>
              <a:tailEnd len="sm" w="sm" type="none"/>
            </a:ln>
          </p:spPr>
        </p:cxnSp>
        <p:cxnSp>
          <p:nvCxnSpPr>
            <p:cNvPr id="2299" name="Google Shape;2299;p124"/>
            <p:cNvCxnSpPr/>
            <p:nvPr/>
          </p:nvCxnSpPr>
          <p:spPr>
            <a:xfrm rot="10800000">
              <a:off x="3214306" y="4356100"/>
              <a:ext cx="2185219" cy="111125"/>
            </a:xfrm>
            <a:prstGeom prst="straightConnector1">
              <a:avLst/>
            </a:prstGeom>
            <a:noFill/>
            <a:ln cap="flat" cmpd="sng" w="76200">
              <a:solidFill>
                <a:srgbClr val="004731"/>
              </a:solidFill>
              <a:prstDash val="solid"/>
              <a:round/>
              <a:headEnd len="sm" w="sm" type="none"/>
              <a:tailEnd len="sm" w="sm" type="none"/>
            </a:ln>
          </p:spPr>
        </p:cxnSp>
        <p:cxnSp>
          <p:nvCxnSpPr>
            <p:cNvPr id="2300" name="Google Shape;2300;p124"/>
            <p:cNvCxnSpPr/>
            <p:nvPr/>
          </p:nvCxnSpPr>
          <p:spPr>
            <a:xfrm flipH="1">
              <a:off x="2753758" y="2863849"/>
              <a:ext cx="4713466" cy="4013202"/>
            </a:xfrm>
            <a:prstGeom prst="straightConnector1">
              <a:avLst/>
            </a:prstGeom>
            <a:noFill/>
            <a:ln cap="flat" cmpd="sng" w="76200">
              <a:solidFill>
                <a:srgbClr val="004731"/>
              </a:solidFill>
              <a:prstDash val="solid"/>
              <a:round/>
              <a:headEnd len="sm" w="sm" type="none"/>
              <a:tailEnd len="sm" w="sm" type="none"/>
            </a:ln>
          </p:spPr>
        </p:cxnSp>
        <p:pic>
          <p:nvPicPr>
            <p:cNvPr descr="image159.png" id="2301" name="Google Shape;2301;p124"/>
            <p:cNvPicPr preferRelativeResize="0"/>
            <p:nvPr/>
          </p:nvPicPr>
          <p:blipFill rotWithShape="1">
            <a:blip r:embed="rId3">
              <a:alphaModFix/>
            </a:blip>
            <a:srcRect b="0" l="0" r="0" t="0"/>
            <a:stretch/>
          </p:blipFill>
          <p:spPr>
            <a:xfrm>
              <a:off x="1953357" y="6305550"/>
              <a:ext cx="1492810" cy="1117600"/>
            </a:xfrm>
            <a:prstGeom prst="rect">
              <a:avLst/>
            </a:prstGeom>
            <a:noFill/>
            <a:ln>
              <a:noFill/>
            </a:ln>
          </p:spPr>
        </p:pic>
        <p:pic>
          <p:nvPicPr>
            <p:cNvPr descr="image160.png" id="2302" name="Google Shape;2302;p124"/>
            <p:cNvPicPr preferRelativeResize="0"/>
            <p:nvPr/>
          </p:nvPicPr>
          <p:blipFill rotWithShape="1">
            <a:blip r:embed="rId4">
              <a:alphaModFix/>
            </a:blip>
            <a:srcRect b="0" l="0" r="0" t="0"/>
            <a:stretch/>
          </p:blipFill>
          <p:spPr>
            <a:xfrm>
              <a:off x="6781166" y="803275"/>
              <a:ext cx="1489635" cy="1117600"/>
            </a:xfrm>
            <a:prstGeom prst="rect">
              <a:avLst/>
            </a:prstGeom>
            <a:noFill/>
            <a:ln>
              <a:noFill/>
            </a:ln>
          </p:spPr>
        </p:pic>
        <p:pic>
          <p:nvPicPr>
            <p:cNvPr descr="image161.png" id="2303" name="Google Shape;2303;p124"/>
            <p:cNvPicPr preferRelativeResize="0"/>
            <p:nvPr/>
          </p:nvPicPr>
          <p:blipFill rotWithShape="1">
            <a:blip r:embed="rId5">
              <a:alphaModFix/>
            </a:blip>
            <a:srcRect b="0" l="0" r="0" t="0"/>
            <a:stretch/>
          </p:blipFill>
          <p:spPr>
            <a:xfrm>
              <a:off x="-1" y="5505450"/>
              <a:ext cx="1489635" cy="1117600"/>
            </a:xfrm>
            <a:prstGeom prst="rect">
              <a:avLst/>
            </a:prstGeom>
            <a:noFill/>
            <a:ln>
              <a:noFill/>
            </a:ln>
          </p:spPr>
        </p:pic>
        <p:pic>
          <p:nvPicPr>
            <p:cNvPr descr="image162.png" id="2304" name="Google Shape;2304;p124"/>
            <p:cNvPicPr preferRelativeResize="0"/>
            <p:nvPr/>
          </p:nvPicPr>
          <p:blipFill rotWithShape="1">
            <a:blip r:embed="rId6">
              <a:alphaModFix/>
            </a:blip>
            <a:srcRect b="0" l="0" r="0" t="0"/>
            <a:stretch/>
          </p:blipFill>
          <p:spPr>
            <a:xfrm>
              <a:off x="1835838" y="0"/>
              <a:ext cx="1492810" cy="1114425"/>
            </a:xfrm>
            <a:prstGeom prst="rect">
              <a:avLst/>
            </a:prstGeom>
            <a:noFill/>
            <a:ln>
              <a:noFill/>
            </a:ln>
          </p:spPr>
        </p:pic>
        <p:pic>
          <p:nvPicPr>
            <p:cNvPr descr="image163.png" id="2305" name="Google Shape;2305;p124"/>
            <p:cNvPicPr preferRelativeResize="0"/>
            <p:nvPr/>
          </p:nvPicPr>
          <p:blipFill rotWithShape="1">
            <a:blip r:embed="rId7">
              <a:alphaModFix/>
            </a:blip>
            <a:srcRect b="0" l="0" r="0" t="0"/>
            <a:stretch/>
          </p:blipFill>
          <p:spPr>
            <a:xfrm>
              <a:off x="225509" y="1603375"/>
              <a:ext cx="1495987" cy="1117600"/>
            </a:xfrm>
            <a:prstGeom prst="rect">
              <a:avLst/>
            </a:prstGeom>
            <a:noFill/>
            <a:ln>
              <a:noFill/>
            </a:ln>
          </p:spPr>
        </p:pic>
        <p:pic>
          <p:nvPicPr>
            <p:cNvPr descr="image164.png" id="2306" name="Google Shape;2306;p124"/>
            <p:cNvPicPr preferRelativeResize="0"/>
            <p:nvPr/>
          </p:nvPicPr>
          <p:blipFill rotWithShape="1">
            <a:blip r:embed="rId8">
              <a:alphaModFix/>
            </a:blip>
            <a:srcRect b="0" l="0" r="0" t="0"/>
            <a:stretch/>
          </p:blipFill>
          <p:spPr>
            <a:xfrm>
              <a:off x="3903538" y="5962650"/>
              <a:ext cx="1495987" cy="1117600"/>
            </a:xfrm>
            <a:prstGeom prst="rect">
              <a:avLst/>
            </a:prstGeom>
            <a:noFill/>
            <a:ln>
              <a:noFill/>
            </a:ln>
          </p:spPr>
        </p:pic>
        <p:pic>
          <p:nvPicPr>
            <p:cNvPr descr="image165.png" id="2307" name="Google Shape;2307;p124"/>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6.png" id="2308" name="Google Shape;2308;p124"/>
            <p:cNvPicPr preferRelativeResize="0"/>
            <p:nvPr/>
          </p:nvPicPr>
          <p:blipFill rotWithShape="1">
            <a:blip r:embed="rId10">
              <a:alphaModFix/>
            </a:blip>
            <a:srcRect b="0" l="0" r="0" t="0"/>
            <a:stretch/>
          </p:blipFill>
          <p:spPr>
            <a:xfrm>
              <a:off x="5974414" y="5845175"/>
              <a:ext cx="1003678" cy="1495425"/>
            </a:xfrm>
            <a:prstGeom prst="rect">
              <a:avLst/>
            </a:prstGeom>
            <a:noFill/>
            <a:ln>
              <a:noFill/>
            </a:ln>
          </p:spPr>
        </p:pic>
        <p:pic>
          <p:nvPicPr>
            <p:cNvPr descr="image167.png" id="2309" name="Google Shape;2309;p124"/>
            <p:cNvPicPr preferRelativeResize="0"/>
            <p:nvPr/>
          </p:nvPicPr>
          <p:blipFill rotWithShape="1">
            <a:blip r:embed="rId11">
              <a:alphaModFix/>
            </a:blip>
            <a:srcRect b="0" l="0" r="0" t="0"/>
            <a:stretch/>
          </p:blipFill>
          <p:spPr>
            <a:xfrm>
              <a:off x="2410728" y="3895725"/>
              <a:ext cx="1492811" cy="1117600"/>
            </a:xfrm>
            <a:prstGeom prst="rect">
              <a:avLst/>
            </a:prstGeom>
            <a:noFill/>
            <a:ln>
              <a:noFill/>
            </a:ln>
          </p:spPr>
        </p:pic>
        <p:pic>
          <p:nvPicPr>
            <p:cNvPr descr="image168.png" id="2310" name="Google Shape;2310;p124"/>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69.png" id="2311" name="Google Shape;2311;p124"/>
            <p:cNvPicPr preferRelativeResize="0"/>
            <p:nvPr/>
          </p:nvPicPr>
          <p:blipFill rotWithShape="1">
            <a:blip r:embed="rId13">
              <a:alphaModFix/>
            </a:blip>
            <a:srcRect b="0" l="0" r="0" t="0"/>
            <a:stretch/>
          </p:blipFill>
          <p:spPr>
            <a:xfrm>
              <a:off x="571714" y="3321050"/>
              <a:ext cx="997325" cy="1495425"/>
            </a:xfrm>
            <a:prstGeom prst="rect">
              <a:avLst/>
            </a:prstGeom>
            <a:noFill/>
            <a:ln>
              <a:noFill/>
            </a:ln>
          </p:spPr>
        </p:pic>
        <p:pic>
          <p:nvPicPr>
            <p:cNvPr descr="image170.png" id="2312" name="Google Shape;2312;p124"/>
            <p:cNvPicPr preferRelativeResize="0"/>
            <p:nvPr/>
          </p:nvPicPr>
          <p:blipFill rotWithShape="1">
            <a:blip r:embed="rId14">
              <a:alphaModFix/>
            </a:blip>
            <a:srcRect b="0" l="0" r="0" t="0"/>
            <a:stretch/>
          </p:blipFill>
          <p:spPr>
            <a:xfrm>
              <a:off x="7467224" y="5845175"/>
              <a:ext cx="1000501" cy="1495425"/>
            </a:xfrm>
            <a:prstGeom prst="rect">
              <a:avLst/>
            </a:prstGeom>
            <a:noFill/>
            <a:ln>
              <a:noFill/>
            </a:ln>
          </p:spPr>
        </p:pic>
        <p:pic>
          <p:nvPicPr>
            <p:cNvPr descr="image171.png" id="2313" name="Google Shape;2313;p124"/>
            <p:cNvPicPr preferRelativeResize="0"/>
            <p:nvPr/>
          </p:nvPicPr>
          <p:blipFill rotWithShape="1">
            <a:blip r:embed="rId15">
              <a:alphaModFix/>
            </a:blip>
            <a:srcRect b="0" l="0" r="0" t="0"/>
            <a:stretch/>
          </p:blipFill>
          <p:spPr>
            <a:xfrm>
              <a:off x="4592771" y="571500"/>
              <a:ext cx="1495987" cy="996950"/>
            </a:xfrm>
            <a:prstGeom prst="rect">
              <a:avLst/>
            </a:prstGeom>
            <a:noFill/>
            <a:ln>
              <a:noFill/>
            </a:ln>
          </p:spPr>
        </p:pic>
        <p:pic>
          <p:nvPicPr>
            <p:cNvPr descr="image172.png" id="2314" name="Google Shape;2314;p124"/>
            <p:cNvPicPr preferRelativeResize="0"/>
            <p:nvPr/>
          </p:nvPicPr>
          <p:blipFill rotWithShape="1">
            <a:blip r:embed="rId16">
              <a:alphaModFix/>
            </a:blip>
            <a:srcRect b="0" l="0" r="0" t="0"/>
            <a:stretch/>
          </p:blipFill>
          <p:spPr>
            <a:xfrm>
              <a:off x="4824633" y="3784600"/>
              <a:ext cx="1121196" cy="1489075"/>
            </a:xfrm>
            <a:prstGeom prst="rect">
              <a:avLst/>
            </a:prstGeom>
            <a:noFill/>
            <a:ln>
              <a:noFill/>
            </a:ln>
          </p:spPr>
        </p:pic>
        <p:pic>
          <p:nvPicPr>
            <p:cNvPr descr="image173.png" id="2315" name="Google Shape;2315;p124"/>
            <p:cNvPicPr preferRelativeResize="0"/>
            <p:nvPr/>
          </p:nvPicPr>
          <p:blipFill rotWithShape="1">
            <a:blip r:embed="rId17">
              <a:alphaModFix/>
            </a:blip>
            <a:srcRect b="0" l="0" r="0" t="0"/>
            <a:stretch/>
          </p:blipFill>
          <p:spPr>
            <a:xfrm>
              <a:off x="6663648" y="4010025"/>
              <a:ext cx="1492810" cy="1117600"/>
            </a:xfrm>
            <a:prstGeom prst="rect">
              <a:avLst/>
            </a:prstGeom>
            <a:noFill/>
            <a:ln>
              <a:noFill/>
            </a:ln>
          </p:spPr>
        </p:pic>
        <p:pic>
          <p:nvPicPr>
            <p:cNvPr descr="image174.png" id="2316" name="Google Shape;2316;p124"/>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pic>
          <p:nvPicPr>
            <p:cNvPr descr="image165.png" id="2317" name="Google Shape;2317;p124"/>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8.png" id="2318" name="Google Shape;2318;p124"/>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74.png" id="2319" name="Google Shape;2319;p124"/>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sp>
          <p:nvSpPr>
            <p:cNvPr id="2320" name="Google Shape;2320;p124"/>
            <p:cNvSpPr/>
            <p:nvPr/>
          </p:nvSpPr>
          <p:spPr>
            <a:xfrm flipH="1">
              <a:off x="2178867" y="4572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1" name="Google Shape;2321;p124"/>
            <p:cNvSpPr/>
            <p:nvPr/>
          </p:nvSpPr>
          <p:spPr>
            <a:xfrm flipH="1">
              <a:off x="2617181" y="6858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2" name="Google Shape;2322;p124"/>
            <p:cNvSpPr/>
            <p:nvPr/>
          </p:nvSpPr>
          <p:spPr>
            <a:xfrm flipH="1">
              <a:off x="3077728" y="2286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3" name="Google Shape;2323;p124"/>
            <p:cNvSpPr/>
            <p:nvPr/>
          </p:nvSpPr>
          <p:spPr>
            <a:xfrm flipH="1">
              <a:off x="2753757" y="18097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4" name="Google Shape;2324;p124"/>
            <p:cNvSpPr/>
            <p:nvPr/>
          </p:nvSpPr>
          <p:spPr>
            <a:xfrm flipH="1">
              <a:off x="3214305"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5" name="Google Shape;2325;p124"/>
            <p:cNvSpPr/>
            <p:nvPr/>
          </p:nvSpPr>
          <p:spPr>
            <a:xfrm flipH="1">
              <a:off x="1953357"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6" name="Google Shape;2326;p124"/>
            <p:cNvSpPr/>
            <p:nvPr/>
          </p:nvSpPr>
          <p:spPr>
            <a:xfrm flipH="1">
              <a:off x="4824633"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7" name="Google Shape;2327;p124"/>
            <p:cNvSpPr/>
            <p:nvPr/>
          </p:nvSpPr>
          <p:spPr>
            <a:xfrm flipH="1">
              <a:off x="2753757" y="25209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8" name="Google Shape;2328;p124"/>
            <p:cNvSpPr/>
            <p:nvPr/>
          </p:nvSpPr>
          <p:spPr>
            <a:xfrm flipH="1">
              <a:off x="5856895" y="9144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29" name="Google Shape;2329;p124"/>
            <p:cNvSpPr/>
            <p:nvPr/>
          </p:nvSpPr>
          <p:spPr>
            <a:xfrm flipH="1">
              <a:off x="5167662" y="1374775"/>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0" name="Google Shape;2330;p124"/>
            <p:cNvSpPr/>
            <p:nvPr/>
          </p:nvSpPr>
          <p:spPr>
            <a:xfrm flipH="1">
              <a:off x="4710291"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1" name="Google Shape;2331;p124"/>
            <p:cNvSpPr/>
            <p:nvPr/>
          </p:nvSpPr>
          <p:spPr>
            <a:xfrm flipH="1">
              <a:off x="5856895" y="27495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2" name="Google Shape;2332;p124"/>
            <p:cNvSpPr/>
            <p:nvPr/>
          </p:nvSpPr>
          <p:spPr>
            <a:xfrm flipH="1">
              <a:off x="5167662" y="4241800"/>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3" name="Google Shape;2333;p124"/>
            <p:cNvSpPr/>
            <p:nvPr/>
          </p:nvSpPr>
          <p:spPr>
            <a:xfrm flipH="1">
              <a:off x="5628210"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4" name="Google Shape;2334;p124"/>
            <p:cNvSpPr/>
            <p:nvPr/>
          </p:nvSpPr>
          <p:spPr>
            <a:xfrm flipH="1">
              <a:off x="3674852" y="401002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5" name="Google Shape;2335;p124"/>
            <p:cNvSpPr/>
            <p:nvPr/>
          </p:nvSpPr>
          <p:spPr>
            <a:xfrm flipH="1">
              <a:off x="4942152" y="49307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6" name="Google Shape;2336;p124"/>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7" name="Google Shape;2337;p124"/>
            <p:cNvSpPr/>
            <p:nvPr/>
          </p:nvSpPr>
          <p:spPr>
            <a:xfrm flipH="1">
              <a:off x="1032262" y="355282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8" name="Google Shape;2338;p124"/>
            <p:cNvSpPr/>
            <p:nvPr/>
          </p:nvSpPr>
          <p:spPr>
            <a:xfrm flipH="1">
              <a:off x="800400" y="41275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39" name="Google Shape;2339;p124"/>
            <p:cNvSpPr/>
            <p:nvPr/>
          </p:nvSpPr>
          <p:spPr>
            <a:xfrm flipH="1">
              <a:off x="571714" y="194945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0" name="Google Shape;2340;p124"/>
            <p:cNvSpPr/>
            <p:nvPr/>
          </p:nvSpPr>
          <p:spPr>
            <a:xfrm flipH="1">
              <a:off x="1264124" y="2060575"/>
              <a:ext cx="136576"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1" name="Google Shape;2341;p124"/>
            <p:cNvSpPr/>
            <p:nvPr/>
          </p:nvSpPr>
          <p:spPr>
            <a:xfrm flipH="1">
              <a:off x="1264124" y="5962650"/>
              <a:ext cx="136576"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2" name="Google Shape;2342;p124"/>
            <p:cNvSpPr/>
            <p:nvPr/>
          </p:nvSpPr>
          <p:spPr>
            <a:xfrm flipH="1">
              <a:off x="1032262" y="63055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3" name="Google Shape;2343;p124"/>
            <p:cNvSpPr/>
            <p:nvPr/>
          </p:nvSpPr>
          <p:spPr>
            <a:xfrm flipH="1">
              <a:off x="7813429"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4" name="Google Shape;2344;p124"/>
            <p:cNvSpPr/>
            <p:nvPr/>
          </p:nvSpPr>
          <p:spPr>
            <a:xfrm flipH="1">
              <a:off x="2753757"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5" name="Google Shape;2345;p124"/>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6" name="Google Shape;2346;p124"/>
            <p:cNvSpPr/>
            <p:nvPr/>
          </p:nvSpPr>
          <p:spPr>
            <a:xfrm flipH="1">
              <a:off x="2178867" y="68770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7" name="Google Shape;2347;p124"/>
            <p:cNvSpPr/>
            <p:nvPr/>
          </p:nvSpPr>
          <p:spPr>
            <a:xfrm flipH="1">
              <a:off x="2639414"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8" name="Google Shape;2348;p124"/>
            <p:cNvSpPr/>
            <p:nvPr/>
          </p:nvSpPr>
          <p:spPr>
            <a:xfrm flipH="1">
              <a:off x="2528247" y="68770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49" name="Google Shape;2349;p124"/>
            <p:cNvSpPr/>
            <p:nvPr/>
          </p:nvSpPr>
          <p:spPr>
            <a:xfrm flipH="1">
              <a:off x="3103138" y="4816475"/>
              <a:ext cx="136577"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0" name="Google Shape;2350;p124"/>
            <p:cNvSpPr/>
            <p:nvPr/>
          </p:nvSpPr>
          <p:spPr>
            <a:xfrm flipH="1">
              <a:off x="4249743"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1" name="Google Shape;2351;p124"/>
            <p:cNvSpPr/>
            <p:nvPr/>
          </p:nvSpPr>
          <p:spPr>
            <a:xfrm flipH="1">
              <a:off x="8270801"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2" name="Google Shape;2352;p124"/>
            <p:cNvSpPr/>
            <p:nvPr/>
          </p:nvSpPr>
          <p:spPr>
            <a:xfrm flipH="1">
              <a:off x="6206276" y="6305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3" name="Google Shape;2353;p124"/>
            <p:cNvSpPr/>
            <p:nvPr/>
          </p:nvSpPr>
          <p:spPr>
            <a:xfrm flipH="1">
              <a:off x="7581567" y="4584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4" name="Google Shape;2354;p124"/>
            <p:cNvSpPr/>
            <p:nvPr/>
          </p:nvSpPr>
          <p:spPr>
            <a:xfrm flipH="1">
              <a:off x="6549305" y="68770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5" name="Google Shape;2355;p124"/>
            <p:cNvSpPr/>
            <p:nvPr/>
          </p:nvSpPr>
          <p:spPr>
            <a:xfrm flipH="1">
              <a:off x="7006676"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6" name="Google Shape;2356;p124"/>
            <p:cNvSpPr/>
            <p:nvPr/>
          </p:nvSpPr>
          <p:spPr>
            <a:xfrm flipH="1">
              <a:off x="6892334" y="1028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7" name="Google Shape;2357;p124"/>
            <p:cNvSpPr/>
            <p:nvPr/>
          </p:nvSpPr>
          <p:spPr>
            <a:xfrm flipH="1">
              <a:off x="7581567" y="16033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8" name="Google Shape;2358;p124"/>
            <p:cNvSpPr/>
            <p:nvPr/>
          </p:nvSpPr>
          <p:spPr>
            <a:xfrm flipH="1">
              <a:off x="7927771" y="2749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59" name="Google Shape;2359;p124"/>
            <p:cNvSpPr/>
            <p:nvPr/>
          </p:nvSpPr>
          <p:spPr>
            <a:xfrm flipH="1">
              <a:off x="7927771" y="24066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0" name="Google Shape;2360;p124"/>
            <p:cNvSpPr/>
            <p:nvPr/>
          </p:nvSpPr>
          <p:spPr>
            <a:xfrm flipH="1">
              <a:off x="114342" y="56165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1" name="Google Shape;2361;p124"/>
            <p:cNvSpPr/>
            <p:nvPr/>
          </p:nvSpPr>
          <p:spPr>
            <a:xfrm flipH="1">
              <a:off x="2528247" y="3397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2" name="Google Shape;2362;p124"/>
            <p:cNvSpPr/>
            <p:nvPr/>
          </p:nvSpPr>
          <p:spPr>
            <a:xfrm flipH="1">
              <a:off x="2985619" y="571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3" name="Google Shape;2363;p124"/>
            <p:cNvSpPr/>
            <p:nvPr/>
          </p:nvSpPr>
          <p:spPr>
            <a:xfrm flipH="1">
              <a:off x="4942152"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4" name="Google Shape;2364;p124"/>
            <p:cNvSpPr/>
            <p:nvPr/>
          </p:nvSpPr>
          <p:spPr>
            <a:xfrm flipH="1">
              <a:off x="5513867"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5" name="Google Shape;2365;p124"/>
            <p:cNvSpPr/>
            <p:nvPr/>
          </p:nvSpPr>
          <p:spPr>
            <a:xfrm flipH="1">
              <a:off x="5628210" y="685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6" name="Google Shape;2366;p124"/>
            <p:cNvSpPr/>
            <p:nvPr/>
          </p:nvSpPr>
          <p:spPr>
            <a:xfrm flipH="1">
              <a:off x="7813429"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7" name="Google Shape;2367;p124"/>
            <p:cNvSpPr/>
            <p:nvPr/>
          </p:nvSpPr>
          <p:spPr>
            <a:xfrm flipH="1">
              <a:off x="7352881"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8" name="Google Shape;2368;p124"/>
            <p:cNvSpPr/>
            <p:nvPr/>
          </p:nvSpPr>
          <p:spPr>
            <a:xfrm flipH="1">
              <a:off x="7006676" y="137477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69" name="Google Shape;2369;p124"/>
            <p:cNvSpPr/>
            <p:nvPr/>
          </p:nvSpPr>
          <p:spPr>
            <a:xfrm flipH="1">
              <a:off x="571714" y="22923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0" name="Google Shape;2370;p124"/>
            <p:cNvSpPr/>
            <p:nvPr/>
          </p:nvSpPr>
          <p:spPr>
            <a:xfrm flipH="1">
              <a:off x="1378466" y="17176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1" name="Google Shape;2371;p124"/>
            <p:cNvSpPr/>
            <p:nvPr/>
          </p:nvSpPr>
          <p:spPr>
            <a:xfrm flipH="1">
              <a:off x="5053319" y="21748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2" name="Google Shape;2372;p124"/>
            <p:cNvSpPr/>
            <p:nvPr/>
          </p:nvSpPr>
          <p:spPr>
            <a:xfrm flipH="1">
              <a:off x="4824633" y="2863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3" name="Google Shape;2373;p124"/>
            <p:cNvSpPr/>
            <p:nvPr/>
          </p:nvSpPr>
          <p:spPr>
            <a:xfrm flipH="1">
              <a:off x="5513867" y="2520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4" name="Google Shape;2374;p124"/>
            <p:cNvSpPr/>
            <p:nvPr/>
          </p:nvSpPr>
          <p:spPr>
            <a:xfrm flipH="1">
              <a:off x="3214305" y="252095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5" name="Google Shape;2375;p124"/>
            <p:cNvSpPr/>
            <p:nvPr/>
          </p:nvSpPr>
          <p:spPr>
            <a:xfrm flipH="1">
              <a:off x="3328647" y="17176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6" name="Google Shape;2376;p124"/>
            <p:cNvSpPr/>
            <p:nvPr/>
          </p:nvSpPr>
          <p:spPr>
            <a:xfrm flipH="1">
              <a:off x="2753757" y="412750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7" name="Google Shape;2377;p124"/>
            <p:cNvSpPr/>
            <p:nvPr/>
          </p:nvSpPr>
          <p:spPr>
            <a:xfrm flipH="1">
              <a:off x="5513867" y="4816475"/>
              <a:ext cx="136577" cy="133352"/>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8" name="Google Shape;2378;p124"/>
            <p:cNvSpPr/>
            <p:nvPr/>
          </p:nvSpPr>
          <p:spPr>
            <a:xfrm flipH="1">
              <a:off x="5628210" y="401002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79" name="Google Shape;2379;p124"/>
            <p:cNvSpPr/>
            <p:nvPr/>
          </p:nvSpPr>
          <p:spPr>
            <a:xfrm flipH="1">
              <a:off x="7238538"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0" name="Google Shape;2380;p124"/>
            <p:cNvSpPr/>
            <p:nvPr/>
          </p:nvSpPr>
          <p:spPr>
            <a:xfrm flipH="1">
              <a:off x="7352881" y="4127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1" name="Google Shape;2381;p124"/>
            <p:cNvSpPr/>
            <p:nvPr/>
          </p:nvSpPr>
          <p:spPr>
            <a:xfrm flipH="1">
              <a:off x="6781167"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2" name="Google Shape;2382;p124"/>
            <p:cNvSpPr/>
            <p:nvPr/>
          </p:nvSpPr>
          <p:spPr>
            <a:xfrm flipH="1">
              <a:off x="7927771" y="65341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3" name="Google Shape;2383;p124"/>
            <p:cNvSpPr/>
            <p:nvPr/>
          </p:nvSpPr>
          <p:spPr>
            <a:xfrm flipH="1">
              <a:off x="7581567"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4" name="Google Shape;2384;p124"/>
            <p:cNvSpPr/>
            <p:nvPr/>
          </p:nvSpPr>
          <p:spPr>
            <a:xfrm flipH="1">
              <a:off x="6549305" y="64198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5" name="Google Shape;2385;p124"/>
            <p:cNvSpPr/>
            <p:nvPr/>
          </p:nvSpPr>
          <p:spPr>
            <a:xfrm flipH="1">
              <a:off x="6663648" y="6076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6" name="Google Shape;2386;p124"/>
            <p:cNvSpPr/>
            <p:nvPr/>
          </p:nvSpPr>
          <p:spPr>
            <a:xfrm flipH="1">
              <a:off x="4824633" y="6419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7" name="Google Shape;2387;p124"/>
            <p:cNvSpPr/>
            <p:nvPr/>
          </p:nvSpPr>
          <p:spPr>
            <a:xfrm flipH="1">
              <a:off x="4017881" y="6534150"/>
              <a:ext cx="142929"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8" name="Google Shape;2388;p124"/>
            <p:cNvSpPr/>
            <p:nvPr/>
          </p:nvSpPr>
          <p:spPr>
            <a:xfrm flipH="1">
              <a:off x="5167662"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89" name="Google Shape;2389;p124"/>
            <p:cNvSpPr/>
            <p:nvPr/>
          </p:nvSpPr>
          <p:spPr>
            <a:xfrm flipH="1">
              <a:off x="3103138" y="6991350"/>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0" name="Google Shape;2390;p124"/>
            <p:cNvSpPr/>
            <p:nvPr/>
          </p:nvSpPr>
          <p:spPr>
            <a:xfrm flipH="1">
              <a:off x="2178867" y="641985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1" name="Google Shape;2391;p124"/>
            <p:cNvSpPr/>
            <p:nvPr/>
          </p:nvSpPr>
          <p:spPr>
            <a:xfrm flipH="1">
              <a:off x="2410728" y="71088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2" name="Google Shape;2392;p124"/>
            <p:cNvSpPr/>
            <p:nvPr/>
          </p:nvSpPr>
          <p:spPr>
            <a:xfrm flipH="1">
              <a:off x="114342" y="63055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3" name="Google Shape;2393;p124"/>
            <p:cNvSpPr/>
            <p:nvPr/>
          </p:nvSpPr>
          <p:spPr>
            <a:xfrm flipH="1">
              <a:off x="571714" y="57308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4" name="Google Shape;2394;p124"/>
            <p:cNvSpPr/>
            <p:nvPr/>
          </p:nvSpPr>
          <p:spPr>
            <a:xfrm flipH="1">
              <a:off x="1146605" y="4241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5" name="Google Shape;2395;p124"/>
            <p:cNvSpPr/>
            <p:nvPr/>
          </p:nvSpPr>
          <p:spPr>
            <a:xfrm flipH="1">
              <a:off x="1264124" y="3895725"/>
              <a:ext cx="136576"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6" name="Google Shape;2396;p124"/>
            <p:cNvSpPr/>
            <p:nvPr/>
          </p:nvSpPr>
          <p:spPr>
            <a:xfrm flipH="1">
              <a:off x="689233" y="4467225"/>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7" name="Google Shape;2397;p124"/>
            <p:cNvSpPr/>
            <p:nvPr/>
          </p:nvSpPr>
          <p:spPr>
            <a:xfrm flipH="1">
              <a:off x="1953357" y="2286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8" name="Google Shape;2398;p124"/>
            <p:cNvSpPr/>
            <p:nvPr/>
          </p:nvSpPr>
          <p:spPr>
            <a:xfrm flipH="1">
              <a:off x="2296386" y="803275"/>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399" name="Google Shape;2399;p124"/>
            <p:cNvSpPr/>
            <p:nvPr/>
          </p:nvSpPr>
          <p:spPr>
            <a:xfrm flipH="1">
              <a:off x="5513867" y="126047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0" name="Google Shape;2400;p124"/>
            <p:cNvSpPr/>
            <p:nvPr/>
          </p:nvSpPr>
          <p:spPr>
            <a:xfrm flipH="1">
              <a:off x="5167662" y="6858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1" name="Google Shape;2401;p124"/>
            <p:cNvSpPr/>
            <p:nvPr/>
          </p:nvSpPr>
          <p:spPr>
            <a:xfrm flipH="1">
              <a:off x="7352881" y="11461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2" name="Google Shape;2402;p124"/>
            <p:cNvSpPr/>
            <p:nvPr/>
          </p:nvSpPr>
          <p:spPr>
            <a:xfrm flipH="1">
              <a:off x="8045291" y="17176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3" name="Google Shape;2403;p124"/>
            <p:cNvSpPr/>
            <p:nvPr/>
          </p:nvSpPr>
          <p:spPr>
            <a:xfrm flipH="1">
              <a:off x="6781167" y="6991350"/>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4" name="Google Shape;2404;p124"/>
            <p:cNvSpPr/>
            <p:nvPr/>
          </p:nvSpPr>
          <p:spPr>
            <a:xfrm flipH="1">
              <a:off x="6206276" y="68770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5" name="Google Shape;2405;p124"/>
            <p:cNvSpPr/>
            <p:nvPr/>
          </p:nvSpPr>
          <p:spPr>
            <a:xfrm flipH="1">
              <a:off x="6088757"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6" name="Google Shape;2406;p124"/>
            <p:cNvSpPr/>
            <p:nvPr/>
          </p:nvSpPr>
          <p:spPr>
            <a:xfrm flipH="1">
              <a:off x="4592772" y="6076950"/>
              <a:ext cx="142929"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7" name="Google Shape;2407;p124"/>
            <p:cNvSpPr/>
            <p:nvPr/>
          </p:nvSpPr>
          <p:spPr>
            <a:xfrm flipH="1">
              <a:off x="5053319" y="61880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8" name="Google Shape;2408;p124"/>
            <p:cNvSpPr/>
            <p:nvPr/>
          </p:nvSpPr>
          <p:spPr>
            <a:xfrm flipH="1">
              <a:off x="4367262" y="65341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09" name="Google Shape;2409;p124"/>
            <p:cNvSpPr/>
            <p:nvPr/>
          </p:nvSpPr>
          <p:spPr>
            <a:xfrm flipH="1">
              <a:off x="3103138" y="6651625"/>
              <a:ext cx="136577" cy="133352"/>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0" name="Google Shape;2410;p124"/>
            <p:cNvSpPr/>
            <p:nvPr/>
          </p:nvSpPr>
          <p:spPr>
            <a:xfrm flipH="1">
              <a:off x="2753757" y="710882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1" name="Google Shape;2411;p124"/>
            <p:cNvSpPr/>
            <p:nvPr/>
          </p:nvSpPr>
          <p:spPr>
            <a:xfrm flipH="1">
              <a:off x="571714" y="63055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2" name="Google Shape;2412;p124"/>
            <p:cNvSpPr/>
            <p:nvPr/>
          </p:nvSpPr>
          <p:spPr>
            <a:xfrm flipH="1">
              <a:off x="914743" y="573087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3" name="Google Shape;2413;p124"/>
            <p:cNvSpPr/>
            <p:nvPr/>
          </p:nvSpPr>
          <p:spPr>
            <a:xfrm flipH="1">
              <a:off x="114342"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4" name="Google Shape;2414;p124"/>
            <p:cNvSpPr/>
            <p:nvPr/>
          </p:nvSpPr>
          <p:spPr>
            <a:xfrm flipH="1">
              <a:off x="1032262" y="45847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5" name="Google Shape;2415;p124"/>
            <p:cNvSpPr/>
            <p:nvPr/>
          </p:nvSpPr>
          <p:spPr>
            <a:xfrm flipH="1">
              <a:off x="1378466" y="4467225"/>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6" name="Google Shape;2416;p124"/>
            <p:cNvSpPr/>
            <p:nvPr/>
          </p:nvSpPr>
          <p:spPr>
            <a:xfrm flipH="1">
              <a:off x="3103138" y="40100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7" name="Google Shape;2417;p124"/>
            <p:cNvSpPr/>
            <p:nvPr/>
          </p:nvSpPr>
          <p:spPr>
            <a:xfrm flipH="1">
              <a:off x="3560510" y="43561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8" name="Google Shape;2418;p124"/>
            <p:cNvSpPr/>
            <p:nvPr/>
          </p:nvSpPr>
          <p:spPr>
            <a:xfrm flipH="1">
              <a:off x="3328647" y="286385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19" name="Google Shape;2419;p124"/>
            <p:cNvSpPr/>
            <p:nvPr/>
          </p:nvSpPr>
          <p:spPr>
            <a:xfrm flipH="1">
              <a:off x="2639414"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0" name="Google Shape;2420;p124"/>
            <p:cNvSpPr/>
            <p:nvPr/>
          </p:nvSpPr>
          <p:spPr>
            <a:xfrm flipH="1">
              <a:off x="4942152" y="263842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1" name="Google Shape;2421;p124"/>
            <p:cNvSpPr/>
            <p:nvPr/>
          </p:nvSpPr>
          <p:spPr>
            <a:xfrm flipH="1">
              <a:off x="5742552"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2" name="Google Shape;2422;p124"/>
            <p:cNvSpPr/>
            <p:nvPr/>
          </p:nvSpPr>
          <p:spPr>
            <a:xfrm flipH="1">
              <a:off x="7581567" y="27495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3" name="Google Shape;2423;p124"/>
            <p:cNvSpPr/>
            <p:nvPr/>
          </p:nvSpPr>
          <p:spPr>
            <a:xfrm flipH="1">
              <a:off x="7238538" y="24066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4" name="Google Shape;2424;p124"/>
            <p:cNvSpPr/>
            <p:nvPr/>
          </p:nvSpPr>
          <p:spPr>
            <a:xfrm flipH="1">
              <a:off x="8156457" y="309562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5" name="Google Shape;2425;p124"/>
            <p:cNvSpPr/>
            <p:nvPr/>
          </p:nvSpPr>
          <p:spPr>
            <a:xfrm flipH="1">
              <a:off x="5399524" y="412750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6" name="Google Shape;2426;p124"/>
            <p:cNvSpPr/>
            <p:nvPr/>
          </p:nvSpPr>
          <p:spPr>
            <a:xfrm flipH="1">
              <a:off x="4942152" y="38957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7" name="Google Shape;2427;p124"/>
            <p:cNvSpPr/>
            <p:nvPr/>
          </p:nvSpPr>
          <p:spPr>
            <a:xfrm flipH="1">
              <a:off x="5167662" y="50419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28" name="Google Shape;2428;p124"/>
            <p:cNvSpPr/>
            <p:nvPr/>
          </p:nvSpPr>
          <p:spPr>
            <a:xfrm flipH="1">
              <a:off x="7813429" y="43561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grpSp>
        <p:nvGrpSpPr>
          <p:cNvPr id="2429" name="Google Shape;2429;p124"/>
          <p:cNvGrpSpPr/>
          <p:nvPr/>
        </p:nvGrpSpPr>
        <p:grpSpPr>
          <a:xfrm>
            <a:off x="7870825" y="4784726"/>
            <a:ext cx="8467727" cy="7423151"/>
            <a:chOff x="-1" y="0"/>
            <a:chExt cx="8467726" cy="7423150"/>
          </a:xfrm>
        </p:grpSpPr>
        <p:pic>
          <p:nvPicPr>
            <p:cNvPr descr="image159.png" id="2430" name="Google Shape;2430;p124"/>
            <p:cNvPicPr preferRelativeResize="0"/>
            <p:nvPr/>
          </p:nvPicPr>
          <p:blipFill rotWithShape="1">
            <a:blip r:embed="rId3">
              <a:alphaModFix/>
            </a:blip>
            <a:srcRect b="0" l="0" r="0" t="0"/>
            <a:stretch/>
          </p:blipFill>
          <p:spPr>
            <a:xfrm>
              <a:off x="1953357" y="6305550"/>
              <a:ext cx="1492810" cy="1117600"/>
            </a:xfrm>
            <a:prstGeom prst="rect">
              <a:avLst/>
            </a:prstGeom>
            <a:noFill/>
            <a:ln>
              <a:noFill/>
            </a:ln>
          </p:spPr>
        </p:pic>
        <p:pic>
          <p:nvPicPr>
            <p:cNvPr descr="image160.png" id="2431" name="Google Shape;2431;p124"/>
            <p:cNvPicPr preferRelativeResize="0"/>
            <p:nvPr/>
          </p:nvPicPr>
          <p:blipFill rotWithShape="1">
            <a:blip r:embed="rId4">
              <a:alphaModFix/>
            </a:blip>
            <a:srcRect b="0" l="0" r="0" t="0"/>
            <a:stretch/>
          </p:blipFill>
          <p:spPr>
            <a:xfrm>
              <a:off x="6781166" y="803275"/>
              <a:ext cx="1489635" cy="1117600"/>
            </a:xfrm>
            <a:prstGeom prst="rect">
              <a:avLst/>
            </a:prstGeom>
            <a:noFill/>
            <a:ln>
              <a:noFill/>
            </a:ln>
          </p:spPr>
        </p:pic>
        <p:pic>
          <p:nvPicPr>
            <p:cNvPr descr="image161.png" id="2432" name="Google Shape;2432;p124"/>
            <p:cNvPicPr preferRelativeResize="0"/>
            <p:nvPr/>
          </p:nvPicPr>
          <p:blipFill rotWithShape="1">
            <a:blip r:embed="rId5">
              <a:alphaModFix/>
            </a:blip>
            <a:srcRect b="0" l="0" r="0" t="0"/>
            <a:stretch/>
          </p:blipFill>
          <p:spPr>
            <a:xfrm>
              <a:off x="-1" y="5505450"/>
              <a:ext cx="1489635" cy="1117600"/>
            </a:xfrm>
            <a:prstGeom prst="rect">
              <a:avLst/>
            </a:prstGeom>
            <a:noFill/>
            <a:ln>
              <a:noFill/>
            </a:ln>
          </p:spPr>
        </p:pic>
        <p:pic>
          <p:nvPicPr>
            <p:cNvPr descr="image162.png" id="2433" name="Google Shape;2433;p124"/>
            <p:cNvPicPr preferRelativeResize="0"/>
            <p:nvPr/>
          </p:nvPicPr>
          <p:blipFill rotWithShape="1">
            <a:blip r:embed="rId6">
              <a:alphaModFix/>
            </a:blip>
            <a:srcRect b="0" l="0" r="0" t="0"/>
            <a:stretch/>
          </p:blipFill>
          <p:spPr>
            <a:xfrm>
              <a:off x="1835838" y="0"/>
              <a:ext cx="1492810" cy="1114425"/>
            </a:xfrm>
            <a:prstGeom prst="rect">
              <a:avLst/>
            </a:prstGeom>
            <a:noFill/>
            <a:ln>
              <a:noFill/>
            </a:ln>
          </p:spPr>
        </p:pic>
        <p:pic>
          <p:nvPicPr>
            <p:cNvPr descr="image163.png" id="2434" name="Google Shape;2434;p124"/>
            <p:cNvPicPr preferRelativeResize="0"/>
            <p:nvPr/>
          </p:nvPicPr>
          <p:blipFill rotWithShape="1">
            <a:blip r:embed="rId7">
              <a:alphaModFix/>
            </a:blip>
            <a:srcRect b="0" l="0" r="0" t="0"/>
            <a:stretch/>
          </p:blipFill>
          <p:spPr>
            <a:xfrm>
              <a:off x="225509" y="1603375"/>
              <a:ext cx="1495987" cy="1117600"/>
            </a:xfrm>
            <a:prstGeom prst="rect">
              <a:avLst/>
            </a:prstGeom>
            <a:noFill/>
            <a:ln>
              <a:noFill/>
            </a:ln>
          </p:spPr>
        </p:pic>
        <p:pic>
          <p:nvPicPr>
            <p:cNvPr descr="image164.png" id="2435" name="Google Shape;2435;p124"/>
            <p:cNvPicPr preferRelativeResize="0"/>
            <p:nvPr/>
          </p:nvPicPr>
          <p:blipFill rotWithShape="1">
            <a:blip r:embed="rId8">
              <a:alphaModFix/>
            </a:blip>
            <a:srcRect b="0" l="0" r="0" t="0"/>
            <a:stretch/>
          </p:blipFill>
          <p:spPr>
            <a:xfrm>
              <a:off x="3903538" y="5962650"/>
              <a:ext cx="1495987" cy="1117600"/>
            </a:xfrm>
            <a:prstGeom prst="rect">
              <a:avLst/>
            </a:prstGeom>
            <a:noFill/>
            <a:ln>
              <a:noFill/>
            </a:ln>
          </p:spPr>
        </p:pic>
        <p:pic>
          <p:nvPicPr>
            <p:cNvPr descr="image165.png" id="2436" name="Google Shape;2436;p124"/>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6.png" id="2437" name="Google Shape;2437;p124"/>
            <p:cNvPicPr preferRelativeResize="0"/>
            <p:nvPr/>
          </p:nvPicPr>
          <p:blipFill rotWithShape="1">
            <a:blip r:embed="rId10">
              <a:alphaModFix/>
            </a:blip>
            <a:srcRect b="0" l="0" r="0" t="0"/>
            <a:stretch/>
          </p:blipFill>
          <p:spPr>
            <a:xfrm>
              <a:off x="5974414" y="5845175"/>
              <a:ext cx="1003678" cy="1495425"/>
            </a:xfrm>
            <a:prstGeom prst="rect">
              <a:avLst/>
            </a:prstGeom>
            <a:noFill/>
            <a:ln>
              <a:noFill/>
            </a:ln>
          </p:spPr>
        </p:pic>
        <p:pic>
          <p:nvPicPr>
            <p:cNvPr descr="image167.png" id="2438" name="Google Shape;2438;p124"/>
            <p:cNvPicPr preferRelativeResize="0"/>
            <p:nvPr/>
          </p:nvPicPr>
          <p:blipFill rotWithShape="1">
            <a:blip r:embed="rId11">
              <a:alphaModFix/>
            </a:blip>
            <a:srcRect b="0" l="0" r="0" t="0"/>
            <a:stretch/>
          </p:blipFill>
          <p:spPr>
            <a:xfrm>
              <a:off x="2410728" y="3895725"/>
              <a:ext cx="1492811" cy="1117600"/>
            </a:xfrm>
            <a:prstGeom prst="rect">
              <a:avLst/>
            </a:prstGeom>
            <a:noFill/>
            <a:ln>
              <a:noFill/>
            </a:ln>
          </p:spPr>
        </p:pic>
        <p:pic>
          <p:nvPicPr>
            <p:cNvPr descr="image168.png" id="2439" name="Google Shape;2439;p124"/>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69.png" id="2440" name="Google Shape;2440;p124"/>
            <p:cNvPicPr preferRelativeResize="0"/>
            <p:nvPr/>
          </p:nvPicPr>
          <p:blipFill rotWithShape="1">
            <a:blip r:embed="rId13">
              <a:alphaModFix/>
            </a:blip>
            <a:srcRect b="0" l="0" r="0" t="0"/>
            <a:stretch/>
          </p:blipFill>
          <p:spPr>
            <a:xfrm>
              <a:off x="571714" y="3321050"/>
              <a:ext cx="997325" cy="1495425"/>
            </a:xfrm>
            <a:prstGeom prst="rect">
              <a:avLst/>
            </a:prstGeom>
            <a:noFill/>
            <a:ln>
              <a:noFill/>
            </a:ln>
          </p:spPr>
        </p:pic>
        <p:pic>
          <p:nvPicPr>
            <p:cNvPr descr="image170.png" id="2441" name="Google Shape;2441;p124"/>
            <p:cNvPicPr preferRelativeResize="0"/>
            <p:nvPr/>
          </p:nvPicPr>
          <p:blipFill rotWithShape="1">
            <a:blip r:embed="rId14">
              <a:alphaModFix/>
            </a:blip>
            <a:srcRect b="0" l="0" r="0" t="0"/>
            <a:stretch/>
          </p:blipFill>
          <p:spPr>
            <a:xfrm>
              <a:off x="7467224" y="5845175"/>
              <a:ext cx="1000501" cy="1495425"/>
            </a:xfrm>
            <a:prstGeom prst="rect">
              <a:avLst/>
            </a:prstGeom>
            <a:noFill/>
            <a:ln>
              <a:noFill/>
            </a:ln>
          </p:spPr>
        </p:pic>
        <p:pic>
          <p:nvPicPr>
            <p:cNvPr descr="image171.png" id="2442" name="Google Shape;2442;p124"/>
            <p:cNvPicPr preferRelativeResize="0"/>
            <p:nvPr/>
          </p:nvPicPr>
          <p:blipFill rotWithShape="1">
            <a:blip r:embed="rId15">
              <a:alphaModFix/>
            </a:blip>
            <a:srcRect b="0" l="0" r="0" t="0"/>
            <a:stretch/>
          </p:blipFill>
          <p:spPr>
            <a:xfrm>
              <a:off x="4592771" y="571500"/>
              <a:ext cx="1495987" cy="996950"/>
            </a:xfrm>
            <a:prstGeom prst="rect">
              <a:avLst/>
            </a:prstGeom>
            <a:noFill/>
            <a:ln>
              <a:noFill/>
            </a:ln>
          </p:spPr>
        </p:pic>
        <p:pic>
          <p:nvPicPr>
            <p:cNvPr descr="image172.png" id="2443" name="Google Shape;2443;p124"/>
            <p:cNvPicPr preferRelativeResize="0"/>
            <p:nvPr/>
          </p:nvPicPr>
          <p:blipFill rotWithShape="1">
            <a:blip r:embed="rId16">
              <a:alphaModFix/>
            </a:blip>
            <a:srcRect b="0" l="0" r="0" t="0"/>
            <a:stretch/>
          </p:blipFill>
          <p:spPr>
            <a:xfrm>
              <a:off x="4824633" y="3784600"/>
              <a:ext cx="1121196" cy="1489075"/>
            </a:xfrm>
            <a:prstGeom prst="rect">
              <a:avLst/>
            </a:prstGeom>
            <a:noFill/>
            <a:ln>
              <a:noFill/>
            </a:ln>
          </p:spPr>
        </p:pic>
        <p:pic>
          <p:nvPicPr>
            <p:cNvPr descr="image173.png" id="2444" name="Google Shape;2444;p124"/>
            <p:cNvPicPr preferRelativeResize="0"/>
            <p:nvPr/>
          </p:nvPicPr>
          <p:blipFill rotWithShape="1">
            <a:blip r:embed="rId17">
              <a:alphaModFix/>
            </a:blip>
            <a:srcRect b="0" l="0" r="0" t="0"/>
            <a:stretch/>
          </p:blipFill>
          <p:spPr>
            <a:xfrm>
              <a:off x="6663648" y="4010025"/>
              <a:ext cx="1492810" cy="1117600"/>
            </a:xfrm>
            <a:prstGeom prst="rect">
              <a:avLst/>
            </a:prstGeom>
            <a:noFill/>
            <a:ln>
              <a:noFill/>
            </a:ln>
          </p:spPr>
        </p:pic>
        <p:pic>
          <p:nvPicPr>
            <p:cNvPr descr="image174.png" id="2445" name="Google Shape;2445;p124"/>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sp>
          <p:nvSpPr>
            <p:cNvPr id="2446" name="Google Shape;2446;p124"/>
            <p:cNvSpPr/>
            <p:nvPr/>
          </p:nvSpPr>
          <p:spPr>
            <a:xfrm flipH="1">
              <a:off x="2178867" y="4572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47" name="Google Shape;2447;p124"/>
            <p:cNvSpPr/>
            <p:nvPr/>
          </p:nvSpPr>
          <p:spPr>
            <a:xfrm flipH="1">
              <a:off x="2617181" y="6858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48" name="Google Shape;2448;p124"/>
            <p:cNvSpPr/>
            <p:nvPr/>
          </p:nvSpPr>
          <p:spPr>
            <a:xfrm flipH="1">
              <a:off x="3077728" y="2286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49" name="Google Shape;2449;p124"/>
            <p:cNvSpPr/>
            <p:nvPr/>
          </p:nvSpPr>
          <p:spPr>
            <a:xfrm flipH="1">
              <a:off x="2753757" y="18097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0" name="Google Shape;2450;p124"/>
            <p:cNvSpPr/>
            <p:nvPr/>
          </p:nvSpPr>
          <p:spPr>
            <a:xfrm flipH="1">
              <a:off x="3214305"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1" name="Google Shape;2451;p124"/>
            <p:cNvSpPr/>
            <p:nvPr/>
          </p:nvSpPr>
          <p:spPr>
            <a:xfrm flipH="1">
              <a:off x="1953357"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2" name="Google Shape;2452;p124"/>
            <p:cNvSpPr/>
            <p:nvPr/>
          </p:nvSpPr>
          <p:spPr>
            <a:xfrm flipH="1">
              <a:off x="4824633"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3" name="Google Shape;2453;p124"/>
            <p:cNvSpPr/>
            <p:nvPr/>
          </p:nvSpPr>
          <p:spPr>
            <a:xfrm flipH="1">
              <a:off x="2753757" y="25209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4" name="Google Shape;2454;p124"/>
            <p:cNvSpPr/>
            <p:nvPr/>
          </p:nvSpPr>
          <p:spPr>
            <a:xfrm flipH="1">
              <a:off x="5856895" y="9144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5" name="Google Shape;2455;p124"/>
            <p:cNvSpPr/>
            <p:nvPr/>
          </p:nvSpPr>
          <p:spPr>
            <a:xfrm flipH="1">
              <a:off x="5167662" y="1374775"/>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6" name="Google Shape;2456;p124"/>
            <p:cNvSpPr/>
            <p:nvPr/>
          </p:nvSpPr>
          <p:spPr>
            <a:xfrm flipH="1">
              <a:off x="4710291"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7" name="Google Shape;2457;p124"/>
            <p:cNvSpPr/>
            <p:nvPr/>
          </p:nvSpPr>
          <p:spPr>
            <a:xfrm flipH="1">
              <a:off x="5856895" y="27495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8" name="Google Shape;2458;p124"/>
            <p:cNvSpPr/>
            <p:nvPr/>
          </p:nvSpPr>
          <p:spPr>
            <a:xfrm flipH="1">
              <a:off x="5167662" y="4241800"/>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59" name="Google Shape;2459;p124"/>
            <p:cNvSpPr/>
            <p:nvPr/>
          </p:nvSpPr>
          <p:spPr>
            <a:xfrm flipH="1">
              <a:off x="5628210"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0" name="Google Shape;2460;p124"/>
            <p:cNvSpPr/>
            <p:nvPr/>
          </p:nvSpPr>
          <p:spPr>
            <a:xfrm flipH="1">
              <a:off x="3674852" y="401002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1" name="Google Shape;2461;p124"/>
            <p:cNvSpPr/>
            <p:nvPr/>
          </p:nvSpPr>
          <p:spPr>
            <a:xfrm flipH="1">
              <a:off x="4942152" y="49307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2" name="Google Shape;2462;p124"/>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3" name="Google Shape;2463;p124"/>
            <p:cNvSpPr/>
            <p:nvPr/>
          </p:nvSpPr>
          <p:spPr>
            <a:xfrm flipH="1">
              <a:off x="1032262" y="355282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4" name="Google Shape;2464;p124"/>
            <p:cNvSpPr/>
            <p:nvPr/>
          </p:nvSpPr>
          <p:spPr>
            <a:xfrm flipH="1">
              <a:off x="800400" y="41275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5" name="Google Shape;2465;p124"/>
            <p:cNvSpPr/>
            <p:nvPr/>
          </p:nvSpPr>
          <p:spPr>
            <a:xfrm flipH="1">
              <a:off x="571714" y="194945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6" name="Google Shape;2466;p124"/>
            <p:cNvSpPr/>
            <p:nvPr/>
          </p:nvSpPr>
          <p:spPr>
            <a:xfrm flipH="1">
              <a:off x="1264124" y="2060575"/>
              <a:ext cx="136576"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7" name="Google Shape;2467;p124"/>
            <p:cNvSpPr/>
            <p:nvPr/>
          </p:nvSpPr>
          <p:spPr>
            <a:xfrm flipH="1">
              <a:off x="1264124" y="5962650"/>
              <a:ext cx="136576"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8" name="Google Shape;2468;p124"/>
            <p:cNvSpPr/>
            <p:nvPr/>
          </p:nvSpPr>
          <p:spPr>
            <a:xfrm flipH="1">
              <a:off x="1032262" y="63055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69" name="Google Shape;2469;p124"/>
            <p:cNvSpPr/>
            <p:nvPr/>
          </p:nvSpPr>
          <p:spPr>
            <a:xfrm flipH="1">
              <a:off x="7813429"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0" name="Google Shape;2470;p124"/>
            <p:cNvSpPr/>
            <p:nvPr/>
          </p:nvSpPr>
          <p:spPr>
            <a:xfrm flipH="1">
              <a:off x="2753757"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1" name="Google Shape;2471;p124"/>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2" name="Google Shape;2472;p124"/>
            <p:cNvSpPr/>
            <p:nvPr/>
          </p:nvSpPr>
          <p:spPr>
            <a:xfrm flipH="1">
              <a:off x="2178867" y="68770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3" name="Google Shape;2473;p124"/>
            <p:cNvSpPr/>
            <p:nvPr/>
          </p:nvSpPr>
          <p:spPr>
            <a:xfrm flipH="1">
              <a:off x="2639414"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4" name="Google Shape;2474;p124"/>
            <p:cNvSpPr/>
            <p:nvPr/>
          </p:nvSpPr>
          <p:spPr>
            <a:xfrm flipH="1">
              <a:off x="2528247" y="68770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5" name="Google Shape;2475;p124"/>
            <p:cNvSpPr/>
            <p:nvPr/>
          </p:nvSpPr>
          <p:spPr>
            <a:xfrm flipH="1">
              <a:off x="3103138" y="4816475"/>
              <a:ext cx="136577"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6" name="Google Shape;2476;p124"/>
            <p:cNvSpPr/>
            <p:nvPr/>
          </p:nvSpPr>
          <p:spPr>
            <a:xfrm flipH="1">
              <a:off x="4249743"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7" name="Google Shape;2477;p124"/>
            <p:cNvSpPr/>
            <p:nvPr/>
          </p:nvSpPr>
          <p:spPr>
            <a:xfrm flipH="1">
              <a:off x="8270801"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8" name="Google Shape;2478;p124"/>
            <p:cNvSpPr/>
            <p:nvPr/>
          </p:nvSpPr>
          <p:spPr>
            <a:xfrm flipH="1">
              <a:off x="6206276" y="6305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79" name="Google Shape;2479;p124"/>
            <p:cNvSpPr/>
            <p:nvPr/>
          </p:nvSpPr>
          <p:spPr>
            <a:xfrm flipH="1">
              <a:off x="7581567" y="4584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0" name="Google Shape;2480;p124"/>
            <p:cNvSpPr/>
            <p:nvPr/>
          </p:nvSpPr>
          <p:spPr>
            <a:xfrm flipH="1">
              <a:off x="6549305" y="68770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1" name="Google Shape;2481;p124"/>
            <p:cNvSpPr/>
            <p:nvPr/>
          </p:nvSpPr>
          <p:spPr>
            <a:xfrm flipH="1">
              <a:off x="7006676"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2" name="Google Shape;2482;p124"/>
            <p:cNvSpPr/>
            <p:nvPr/>
          </p:nvSpPr>
          <p:spPr>
            <a:xfrm flipH="1">
              <a:off x="6892334" y="1028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3" name="Google Shape;2483;p124"/>
            <p:cNvSpPr/>
            <p:nvPr/>
          </p:nvSpPr>
          <p:spPr>
            <a:xfrm flipH="1">
              <a:off x="7581567" y="16033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4" name="Google Shape;2484;p124"/>
            <p:cNvSpPr/>
            <p:nvPr/>
          </p:nvSpPr>
          <p:spPr>
            <a:xfrm flipH="1">
              <a:off x="7927771" y="2749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5" name="Google Shape;2485;p124"/>
            <p:cNvSpPr/>
            <p:nvPr/>
          </p:nvSpPr>
          <p:spPr>
            <a:xfrm flipH="1">
              <a:off x="7927771" y="24066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6" name="Google Shape;2486;p124"/>
            <p:cNvSpPr/>
            <p:nvPr/>
          </p:nvSpPr>
          <p:spPr>
            <a:xfrm flipH="1">
              <a:off x="114342" y="56165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7" name="Google Shape;2487;p124"/>
            <p:cNvSpPr/>
            <p:nvPr/>
          </p:nvSpPr>
          <p:spPr>
            <a:xfrm flipH="1">
              <a:off x="2528247" y="3397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8" name="Google Shape;2488;p124"/>
            <p:cNvSpPr/>
            <p:nvPr/>
          </p:nvSpPr>
          <p:spPr>
            <a:xfrm flipH="1">
              <a:off x="2985619" y="571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89" name="Google Shape;2489;p124"/>
            <p:cNvSpPr/>
            <p:nvPr/>
          </p:nvSpPr>
          <p:spPr>
            <a:xfrm flipH="1">
              <a:off x="4942152"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0" name="Google Shape;2490;p124"/>
            <p:cNvSpPr/>
            <p:nvPr/>
          </p:nvSpPr>
          <p:spPr>
            <a:xfrm flipH="1">
              <a:off x="5513867"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1" name="Google Shape;2491;p124"/>
            <p:cNvSpPr/>
            <p:nvPr/>
          </p:nvSpPr>
          <p:spPr>
            <a:xfrm flipH="1">
              <a:off x="5628210" y="685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2" name="Google Shape;2492;p124"/>
            <p:cNvSpPr/>
            <p:nvPr/>
          </p:nvSpPr>
          <p:spPr>
            <a:xfrm flipH="1">
              <a:off x="7813429"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3" name="Google Shape;2493;p124"/>
            <p:cNvSpPr/>
            <p:nvPr/>
          </p:nvSpPr>
          <p:spPr>
            <a:xfrm flipH="1">
              <a:off x="7352881"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4" name="Google Shape;2494;p124"/>
            <p:cNvSpPr/>
            <p:nvPr/>
          </p:nvSpPr>
          <p:spPr>
            <a:xfrm flipH="1">
              <a:off x="7006676" y="137477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5" name="Google Shape;2495;p124"/>
            <p:cNvSpPr/>
            <p:nvPr/>
          </p:nvSpPr>
          <p:spPr>
            <a:xfrm flipH="1">
              <a:off x="571714" y="22923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6" name="Google Shape;2496;p124"/>
            <p:cNvSpPr/>
            <p:nvPr/>
          </p:nvSpPr>
          <p:spPr>
            <a:xfrm flipH="1">
              <a:off x="1378466" y="17176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7" name="Google Shape;2497;p124"/>
            <p:cNvSpPr/>
            <p:nvPr/>
          </p:nvSpPr>
          <p:spPr>
            <a:xfrm flipH="1">
              <a:off x="5053319" y="21748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8" name="Google Shape;2498;p124"/>
            <p:cNvSpPr/>
            <p:nvPr/>
          </p:nvSpPr>
          <p:spPr>
            <a:xfrm flipH="1">
              <a:off x="4824633" y="2863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499" name="Google Shape;2499;p124"/>
            <p:cNvSpPr/>
            <p:nvPr/>
          </p:nvSpPr>
          <p:spPr>
            <a:xfrm flipH="1">
              <a:off x="5513867" y="2520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0" name="Google Shape;2500;p124"/>
            <p:cNvSpPr/>
            <p:nvPr/>
          </p:nvSpPr>
          <p:spPr>
            <a:xfrm flipH="1">
              <a:off x="3214305" y="252095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1" name="Google Shape;2501;p124"/>
            <p:cNvSpPr/>
            <p:nvPr/>
          </p:nvSpPr>
          <p:spPr>
            <a:xfrm flipH="1">
              <a:off x="3328647" y="17176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2" name="Google Shape;2502;p124"/>
            <p:cNvSpPr/>
            <p:nvPr/>
          </p:nvSpPr>
          <p:spPr>
            <a:xfrm flipH="1">
              <a:off x="2753757" y="412750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3" name="Google Shape;2503;p124"/>
            <p:cNvSpPr/>
            <p:nvPr/>
          </p:nvSpPr>
          <p:spPr>
            <a:xfrm flipH="1">
              <a:off x="5513867" y="4816475"/>
              <a:ext cx="136577" cy="133352"/>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4" name="Google Shape;2504;p124"/>
            <p:cNvSpPr/>
            <p:nvPr/>
          </p:nvSpPr>
          <p:spPr>
            <a:xfrm flipH="1">
              <a:off x="5628210" y="401002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5" name="Google Shape;2505;p124"/>
            <p:cNvSpPr/>
            <p:nvPr/>
          </p:nvSpPr>
          <p:spPr>
            <a:xfrm flipH="1">
              <a:off x="7238538"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6" name="Google Shape;2506;p124"/>
            <p:cNvSpPr/>
            <p:nvPr/>
          </p:nvSpPr>
          <p:spPr>
            <a:xfrm flipH="1">
              <a:off x="7352881" y="4127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7" name="Google Shape;2507;p124"/>
            <p:cNvSpPr/>
            <p:nvPr/>
          </p:nvSpPr>
          <p:spPr>
            <a:xfrm flipH="1">
              <a:off x="6781167"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8" name="Google Shape;2508;p124"/>
            <p:cNvSpPr/>
            <p:nvPr/>
          </p:nvSpPr>
          <p:spPr>
            <a:xfrm flipH="1">
              <a:off x="7927771" y="65341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09" name="Google Shape;2509;p124"/>
            <p:cNvSpPr/>
            <p:nvPr/>
          </p:nvSpPr>
          <p:spPr>
            <a:xfrm flipH="1">
              <a:off x="7581567"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0" name="Google Shape;2510;p124"/>
            <p:cNvSpPr/>
            <p:nvPr/>
          </p:nvSpPr>
          <p:spPr>
            <a:xfrm flipH="1">
              <a:off x="6549305" y="64198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1" name="Google Shape;2511;p124"/>
            <p:cNvSpPr/>
            <p:nvPr/>
          </p:nvSpPr>
          <p:spPr>
            <a:xfrm flipH="1">
              <a:off x="6663648" y="6076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2" name="Google Shape;2512;p124"/>
            <p:cNvSpPr/>
            <p:nvPr/>
          </p:nvSpPr>
          <p:spPr>
            <a:xfrm flipH="1">
              <a:off x="4824633" y="6419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3" name="Google Shape;2513;p124"/>
            <p:cNvSpPr/>
            <p:nvPr/>
          </p:nvSpPr>
          <p:spPr>
            <a:xfrm flipH="1">
              <a:off x="4017881" y="6534150"/>
              <a:ext cx="142929"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4" name="Google Shape;2514;p124"/>
            <p:cNvSpPr/>
            <p:nvPr/>
          </p:nvSpPr>
          <p:spPr>
            <a:xfrm flipH="1">
              <a:off x="5167662"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5" name="Google Shape;2515;p124"/>
            <p:cNvSpPr/>
            <p:nvPr/>
          </p:nvSpPr>
          <p:spPr>
            <a:xfrm flipH="1">
              <a:off x="3103138" y="6991350"/>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6" name="Google Shape;2516;p124"/>
            <p:cNvSpPr/>
            <p:nvPr/>
          </p:nvSpPr>
          <p:spPr>
            <a:xfrm flipH="1">
              <a:off x="2178867" y="641985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7" name="Google Shape;2517;p124"/>
            <p:cNvSpPr/>
            <p:nvPr/>
          </p:nvSpPr>
          <p:spPr>
            <a:xfrm flipH="1">
              <a:off x="2410728" y="71088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8" name="Google Shape;2518;p124"/>
            <p:cNvSpPr/>
            <p:nvPr/>
          </p:nvSpPr>
          <p:spPr>
            <a:xfrm flipH="1">
              <a:off x="114342" y="63055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19" name="Google Shape;2519;p124"/>
            <p:cNvSpPr/>
            <p:nvPr/>
          </p:nvSpPr>
          <p:spPr>
            <a:xfrm flipH="1">
              <a:off x="571714" y="57308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0" name="Google Shape;2520;p124"/>
            <p:cNvSpPr/>
            <p:nvPr/>
          </p:nvSpPr>
          <p:spPr>
            <a:xfrm flipH="1">
              <a:off x="1146605" y="4241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1" name="Google Shape;2521;p124"/>
            <p:cNvSpPr/>
            <p:nvPr/>
          </p:nvSpPr>
          <p:spPr>
            <a:xfrm flipH="1">
              <a:off x="1264124" y="3895725"/>
              <a:ext cx="136576"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2" name="Google Shape;2522;p124"/>
            <p:cNvSpPr/>
            <p:nvPr/>
          </p:nvSpPr>
          <p:spPr>
            <a:xfrm flipH="1">
              <a:off x="689233" y="4467225"/>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3" name="Google Shape;2523;p124"/>
            <p:cNvSpPr/>
            <p:nvPr/>
          </p:nvSpPr>
          <p:spPr>
            <a:xfrm flipH="1">
              <a:off x="1953357" y="2286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4" name="Google Shape;2524;p124"/>
            <p:cNvSpPr/>
            <p:nvPr/>
          </p:nvSpPr>
          <p:spPr>
            <a:xfrm flipH="1">
              <a:off x="2296386" y="803275"/>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5" name="Google Shape;2525;p124"/>
            <p:cNvSpPr/>
            <p:nvPr/>
          </p:nvSpPr>
          <p:spPr>
            <a:xfrm flipH="1">
              <a:off x="5513867" y="126047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6" name="Google Shape;2526;p124"/>
            <p:cNvSpPr/>
            <p:nvPr/>
          </p:nvSpPr>
          <p:spPr>
            <a:xfrm flipH="1">
              <a:off x="5167662" y="6858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7" name="Google Shape;2527;p124"/>
            <p:cNvSpPr/>
            <p:nvPr/>
          </p:nvSpPr>
          <p:spPr>
            <a:xfrm flipH="1">
              <a:off x="7352881" y="11461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8" name="Google Shape;2528;p124"/>
            <p:cNvSpPr/>
            <p:nvPr/>
          </p:nvSpPr>
          <p:spPr>
            <a:xfrm flipH="1">
              <a:off x="8045291" y="17176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29" name="Google Shape;2529;p124"/>
            <p:cNvSpPr/>
            <p:nvPr/>
          </p:nvSpPr>
          <p:spPr>
            <a:xfrm flipH="1">
              <a:off x="6781167" y="6991350"/>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0" name="Google Shape;2530;p124"/>
            <p:cNvSpPr/>
            <p:nvPr/>
          </p:nvSpPr>
          <p:spPr>
            <a:xfrm flipH="1">
              <a:off x="6206276" y="68770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1" name="Google Shape;2531;p124"/>
            <p:cNvSpPr/>
            <p:nvPr/>
          </p:nvSpPr>
          <p:spPr>
            <a:xfrm flipH="1">
              <a:off x="6088757"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2" name="Google Shape;2532;p124"/>
            <p:cNvSpPr/>
            <p:nvPr/>
          </p:nvSpPr>
          <p:spPr>
            <a:xfrm flipH="1">
              <a:off x="4592772" y="6076950"/>
              <a:ext cx="142929"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3" name="Google Shape;2533;p124"/>
            <p:cNvSpPr/>
            <p:nvPr/>
          </p:nvSpPr>
          <p:spPr>
            <a:xfrm flipH="1">
              <a:off x="5053319" y="61880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4" name="Google Shape;2534;p124"/>
            <p:cNvSpPr/>
            <p:nvPr/>
          </p:nvSpPr>
          <p:spPr>
            <a:xfrm flipH="1">
              <a:off x="4367262" y="65341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5" name="Google Shape;2535;p124"/>
            <p:cNvSpPr/>
            <p:nvPr/>
          </p:nvSpPr>
          <p:spPr>
            <a:xfrm flipH="1">
              <a:off x="3103138" y="6651625"/>
              <a:ext cx="136577" cy="133352"/>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6" name="Google Shape;2536;p124"/>
            <p:cNvSpPr/>
            <p:nvPr/>
          </p:nvSpPr>
          <p:spPr>
            <a:xfrm flipH="1">
              <a:off x="2753757" y="710882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7" name="Google Shape;2537;p124"/>
            <p:cNvSpPr/>
            <p:nvPr/>
          </p:nvSpPr>
          <p:spPr>
            <a:xfrm flipH="1">
              <a:off x="571714" y="63055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8" name="Google Shape;2538;p124"/>
            <p:cNvSpPr/>
            <p:nvPr/>
          </p:nvSpPr>
          <p:spPr>
            <a:xfrm flipH="1">
              <a:off x="914743" y="573087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39" name="Google Shape;2539;p124"/>
            <p:cNvSpPr/>
            <p:nvPr/>
          </p:nvSpPr>
          <p:spPr>
            <a:xfrm flipH="1">
              <a:off x="114342"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0" name="Google Shape;2540;p124"/>
            <p:cNvSpPr/>
            <p:nvPr/>
          </p:nvSpPr>
          <p:spPr>
            <a:xfrm flipH="1">
              <a:off x="1032262" y="45847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1" name="Google Shape;2541;p124"/>
            <p:cNvSpPr/>
            <p:nvPr/>
          </p:nvSpPr>
          <p:spPr>
            <a:xfrm flipH="1">
              <a:off x="1378466" y="4467225"/>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2" name="Google Shape;2542;p124"/>
            <p:cNvSpPr/>
            <p:nvPr/>
          </p:nvSpPr>
          <p:spPr>
            <a:xfrm flipH="1">
              <a:off x="3103138" y="40100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3" name="Google Shape;2543;p124"/>
            <p:cNvSpPr/>
            <p:nvPr/>
          </p:nvSpPr>
          <p:spPr>
            <a:xfrm flipH="1">
              <a:off x="3560510" y="43561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4" name="Google Shape;2544;p124"/>
            <p:cNvSpPr/>
            <p:nvPr/>
          </p:nvSpPr>
          <p:spPr>
            <a:xfrm flipH="1">
              <a:off x="3328647" y="286385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5" name="Google Shape;2545;p124"/>
            <p:cNvSpPr/>
            <p:nvPr/>
          </p:nvSpPr>
          <p:spPr>
            <a:xfrm flipH="1">
              <a:off x="2639414"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6" name="Google Shape;2546;p124"/>
            <p:cNvSpPr/>
            <p:nvPr/>
          </p:nvSpPr>
          <p:spPr>
            <a:xfrm flipH="1">
              <a:off x="4942152" y="263842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7" name="Google Shape;2547;p124"/>
            <p:cNvSpPr/>
            <p:nvPr/>
          </p:nvSpPr>
          <p:spPr>
            <a:xfrm flipH="1">
              <a:off x="5742552"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8" name="Google Shape;2548;p124"/>
            <p:cNvSpPr/>
            <p:nvPr/>
          </p:nvSpPr>
          <p:spPr>
            <a:xfrm flipH="1">
              <a:off x="7581567" y="27495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49" name="Google Shape;2549;p124"/>
            <p:cNvSpPr/>
            <p:nvPr/>
          </p:nvSpPr>
          <p:spPr>
            <a:xfrm flipH="1">
              <a:off x="7238538" y="24066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50" name="Google Shape;2550;p124"/>
            <p:cNvSpPr/>
            <p:nvPr/>
          </p:nvSpPr>
          <p:spPr>
            <a:xfrm flipH="1">
              <a:off x="8156457" y="309562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51" name="Google Shape;2551;p124"/>
            <p:cNvSpPr/>
            <p:nvPr/>
          </p:nvSpPr>
          <p:spPr>
            <a:xfrm flipH="1">
              <a:off x="5399524" y="412750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52" name="Google Shape;2552;p124"/>
            <p:cNvSpPr/>
            <p:nvPr/>
          </p:nvSpPr>
          <p:spPr>
            <a:xfrm flipH="1">
              <a:off x="4942152" y="38957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53" name="Google Shape;2553;p124"/>
            <p:cNvSpPr/>
            <p:nvPr/>
          </p:nvSpPr>
          <p:spPr>
            <a:xfrm flipH="1">
              <a:off x="5167662" y="50419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54" name="Google Shape;2554;p124"/>
            <p:cNvSpPr/>
            <p:nvPr/>
          </p:nvSpPr>
          <p:spPr>
            <a:xfrm flipH="1">
              <a:off x="7813429" y="43561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2555" name="Google Shape;2555;p124"/>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9" name="Shape 2559"/>
        <p:cNvGrpSpPr/>
        <p:nvPr/>
      </p:nvGrpSpPr>
      <p:grpSpPr>
        <a:xfrm>
          <a:off x="0" y="0"/>
          <a:ext cx="0" cy="0"/>
          <a:chOff x="0" y="0"/>
          <a:chExt cx="0" cy="0"/>
        </a:xfrm>
      </p:grpSpPr>
      <p:cxnSp>
        <p:nvCxnSpPr>
          <p:cNvPr id="2560" name="Google Shape;2560;p125"/>
          <p:cNvCxnSpPr/>
          <p:nvPr/>
        </p:nvCxnSpPr>
        <p:spPr>
          <a:xfrm rot="10800000">
            <a:off x="9115425" y="9667875"/>
            <a:ext cx="6667501" cy="2587625"/>
          </a:xfrm>
          <a:prstGeom prst="straightConnector1">
            <a:avLst/>
          </a:prstGeom>
          <a:noFill/>
          <a:ln cap="flat" cmpd="sng" w="76200">
            <a:solidFill>
              <a:srgbClr val="004731"/>
            </a:solidFill>
            <a:prstDash val="solid"/>
            <a:round/>
            <a:headEnd len="sm" w="sm" type="none"/>
            <a:tailEnd len="sm" w="sm" type="none"/>
          </a:ln>
        </p:spPr>
      </p:cxnSp>
      <p:sp>
        <p:nvSpPr>
          <p:cNvPr id="2561" name="Google Shape;2561;p125"/>
          <p:cNvSpPr txBox="1"/>
          <p:nvPr>
            <p:ph type="title"/>
          </p:nvPr>
        </p:nvSpPr>
        <p:spPr>
          <a:xfrm>
            <a:off x="3657600" y="0"/>
            <a:ext cx="16916400" cy="2914650"/>
          </a:xfrm>
          <a:prstGeom prst="rect">
            <a:avLst/>
          </a:prstGeom>
          <a:noFill/>
          <a:ln>
            <a:noFill/>
          </a:ln>
        </p:spPr>
        <p:txBody>
          <a:bodyPr anchorCtr="0" anchor="ctr" bIns="101600" lIns="101600" spcFirstLastPara="1" rIns="101600" wrap="square" tIns="101600">
            <a:normAutofit/>
          </a:bodyPr>
          <a:lstStyle/>
          <a:p>
            <a:pPr indent="39687" lvl="0" marL="0" rtl="0" algn="l">
              <a:lnSpc>
                <a:spcPct val="100000"/>
              </a:lnSpc>
              <a:spcBef>
                <a:spcPts val="0"/>
              </a:spcBef>
              <a:spcAft>
                <a:spcPts val="0"/>
              </a:spcAft>
              <a:buClr>
                <a:srgbClr val="004731"/>
              </a:buClr>
              <a:buSzPts val="7400"/>
              <a:buFont typeface="Arial"/>
              <a:buNone/>
            </a:pPr>
            <a:r>
              <a:rPr b="1" lang="en-US" sz="7400">
                <a:solidFill>
                  <a:srgbClr val="004731"/>
                </a:solidFill>
                <a:latin typeface="Arial"/>
                <a:ea typeface="Arial"/>
                <a:cs typeface="Arial"/>
                <a:sym typeface="Arial"/>
              </a:rPr>
              <a:t>Feature matching</a:t>
            </a:r>
            <a:endParaRPr/>
          </a:p>
        </p:txBody>
      </p:sp>
      <p:grpSp>
        <p:nvGrpSpPr>
          <p:cNvPr id="2562" name="Google Shape;2562;p125"/>
          <p:cNvGrpSpPr/>
          <p:nvPr/>
        </p:nvGrpSpPr>
        <p:grpSpPr>
          <a:xfrm>
            <a:off x="7870825" y="5527676"/>
            <a:ext cx="8467727" cy="7423151"/>
            <a:chOff x="-1" y="0"/>
            <a:chExt cx="8467726" cy="7423150"/>
          </a:xfrm>
        </p:grpSpPr>
        <p:cxnSp>
          <p:nvCxnSpPr>
            <p:cNvPr id="2563" name="Google Shape;2563;p125"/>
            <p:cNvCxnSpPr/>
            <p:nvPr/>
          </p:nvCxnSpPr>
          <p:spPr>
            <a:xfrm flipH="1">
              <a:off x="7429111" y="2819400"/>
              <a:ext cx="98462" cy="1793875"/>
            </a:xfrm>
            <a:prstGeom prst="straightConnector1">
              <a:avLst/>
            </a:prstGeom>
            <a:noFill/>
            <a:ln cap="flat" cmpd="sng" w="76200">
              <a:solidFill>
                <a:srgbClr val="004731"/>
              </a:solidFill>
              <a:prstDash val="solid"/>
              <a:round/>
              <a:headEnd len="sm" w="sm" type="none"/>
              <a:tailEnd len="sm" w="sm" type="none"/>
            </a:ln>
          </p:spPr>
        </p:cxnSp>
        <p:cxnSp>
          <p:nvCxnSpPr>
            <p:cNvPr id="2564" name="Google Shape;2564;p125"/>
            <p:cNvCxnSpPr/>
            <p:nvPr/>
          </p:nvCxnSpPr>
          <p:spPr>
            <a:xfrm>
              <a:off x="7330648" y="4711699"/>
              <a:ext cx="495485" cy="1797052"/>
            </a:xfrm>
            <a:prstGeom prst="straightConnector1">
              <a:avLst/>
            </a:prstGeom>
            <a:noFill/>
            <a:ln cap="flat" cmpd="sng" w="76200">
              <a:solidFill>
                <a:srgbClr val="004731"/>
              </a:solidFill>
              <a:prstDash val="solid"/>
              <a:round/>
              <a:headEnd len="sm" w="sm" type="none"/>
              <a:tailEnd len="sm" w="sm" type="none"/>
            </a:ln>
          </p:spPr>
        </p:cxnSp>
        <p:cxnSp>
          <p:nvCxnSpPr>
            <p:cNvPr id="2565" name="Google Shape;2565;p125"/>
            <p:cNvCxnSpPr/>
            <p:nvPr/>
          </p:nvCxnSpPr>
          <p:spPr>
            <a:xfrm>
              <a:off x="5526571" y="2517775"/>
              <a:ext cx="1997826" cy="165100"/>
            </a:xfrm>
            <a:prstGeom prst="straightConnector1">
              <a:avLst/>
            </a:prstGeom>
            <a:noFill/>
            <a:ln cap="flat" cmpd="sng" w="76200">
              <a:solidFill>
                <a:srgbClr val="004731"/>
              </a:solidFill>
              <a:prstDash val="solid"/>
              <a:round/>
              <a:headEnd len="sm" w="sm" type="none"/>
              <a:tailEnd len="sm" w="sm" type="none"/>
            </a:ln>
          </p:spPr>
        </p:cxnSp>
        <p:cxnSp>
          <p:nvCxnSpPr>
            <p:cNvPr id="2566" name="Google Shape;2566;p125"/>
            <p:cNvCxnSpPr/>
            <p:nvPr/>
          </p:nvCxnSpPr>
          <p:spPr>
            <a:xfrm flipH="1" rot="10800000">
              <a:off x="3125371" y="2486024"/>
              <a:ext cx="2398025" cy="1930402"/>
            </a:xfrm>
            <a:prstGeom prst="straightConnector1">
              <a:avLst/>
            </a:prstGeom>
            <a:noFill/>
            <a:ln cap="flat" cmpd="sng" w="76200">
              <a:solidFill>
                <a:srgbClr val="004731"/>
              </a:solidFill>
              <a:prstDash val="solid"/>
              <a:round/>
              <a:headEnd len="sm" w="sm" type="none"/>
              <a:tailEnd len="sm" w="sm" type="none"/>
            </a:ln>
          </p:spPr>
        </p:cxnSp>
        <p:cxnSp>
          <p:nvCxnSpPr>
            <p:cNvPr id="2567" name="Google Shape;2567;p125"/>
            <p:cNvCxnSpPr/>
            <p:nvPr/>
          </p:nvCxnSpPr>
          <p:spPr>
            <a:xfrm>
              <a:off x="2528247" y="571499"/>
              <a:ext cx="686057" cy="1949452"/>
            </a:xfrm>
            <a:prstGeom prst="straightConnector1">
              <a:avLst/>
            </a:prstGeom>
            <a:noFill/>
            <a:ln cap="flat" cmpd="sng" w="76200">
              <a:solidFill>
                <a:srgbClr val="004731"/>
              </a:solidFill>
              <a:prstDash val="solid"/>
              <a:round/>
              <a:headEnd len="sm" w="sm" type="none"/>
              <a:tailEnd len="sm" w="sm" type="none"/>
            </a:ln>
          </p:spPr>
        </p:cxnSp>
        <p:cxnSp>
          <p:nvCxnSpPr>
            <p:cNvPr id="2568" name="Google Shape;2568;p125"/>
            <p:cNvCxnSpPr/>
            <p:nvPr/>
          </p:nvCxnSpPr>
          <p:spPr>
            <a:xfrm>
              <a:off x="2528247" y="571500"/>
              <a:ext cx="574892" cy="4013200"/>
            </a:xfrm>
            <a:prstGeom prst="straightConnector1">
              <a:avLst/>
            </a:prstGeom>
            <a:noFill/>
            <a:ln cap="flat" cmpd="sng" w="76200">
              <a:solidFill>
                <a:srgbClr val="004731"/>
              </a:solidFill>
              <a:prstDash val="solid"/>
              <a:round/>
              <a:headEnd len="sm" w="sm" type="none"/>
              <a:tailEnd len="sm" w="sm" type="none"/>
            </a:ln>
          </p:spPr>
        </p:cxnSp>
        <p:cxnSp>
          <p:nvCxnSpPr>
            <p:cNvPr id="2569" name="Google Shape;2569;p125"/>
            <p:cNvCxnSpPr/>
            <p:nvPr/>
          </p:nvCxnSpPr>
          <p:spPr>
            <a:xfrm flipH="1">
              <a:off x="3103138" y="2520949"/>
              <a:ext cx="111167" cy="2063752"/>
            </a:xfrm>
            <a:prstGeom prst="straightConnector1">
              <a:avLst/>
            </a:prstGeom>
            <a:noFill/>
            <a:ln cap="flat" cmpd="sng" w="76200">
              <a:solidFill>
                <a:srgbClr val="004731"/>
              </a:solidFill>
              <a:prstDash val="solid"/>
              <a:round/>
              <a:headEnd len="sm" w="sm" type="none"/>
              <a:tailEnd len="sm" w="sm" type="none"/>
            </a:ln>
          </p:spPr>
        </p:cxnSp>
        <p:cxnSp>
          <p:nvCxnSpPr>
            <p:cNvPr id="2570" name="Google Shape;2570;p125"/>
            <p:cNvCxnSpPr/>
            <p:nvPr/>
          </p:nvCxnSpPr>
          <p:spPr>
            <a:xfrm>
              <a:off x="914742" y="3895725"/>
              <a:ext cx="2188395" cy="688975"/>
            </a:xfrm>
            <a:prstGeom prst="straightConnector1">
              <a:avLst/>
            </a:prstGeom>
            <a:noFill/>
            <a:ln cap="flat" cmpd="sng" w="76200">
              <a:solidFill>
                <a:srgbClr val="004731"/>
              </a:solidFill>
              <a:prstDash val="solid"/>
              <a:round/>
              <a:headEnd len="sm" w="sm" type="none"/>
              <a:tailEnd len="sm" w="sm" type="none"/>
            </a:ln>
          </p:spPr>
        </p:cxnSp>
        <p:cxnSp>
          <p:nvCxnSpPr>
            <p:cNvPr id="2571" name="Google Shape;2571;p125"/>
            <p:cNvCxnSpPr/>
            <p:nvPr/>
          </p:nvCxnSpPr>
          <p:spPr>
            <a:xfrm>
              <a:off x="914742" y="6076949"/>
              <a:ext cx="1956533" cy="800102"/>
            </a:xfrm>
            <a:prstGeom prst="straightConnector1">
              <a:avLst/>
            </a:prstGeom>
            <a:noFill/>
            <a:ln cap="flat" cmpd="sng" w="76200">
              <a:solidFill>
                <a:srgbClr val="004731"/>
              </a:solidFill>
              <a:prstDash val="solid"/>
              <a:round/>
              <a:headEnd len="sm" w="sm" type="none"/>
              <a:tailEnd len="sm" w="sm" type="none"/>
            </a:ln>
          </p:spPr>
        </p:cxnSp>
        <p:cxnSp>
          <p:nvCxnSpPr>
            <p:cNvPr id="2572" name="Google Shape;2572;p125"/>
            <p:cNvCxnSpPr/>
            <p:nvPr/>
          </p:nvCxnSpPr>
          <p:spPr>
            <a:xfrm>
              <a:off x="4710290" y="6419849"/>
              <a:ext cx="1953357" cy="231775"/>
            </a:xfrm>
            <a:prstGeom prst="straightConnector1">
              <a:avLst/>
            </a:prstGeom>
            <a:noFill/>
            <a:ln cap="flat" cmpd="sng" w="76200">
              <a:solidFill>
                <a:srgbClr val="004731"/>
              </a:solidFill>
              <a:prstDash val="solid"/>
              <a:round/>
              <a:headEnd len="sm" w="sm" type="none"/>
              <a:tailEnd len="sm" w="sm" type="none"/>
            </a:ln>
          </p:spPr>
        </p:cxnSp>
        <p:cxnSp>
          <p:nvCxnSpPr>
            <p:cNvPr id="2573" name="Google Shape;2573;p125"/>
            <p:cNvCxnSpPr/>
            <p:nvPr/>
          </p:nvCxnSpPr>
          <p:spPr>
            <a:xfrm flipH="1" rot="10800000">
              <a:off x="689233" y="4584700"/>
              <a:ext cx="2296385" cy="1260475"/>
            </a:xfrm>
            <a:prstGeom prst="straightConnector1">
              <a:avLst/>
            </a:prstGeom>
            <a:noFill/>
            <a:ln cap="flat" cmpd="sng" w="76200">
              <a:solidFill>
                <a:srgbClr val="004731"/>
              </a:solidFill>
              <a:prstDash val="solid"/>
              <a:round/>
              <a:headEnd len="sm" w="sm" type="none"/>
              <a:tailEnd len="sm" w="sm" type="none"/>
            </a:ln>
          </p:spPr>
        </p:cxnSp>
        <p:cxnSp>
          <p:nvCxnSpPr>
            <p:cNvPr id="2574" name="Google Shape;2574;p125"/>
            <p:cNvCxnSpPr/>
            <p:nvPr/>
          </p:nvCxnSpPr>
          <p:spPr>
            <a:xfrm flipH="1" rot="10800000">
              <a:off x="4710290" y="4584699"/>
              <a:ext cx="2642591" cy="1835152"/>
            </a:xfrm>
            <a:prstGeom prst="straightConnector1">
              <a:avLst/>
            </a:prstGeom>
            <a:noFill/>
            <a:ln cap="flat" cmpd="sng" w="76200">
              <a:solidFill>
                <a:srgbClr val="004731"/>
              </a:solidFill>
              <a:prstDash val="solid"/>
              <a:round/>
              <a:headEnd len="sm" w="sm" type="none"/>
              <a:tailEnd len="sm" w="sm" type="none"/>
            </a:ln>
          </p:spPr>
        </p:cxnSp>
        <p:cxnSp>
          <p:nvCxnSpPr>
            <p:cNvPr id="2575" name="Google Shape;2575;p125"/>
            <p:cNvCxnSpPr/>
            <p:nvPr/>
          </p:nvCxnSpPr>
          <p:spPr>
            <a:xfrm flipH="1" rot="10800000">
              <a:off x="5285181" y="1374776"/>
              <a:ext cx="1839015" cy="1031875"/>
            </a:xfrm>
            <a:prstGeom prst="straightConnector1">
              <a:avLst/>
            </a:prstGeom>
            <a:noFill/>
            <a:ln cap="flat" cmpd="sng" w="76200">
              <a:solidFill>
                <a:srgbClr val="004731"/>
              </a:solidFill>
              <a:prstDash val="solid"/>
              <a:round/>
              <a:headEnd len="sm" w="sm" type="none"/>
              <a:tailEnd len="sm" w="sm" type="none"/>
            </a:ln>
          </p:spPr>
        </p:cxnSp>
        <p:cxnSp>
          <p:nvCxnSpPr>
            <p:cNvPr id="2576" name="Google Shape;2576;p125"/>
            <p:cNvCxnSpPr/>
            <p:nvPr/>
          </p:nvCxnSpPr>
          <p:spPr>
            <a:xfrm rot="10800000">
              <a:off x="3214306" y="4356100"/>
              <a:ext cx="2185219" cy="111125"/>
            </a:xfrm>
            <a:prstGeom prst="straightConnector1">
              <a:avLst/>
            </a:prstGeom>
            <a:noFill/>
            <a:ln cap="flat" cmpd="sng" w="76200">
              <a:solidFill>
                <a:srgbClr val="004731"/>
              </a:solidFill>
              <a:prstDash val="solid"/>
              <a:round/>
              <a:headEnd len="sm" w="sm" type="none"/>
              <a:tailEnd len="sm" w="sm" type="none"/>
            </a:ln>
          </p:spPr>
        </p:cxnSp>
        <p:pic>
          <p:nvPicPr>
            <p:cNvPr descr="image159.png" id="2577" name="Google Shape;2577;p125"/>
            <p:cNvPicPr preferRelativeResize="0"/>
            <p:nvPr/>
          </p:nvPicPr>
          <p:blipFill rotWithShape="1">
            <a:blip r:embed="rId3">
              <a:alphaModFix/>
            </a:blip>
            <a:srcRect b="0" l="0" r="0" t="0"/>
            <a:stretch/>
          </p:blipFill>
          <p:spPr>
            <a:xfrm>
              <a:off x="1953357" y="6305550"/>
              <a:ext cx="1492810" cy="1117600"/>
            </a:xfrm>
            <a:prstGeom prst="rect">
              <a:avLst/>
            </a:prstGeom>
            <a:noFill/>
            <a:ln>
              <a:noFill/>
            </a:ln>
          </p:spPr>
        </p:pic>
        <p:pic>
          <p:nvPicPr>
            <p:cNvPr descr="image160.png" id="2578" name="Google Shape;2578;p125"/>
            <p:cNvPicPr preferRelativeResize="0"/>
            <p:nvPr/>
          </p:nvPicPr>
          <p:blipFill rotWithShape="1">
            <a:blip r:embed="rId4">
              <a:alphaModFix/>
            </a:blip>
            <a:srcRect b="0" l="0" r="0" t="0"/>
            <a:stretch/>
          </p:blipFill>
          <p:spPr>
            <a:xfrm>
              <a:off x="6781166" y="803275"/>
              <a:ext cx="1489635" cy="1117600"/>
            </a:xfrm>
            <a:prstGeom prst="rect">
              <a:avLst/>
            </a:prstGeom>
            <a:noFill/>
            <a:ln>
              <a:noFill/>
            </a:ln>
          </p:spPr>
        </p:pic>
        <p:pic>
          <p:nvPicPr>
            <p:cNvPr descr="image161.png" id="2579" name="Google Shape;2579;p125"/>
            <p:cNvPicPr preferRelativeResize="0"/>
            <p:nvPr/>
          </p:nvPicPr>
          <p:blipFill rotWithShape="1">
            <a:blip r:embed="rId5">
              <a:alphaModFix/>
            </a:blip>
            <a:srcRect b="0" l="0" r="0" t="0"/>
            <a:stretch/>
          </p:blipFill>
          <p:spPr>
            <a:xfrm>
              <a:off x="-1" y="5505450"/>
              <a:ext cx="1489635" cy="1117600"/>
            </a:xfrm>
            <a:prstGeom prst="rect">
              <a:avLst/>
            </a:prstGeom>
            <a:noFill/>
            <a:ln>
              <a:noFill/>
            </a:ln>
          </p:spPr>
        </p:pic>
        <p:pic>
          <p:nvPicPr>
            <p:cNvPr descr="image162.png" id="2580" name="Google Shape;2580;p125"/>
            <p:cNvPicPr preferRelativeResize="0"/>
            <p:nvPr/>
          </p:nvPicPr>
          <p:blipFill rotWithShape="1">
            <a:blip r:embed="rId6">
              <a:alphaModFix/>
            </a:blip>
            <a:srcRect b="0" l="0" r="0" t="0"/>
            <a:stretch/>
          </p:blipFill>
          <p:spPr>
            <a:xfrm>
              <a:off x="1835838" y="0"/>
              <a:ext cx="1492810" cy="1114425"/>
            </a:xfrm>
            <a:prstGeom prst="rect">
              <a:avLst/>
            </a:prstGeom>
            <a:noFill/>
            <a:ln>
              <a:noFill/>
            </a:ln>
          </p:spPr>
        </p:pic>
        <p:pic>
          <p:nvPicPr>
            <p:cNvPr descr="image163.png" id="2581" name="Google Shape;2581;p125"/>
            <p:cNvPicPr preferRelativeResize="0"/>
            <p:nvPr/>
          </p:nvPicPr>
          <p:blipFill rotWithShape="1">
            <a:blip r:embed="rId7">
              <a:alphaModFix/>
            </a:blip>
            <a:srcRect b="0" l="0" r="0" t="0"/>
            <a:stretch/>
          </p:blipFill>
          <p:spPr>
            <a:xfrm>
              <a:off x="225509" y="1603375"/>
              <a:ext cx="1495987" cy="1117600"/>
            </a:xfrm>
            <a:prstGeom prst="rect">
              <a:avLst/>
            </a:prstGeom>
            <a:noFill/>
            <a:ln>
              <a:noFill/>
            </a:ln>
          </p:spPr>
        </p:pic>
        <p:pic>
          <p:nvPicPr>
            <p:cNvPr descr="image164.png" id="2582" name="Google Shape;2582;p125"/>
            <p:cNvPicPr preferRelativeResize="0"/>
            <p:nvPr/>
          </p:nvPicPr>
          <p:blipFill rotWithShape="1">
            <a:blip r:embed="rId8">
              <a:alphaModFix/>
            </a:blip>
            <a:srcRect b="0" l="0" r="0" t="0"/>
            <a:stretch/>
          </p:blipFill>
          <p:spPr>
            <a:xfrm>
              <a:off x="3903538" y="5962650"/>
              <a:ext cx="1495987" cy="1117600"/>
            </a:xfrm>
            <a:prstGeom prst="rect">
              <a:avLst/>
            </a:prstGeom>
            <a:noFill/>
            <a:ln>
              <a:noFill/>
            </a:ln>
          </p:spPr>
        </p:pic>
        <p:pic>
          <p:nvPicPr>
            <p:cNvPr descr="image165.png" id="2583" name="Google Shape;2583;p125"/>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6.png" id="2584" name="Google Shape;2584;p125"/>
            <p:cNvPicPr preferRelativeResize="0"/>
            <p:nvPr/>
          </p:nvPicPr>
          <p:blipFill rotWithShape="1">
            <a:blip r:embed="rId10">
              <a:alphaModFix/>
            </a:blip>
            <a:srcRect b="0" l="0" r="0" t="0"/>
            <a:stretch/>
          </p:blipFill>
          <p:spPr>
            <a:xfrm>
              <a:off x="5974414" y="5845175"/>
              <a:ext cx="1003678" cy="1495425"/>
            </a:xfrm>
            <a:prstGeom prst="rect">
              <a:avLst/>
            </a:prstGeom>
            <a:noFill/>
            <a:ln>
              <a:noFill/>
            </a:ln>
          </p:spPr>
        </p:pic>
        <p:pic>
          <p:nvPicPr>
            <p:cNvPr descr="image167.png" id="2585" name="Google Shape;2585;p125"/>
            <p:cNvPicPr preferRelativeResize="0"/>
            <p:nvPr/>
          </p:nvPicPr>
          <p:blipFill rotWithShape="1">
            <a:blip r:embed="rId11">
              <a:alphaModFix/>
            </a:blip>
            <a:srcRect b="0" l="0" r="0" t="0"/>
            <a:stretch/>
          </p:blipFill>
          <p:spPr>
            <a:xfrm>
              <a:off x="2410728" y="3895725"/>
              <a:ext cx="1492811" cy="1117600"/>
            </a:xfrm>
            <a:prstGeom prst="rect">
              <a:avLst/>
            </a:prstGeom>
            <a:noFill/>
            <a:ln>
              <a:noFill/>
            </a:ln>
          </p:spPr>
        </p:pic>
        <p:pic>
          <p:nvPicPr>
            <p:cNvPr descr="image168.png" id="2586" name="Google Shape;2586;p125"/>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69.png" id="2587" name="Google Shape;2587;p125"/>
            <p:cNvPicPr preferRelativeResize="0"/>
            <p:nvPr/>
          </p:nvPicPr>
          <p:blipFill rotWithShape="1">
            <a:blip r:embed="rId13">
              <a:alphaModFix/>
            </a:blip>
            <a:srcRect b="0" l="0" r="0" t="0"/>
            <a:stretch/>
          </p:blipFill>
          <p:spPr>
            <a:xfrm>
              <a:off x="571714" y="3321050"/>
              <a:ext cx="997325" cy="1495425"/>
            </a:xfrm>
            <a:prstGeom prst="rect">
              <a:avLst/>
            </a:prstGeom>
            <a:noFill/>
            <a:ln>
              <a:noFill/>
            </a:ln>
          </p:spPr>
        </p:pic>
        <p:pic>
          <p:nvPicPr>
            <p:cNvPr descr="image170.png" id="2588" name="Google Shape;2588;p125"/>
            <p:cNvPicPr preferRelativeResize="0"/>
            <p:nvPr/>
          </p:nvPicPr>
          <p:blipFill rotWithShape="1">
            <a:blip r:embed="rId14">
              <a:alphaModFix/>
            </a:blip>
            <a:srcRect b="0" l="0" r="0" t="0"/>
            <a:stretch/>
          </p:blipFill>
          <p:spPr>
            <a:xfrm>
              <a:off x="7467224" y="5845175"/>
              <a:ext cx="1000501" cy="1495425"/>
            </a:xfrm>
            <a:prstGeom prst="rect">
              <a:avLst/>
            </a:prstGeom>
            <a:noFill/>
            <a:ln>
              <a:noFill/>
            </a:ln>
          </p:spPr>
        </p:pic>
        <p:pic>
          <p:nvPicPr>
            <p:cNvPr descr="image171.png" id="2589" name="Google Shape;2589;p125"/>
            <p:cNvPicPr preferRelativeResize="0"/>
            <p:nvPr/>
          </p:nvPicPr>
          <p:blipFill rotWithShape="1">
            <a:blip r:embed="rId15">
              <a:alphaModFix/>
            </a:blip>
            <a:srcRect b="0" l="0" r="0" t="0"/>
            <a:stretch/>
          </p:blipFill>
          <p:spPr>
            <a:xfrm>
              <a:off x="4592771" y="571500"/>
              <a:ext cx="1495987" cy="996950"/>
            </a:xfrm>
            <a:prstGeom prst="rect">
              <a:avLst/>
            </a:prstGeom>
            <a:noFill/>
            <a:ln>
              <a:noFill/>
            </a:ln>
          </p:spPr>
        </p:pic>
        <p:pic>
          <p:nvPicPr>
            <p:cNvPr descr="image172.png" id="2590" name="Google Shape;2590;p125"/>
            <p:cNvPicPr preferRelativeResize="0"/>
            <p:nvPr/>
          </p:nvPicPr>
          <p:blipFill rotWithShape="1">
            <a:blip r:embed="rId16">
              <a:alphaModFix/>
            </a:blip>
            <a:srcRect b="0" l="0" r="0" t="0"/>
            <a:stretch/>
          </p:blipFill>
          <p:spPr>
            <a:xfrm>
              <a:off x="4824633" y="3784600"/>
              <a:ext cx="1121196" cy="1489075"/>
            </a:xfrm>
            <a:prstGeom prst="rect">
              <a:avLst/>
            </a:prstGeom>
            <a:noFill/>
            <a:ln>
              <a:noFill/>
            </a:ln>
          </p:spPr>
        </p:pic>
        <p:pic>
          <p:nvPicPr>
            <p:cNvPr descr="image173.png" id="2591" name="Google Shape;2591;p125"/>
            <p:cNvPicPr preferRelativeResize="0"/>
            <p:nvPr/>
          </p:nvPicPr>
          <p:blipFill rotWithShape="1">
            <a:blip r:embed="rId17">
              <a:alphaModFix/>
            </a:blip>
            <a:srcRect b="0" l="0" r="0" t="0"/>
            <a:stretch/>
          </p:blipFill>
          <p:spPr>
            <a:xfrm>
              <a:off x="6663648" y="4010025"/>
              <a:ext cx="1492810" cy="1117600"/>
            </a:xfrm>
            <a:prstGeom prst="rect">
              <a:avLst/>
            </a:prstGeom>
            <a:noFill/>
            <a:ln>
              <a:noFill/>
            </a:ln>
          </p:spPr>
        </p:pic>
        <p:pic>
          <p:nvPicPr>
            <p:cNvPr descr="image174.png" id="2592" name="Google Shape;2592;p125"/>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pic>
          <p:nvPicPr>
            <p:cNvPr descr="image165.png" id="2593" name="Google Shape;2593;p125"/>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8.png" id="2594" name="Google Shape;2594;p125"/>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74.png" id="2595" name="Google Shape;2595;p125"/>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sp>
          <p:nvSpPr>
            <p:cNvPr id="2596" name="Google Shape;2596;p125"/>
            <p:cNvSpPr/>
            <p:nvPr/>
          </p:nvSpPr>
          <p:spPr>
            <a:xfrm flipH="1">
              <a:off x="2178867" y="4572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97" name="Google Shape;2597;p125"/>
            <p:cNvSpPr/>
            <p:nvPr/>
          </p:nvSpPr>
          <p:spPr>
            <a:xfrm flipH="1">
              <a:off x="2617181" y="6858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98" name="Google Shape;2598;p125"/>
            <p:cNvSpPr/>
            <p:nvPr/>
          </p:nvSpPr>
          <p:spPr>
            <a:xfrm flipH="1">
              <a:off x="3077728" y="2286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599" name="Google Shape;2599;p125"/>
            <p:cNvSpPr/>
            <p:nvPr/>
          </p:nvSpPr>
          <p:spPr>
            <a:xfrm flipH="1">
              <a:off x="2753757" y="18097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0" name="Google Shape;2600;p125"/>
            <p:cNvSpPr/>
            <p:nvPr/>
          </p:nvSpPr>
          <p:spPr>
            <a:xfrm flipH="1">
              <a:off x="3214305"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1" name="Google Shape;2601;p125"/>
            <p:cNvSpPr/>
            <p:nvPr/>
          </p:nvSpPr>
          <p:spPr>
            <a:xfrm flipH="1">
              <a:off x="1953357"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2" name="Google Shape;2602;p125"/>
            <p:cNvSpPr/>
            <p:nvPr/>
          </p:nvSpPr>
          <p:spPr>
            <a:xfrm flipH="1">
              <a:off x="4824633"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3" name="Google Shape;2603;p125"/>
            <p:cNvSpPr/>
            <p:nvPr/>
          </p:nvSpPr>
          <p:spPr>
            <a:xfrm flipH="1">
              <a:off x="2753757" y="25209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4" name="Google Shape;2604;p125"/>
            <p:cNvSpPr/>
            <p:nvPr/>
          </p:nvSpPr>
          <p:spPr>
            <a:xfrm flipH="1">
              <a:off x="5856895" y="9144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5" name="Google Shape;2605;p125"/>
            <p:cNvSpPr/>
            <p:nvPr/>
          </p:nvSpPr>
          <p:spPr>
            <a:xfrm flipH="1">
              <a:off x="5167662" y="1374775"/>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6" name="Google Shape;2606;p125"/>
            <p:cNvSpPr/>
            <p:nvPr/>
          </p:nvSpPr>
          <p:spPr>
            <a:xfrm flipH="1">
              <a:off x="4710291"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7" name="Google Shape;2607;p125"/>
            <p:cNvSpPr/>
            <p:nvPr/>
          </p:nvSpPr>
          <p:spPr>
            <a:xfrm flipH="1">
              <a:off x="5856895" y="27495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8" name="Google Shape;2608;p125"/>
            <p:cNvSpPr/>
            <p:nvPr/>
          </p:nvSpPr>
          <p:spPr>
            <a:xfrm flipH="1">
              <a:off x="5167662" y="4241800"/>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09" name="Google Shape;2609;p125"/>
            <p:cNvSpPr/>
            <p:nvPr/>
          </p:nvSpPr>
          <p:spPr>
            <a:xfrm flipH="1">
              <a:off x="5628210"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0" name="Google Shape;2610;p125"/>
            <p:cNvSpPr/>
            <p:nvPr/>
          </p:nvSpPr>
          <p:spPr>
            <a:xfrm flipH="1">
              <a:off x="3674852" y="401002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1" name="Google Shape;2611;p125"/>
            <p:cNvSpPr/>
            <p:nvPr/>
          </p:nvSpPr>
          <p:spPr>
            <a:xfrm flipH="1">
              <a:off x="4942152" y="49307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2" name="Google Shape;2612;p125"/>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3" name="Google Shape;2613;p125"/>
            <p:cNvSpPr/>
            <p:nvPr/>
          </p:nvSpPr>
          <p:spPr>
            <a:xfrm flipH="1">
              <a:off x="1032262" y="355282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4" name="Google Shape;2614;p125"/>
            <p:cNvSpPr/>
            <p:nvPr/>
          </p:nvSpPr>
          <p:spPr>
            <a:xfrm flipH="1">
              <a:off x="800400" y="41275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5" name="Google Shape;2615;p125"/>
            <p:cNvSpPr/>
            <p:nvPr/>
          </p:nvSpPr>
          <p:spPr>
            <a:xfrm flipH="1">
              <a:off x="571714" y="194945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6" name="Google Shape;2616;p125"/>
            <p:cNvSpPr/>
            <p:nvPr/>
          </p:nvSpPr>
          <p:spPr>
            <a:xfrm flipH="1">
              <a:off x="1264124" y="2060575"/>
              <a:ext cx="136576"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7" name="Google Shape;2617;p125"/>
            <p:cNvSpPr/>
            <p:nvPr/>
          </p:nvSpPr>
          <p:spPr>
            <a:xfrm flipH="1">
              <a:off x="1264124" y="5962650"/>
              <a:ext cx="136576"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8" name="Google Shape;2618;p125"/>
            <p:cNvSpPr/>
            <p:nvPr/>
          </p:nvSpPr>
          <p:spPr>
            <a:xfrm flipH="1">
              <a:off x="1032262" y="63055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19" name="Google Shape;2619;p125"/>
            <p:cNvSpPr/>
            <p:nvPr/>
          </p:nvSpPr>
          <p:spPr>
            <a:xfrm flipH="1">
              <a:off x="7813429"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0" name="Google Shape;2620;p125"/>
            <p:cNvSpPr/>
            <p:nvPr/>
          </p:nvSpPr>
          <p:spPr>
            <a:xfrm flipH="1">
              <a:off x="2753757"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1" name="Google Shape;2621;p125"/>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2" name="Google Shape;2622;p125"/>
            <p:cNvSpPr/>
            <p:nvPr/>
          </p:nvSpPr>
          <p:spPr>
            <a:xfrm flipH="1">
              <a:off x="2178867" y="68770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3" name="Google Shape;2623;p125"/>
            <p:cNvSpPr/>
            <p:nvPr/>
          </p:nvSpPr>
          <p:spPr>
            <a:xfrm flipH="1">
              <a:off x="2639414"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4" name="Google Shape;2624;p125"/>
            <p:cNvSpPr/>
            <p:nvPr/>
          </p:nvSpPr>
          <p:spPr>
            <a:xfrm flipH="1">
              <a:off x="2528247" y="68770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5" name="Google Shape;2625;p125"/>
            <p:cNvSpPr/>
            <p:nvPr/>
          </p:nvSpPr>
          <p:spPr>
            <a:xfrm flipH="1">
              <a:off x="3103138" y="4816475"/>
              <a:ext cx="136577"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6" name="Google Shape;2626;p125"/>
            <p:cNvSpPr/>
            <p:nvPr/>
          </p:nvSpPr>
          <p:spPr>
            <a:xfrm flipH="1">
              <a:off x="4249743"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7" name="Google Shape;2627;p125"/>
            <p:cNvSpPr/>
            <p:nvPr/>
          </p:nvSpPr>
          <p:spPr>
            <a:xfrm flipH="1">
              <a:off x="8270801"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8" name="Google Shape;2628;p125"/>
            <p:cNvSpPr/>
            <p:nvPr/>
          </p:nvSpPr>
          <p:spPr>
            <a:xfrm flipH="1">
              <a:off x="6206276" y="6305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29" name="Google Shape;2629;p125"/>
            <p:cNvSpPr/>
            <p:nvPr/>
          </p:nvSpPr>
          <p:spPr>
            <a:xfrm flipH="1">
              <a:off x="7581567" y="4584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0" name="Google Shape;2630;p125"/>
            <p:cNvSpPr/>
            <p:nvPr/>
          </p:nvSpPr>
          <p:spPr>
            <a:xfrm flipH="1">
              <a:off x="6549305" y="68770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1" name="Google Shape;2631;p125"/>
            <p:cNvSpPr/>
            <p:nvPr/>
          </p:nvSpPr>
          <p:spPr>
            <a:xfrm flipH="1">
              <a:off x="7006676"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2" name="Google Shape;2632;p125"/>
            <p:cNvSpPr/>
            <p:nvPr/>
          </p:nvSpPr>
          <p:spPr>
            <a:xfrm flipH="1">
              <a:off x="6892334" y="1028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3" name="Google Shape;2633;p125"/>
            <p:cNvSpPr/>
            <p:nvPr/>
          </p:nvSpPr>
          <p:spPr>
            <a:xfrm flipH="1">
              <a:off x="7581567" y="16033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4" name="Google Shape;2634;p125"/>
            <p:cNvSpPr/>
            <p:nvPr/>
          </p:nvSpPr>
          <p:spPr>
            <a:xfrm flipH="1">
              <a:off x="7927771" y="2749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5" name="Google Shape;2635;p125"/>
            <p:cNvSpPr/>
            <p:nvPr/>
          </p:nvSpPr>
          <p:spPr>
            <a:xfrm flipH="1">
              <a:off x="7927771" y="24066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6" name="Google Shape;2636;p125"/>
            <p:cNvSpPr/>
            <p:nvPr/>
          </p:nvSpPr>
          <p:spPr>
            <a:xfrm flipH="1">
              <a:off x="114342" y="56165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7" name="Google Shape;2637;p125"/>
            <p:cNvSpPr/>
            <p:nvPr/>
          </p:nvSpPr>
          <p:spPr>
            <a:xfrm flipH="1">
              <a:off x="2528247" y="3397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8" name="Google Shape;2638;p125"/>
            <p:cNvSpPr/>
            <p:nvPr/>
          </p:nvSpPr>
          <p:spPr>
            <a:xfrm flipH="1">
              <a:off x="2985619" y="571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39" name="Google Shape;2639;p125"/>
            <p:cNvSpPr/>
            <p:nvPr/>
          </p:nvSpPr>
          <p:spPr>
            <a:xfrm flipH="1">
              <a:off x="4942152"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0" name="Google Shape;2640;p125"/>
            <p:cNvSpPr/>
            <p:nvPr/>
          </p:nvSpPr>
          <p:spPr>
            <a:xfrm flipH="1">
              <a:off x="5513867"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1" name="Google Shape;2641;p125"/>
            <p:cNvSpPr/>
            <p:nvPr/>
          </p:nvSpPr>
          <p:spPr>
            <a:xfrm flipH="1">
              <a:off x="5628210" y="685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2" name="Google Shape;2642;p125"/>
            <p:cNvSpPr/>
            <p:nvPr/>
          </p:nvSpPr>
          <p:spPr>
            <a:xfrm flipH="1">
              <a:off x="7813429"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3" name="Google Shape;2643;p125"/>
            <p:cNvSpPr/>
            <p:nvPr/>
          </p:nvSpPr>
          <p:spPr>
            <a:xfrm flipH="1">
              <a:off x="7352881"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4" name="Google Shape;2644;p125"/>
            <p:cNvSpPr/>
            <p:nvPr/>
          </p:nvSpPr>
          <p:spPr>
            <a:xfrm flipH="1">
              <a:off x="7006676" y="137477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5" name="Google Shape;2645;p125"/>
            <p:cNvSpPr/>
            <p:nvPr/>
          </p:nvSpPr>
          <p:spPr>
            <a:xfrm flipH="1">
              <a:off x="571714" y="22923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6" name="Google Shape;2646;p125"/>
            <p:cNvSpPr/>
            <p:nvPr/>
          </p:nvSpPr>
          <p:spPr>
            <a:xfrm flipH="1">
              <a:off x="1378466" y="17176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7" name="Google Shape;2647;p125"/>
            <p:cNvSpPr/>
            <p:nvPr/>
          </p:nvSpPr>
          <p:spPr>
            <a:xfrm flipH="1">
              <a:off x="5053319" y="21748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8" name="Google Shape;2648;p125"/>
            <p:cNvSpPr/>
            <p:nvPr/>
          </p:nvSpPr>
          <p:spPr>
            <a:xfrm flipH="1">
              <a:off x="4824633" y="2863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49" name="Google Shape;2649;p125"/>
            <p:cNvSpPr/>
            <p:nvPr/>
          </p:nvSpPr>
          <p:spPr>
            <a:xfrm flipH="1">
              <a:off x="5513867" y="2520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0" name="Google Shape;2650;p125"/>
            <p:cNvSpPr/>
            <p:nvPr/>
          </p:nvSpPr>
          <p:spPr>
            <a:xfrm flipH="1">
              <a:off x="3214305" y="252095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1" name="Google Shape;2651;p125"/>
            <p:cNvSpPr/>
            <p:nvPr/>
          </p:nvSpPr>
          <p:spPr>
            <a:xfrm flipH="1">
              <a:off x="3328647" y="17176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2" name="Google Shape;2652;p125"/>
            <p:cNvSpPr/>
            <p:nvPr/>
          </p:nvSpPr>
          <p:spPr>
            <a:xfrm flipH="1">
              <a:off x="2753757" y="412750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3" name="Google Shape;2653;p125"/>
            <p:cNvSpPr/>
            <p:nvPr/>
          </p:nvSpPr>
          <p:spPr>
            <a:xfrm flipH="1">
              <a:off x="5513867" y="4816475"/>
              <a:ext cx="136577" cy="133352"/>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4" name="Google Shape;2654;p125"/>
            <p:cNvSpPr/>
            <p:nvPr/>
          </p:nvSpPr>
          <p:spPr>
            <a:xfrm flipH="1">
              <a:off x="5628210" y="401002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5" name="Google Shape;2655;p125"/>
            <p:cNvSpPr/>
            <p:nvPr/>
          </p:nvSpPr>
          <p:spPr>
            <a:xfrm flipH="1">
              <a:off x="7238538"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6" name="Google Shape;2656;p125"/>
            <p:cNvSpPr/>
            <p:nvPr/>
          </p:nvSpPr>
          <p:spPr>
            <a:xfrm flipH="1">
              <a:off x="7352881" y="4127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7" name="Google Shape;2657;p125"/>
            <p:cNvSpPr/>
            <p:nvPr/>
          </p:nvSpPr>
          <p:spPr>
            <a:xfrm flipH="1">
              <a:off x="6781167"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8" name="Google Shape;2658;p125"/>
            <p:cNvSpPr/>
            <p:nvPr/>
          </p:nvSpPr>
          <p:spPr>
            <a:xfrm flipH="1">
              <a:off x="7927771" y="65341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59" name="Google Shape;2659;p125"/>
            <p:cNvSpPr/>
            <p:nvPr/>
          </p:nvSpPr>
          <p:spPr>
            <a:xfrm flipH="1">
              <a:off x="7581567"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0" name="Google Shape;2660;p125"/>
            <p:cNvSpPr/>
            <p:nvPr/>
          </p:nvSpPr>
          <p:spPr>
            <a:xfrm flipH="1">
              <a:off x="6549305" y="64198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1" name="Google Shape;2661;p125"/>
            <p:cNvSpPr/>
            <p:nvPr/>
          </p:nvSpPr>
          <p:spPr>
            <a:xfrm flipH="1">
              <a:off x="6663648" y="6076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2" name="Google Shape;2662;p125"/>
            <p:cNvSpPr/>
            <p:nvPr/>
          </p:nvSpPr>
          <p:spPr>
            <a:xfrm flipH="1">
              <a:off x="4824633" y="6419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3" name="Google Shape;2663;p125"/>
            <p:cNvSpPr/>
            <p:nvPr/>
          </p:nvSpPr>
          <p:spPr>
            <a:xfrm flipH="1">
              <a:off x="4017881" y="6534150"/>
              <a:ext cx="142929"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4" name="Google Shape;2664;p125"/>
            <p:cNvSpPr/>
            <p:nvPr/>
          </p:nvSpPr>
          <p:spPr>
            <a:xfrm flipH="1">
              <a:off x="5167662"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5" name="Google Shape;2665;p125"/>
            <p:cNvSpPr/>
            <p:nvPr/>
          </p:nvSpPr>
          <p:spPr>
            <a:xfrm flipH="1">
              <a:off x="3103138" y="6991350"/>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6" name="Google Shape;2666;p125"/>
            <p:cNvSpPr/>
            <p:nvPr/>
          </p:nvSpPr>
          <p:spPr>
            <a:xfrm flipH="1">
              <a:off x="2178867" y="641985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7" name="Google Shape;2667;p125"/>
            <p:cNvSpPr/>
            <p:nvPr/>
          </p:nvSpPr>
          <p:spPr>
            <a:xfrm flipH="1">
              <a:off x="2410728" y="71088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8" name="Google Shape;2668;p125"/>
            <p:cNvSpPr/>
            <p:nvPr/>
          </p:nvSpPr>
          <p:spPr>
            <a:xfrm flipH="1">
              <a:off x="114342" y="63055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69" name="Google Shape;2669;p125"/>
            <p:cNvSpPr/>
            <p:nvPr/>
          </p:nvSpPr>
          <p:spPr>
            <a:xfrm flipH="1">
              <a:off x="571714" y="57308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0" name="Google Shape;2670;p125"/>
            <p:cNvSpPr/>
            <p:nvPr/>
          </p:nvSpPr>
          <p:spPr>
            <a:xfrm flipH="1">
              <a:off x="1146605" y="4241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1" name="Google Shape;2671;p125"/>
            <p:cNvSpPr/>
            <p:nvPr/>
          </p:nvSpPr>
          <p:spPr>
            <a:xfrm flipH="1">
              <a:off x="1264124" y="3895725"/>
              <a:ext cx="136576"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2" name="Google Shape;2672;p125"/>
            <p:cNvSpPr/>
            <p:nvPr/>
          </p:nvSpPr>
          <p:spPr>
            <a:xfrm flipH="1">
              <a:off x="689233" y="4467225"/>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3" name="Google Shape;2673;p125"/>
            <p:cNvSpPr/>
            <p:nvPr/>
          </p:nvSpPr>
          <p:spPr>
            <a:xfrm flipH="1">
              <a:off x="1953357" y="2286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4" name="Google Shape;2674;p125"/>
            <p:cNvSpPr/>
            <p:nvPr/>
          </p:nvSpPr>
          <p:spPr>
            <a:xfrm flipH="1">
              <a:off x="2296386" y="803275"/>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5" name="Google Shape;2675;p125"/>
            <p:cNvSpPr/>
            <p:nvPr/>
          </p:nvSpPr>
          <p:spPr>
            <a:xfrm flipH="1">
              <a:off x="5513867" y="126047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6" name="Google Shape;2676;p125"/>
            <p:cNvSpPr/>
            <p:nvPr/>
          </p:nvSpPr>
          <p:spPr>
            <a:xfrm flipH="1">
              <a:off x="5167662" y="6858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7" name="Google Shape;2677;p125"/>
            <p:cNvSpPr/>
            <p:nvPr/>
          </p:nvSpPr>
          <p:spPr>
            <a:xfrm flipH="1">
              <a:off x="7352881" y="11461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8" name="Google Shape;2678;p125"/>
            <p:cNvSpPr/>
            <p:nvPr/>
          </p:nvSpPr>
          <p:spPr>
            <a:xfrm flipH="1">
              <a:off x="8045291" y="17176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79" name="Google Shape;2679;p125"/>
            <p:cNvSpPr/>
            <p:nvPr/>
          </p:nvSpPr>
          <p:spPr>
            <a:xfrm flipH="1">
              <a:off x="6781167" y="6991350"/>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0" name="Google Shape;2680;p125"/>
            <p:cNvSpPr/>
            <p:nvPr/>
          </p:nvSpPr>
          <p:spPr>
            <a:xfrm flipH="1">
              <a:off x="6206276" y="68770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1" name="Google Shape;2681;p125"/>
            <p:cNvSpPr/>
            <p:nvPr/>
          </p:nvSpPr>
          <p:spPr>
            <a:xfrm flipH="1">
              <a:off x="6088757"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2" name="Google Shape;2682;p125"/>
            <p:cNvSpPr/>
            <p:nvPr/>
          </p:nvSpPr>
          <p:spPr>
            <a:xfrm flipH="1">
              <a:off x="4592772" y="6076950"/>
              <a:ext cx="142929"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3" name="Google Shape;2683;p125"/>
            <p:cNvSpPr/>
            <p:nvPr/>
          </p:nvSpPr>
          <p:spPr>
            <a:xfrm flipH="1">
              <a:off x="5053319" y="61880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4" name="Google Shape;2684;p125"/>
            <p:cNvSpPr/>
            <p:nvPr/>
          </p:nvSpPr>
          <p:spPr>
            <a:xfrm flipH="1">
              <a:off x="4367262" y="65341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5" name="Google Shape;2685;p125"/>
            <p:cNvSpPr/>
            <p:nvPr/>
          </p:nvSpPr>
          <p:spPr>
            <a:xfrm flipH="1">
              <a:off x="3103138" y="6651625"/>
              <a:ext cx="136577" cy="133352"/>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6" name="Google Shape;2686;p125"/>
            <p:cNvSpPr/>
            <p:nvPr/>
          </p:nvSpPr>
          <p:spPr>
            <a:xfrm flipH="1">
              <a:off x="2753757" y="710882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7" name="Google Shape;2687;p125"/>
            <p:cNvSpPr/>
            <p:nvPr/>
          </p:nvSpPr>
          <p:spPr>
            <a:xfrm flipH="1">
              <a:off x="571714" y="63055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8" name="Google Shape;2688;p125"/>
            <p:cNvSpPr/>
            <p:nvPr/>
          </p:nvSpPr>
          <p:spPr>
            <a:xfrm flipH="1">
              <a:off x="914743" y="573087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89" name="Google Shape;2689;p125"/>
            <p:cNvSpPr/>
            <p:nvPr/>
          </p:nvSpPr>
          <p:spPr>
            <a:xfrm flipH="1">
              <a:off x="114342"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0" name="Google Shape;2690;p125"/>
            <p:cNvSpPr/>
            <p:nvPr/>
          </p:nvSpPr>
          <p:spPr>
            <a:xfrm flipH="1">
              <a:off x="1032262" y="45847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1" name="Google Shape;2691;p125"/>
            <p:cNvSpPr/>
            <p:nvPr/>
          </p:nvSpPr>
          <p:spPr>
            <a:xfrm flipH="1">
              <a:off x="1378466" y="4467225"/>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2" name="Google Shape;2692;p125"/>
            <p:cNvSpPr/>
            <p:nvPr/>
          </p:nvSpPr>
          <p:spPr>
            <a:xfrm flipH="1">
              <a:off x="3103138" y="40100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3" name="Google Shape;2693;p125"/>
            <p:cNvSpPr/>
            <p:nvPr/>
          </p:nvSpPr>
          <p:spPr>
            <a:xfrm flipH="1">
              <a:off x="3560510" y="43561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4" name="Google Shape;2694;p125"/>
            <p:cNvSpPr/>
            <p:nvPr/>
          </p:nvSpPr>
          <p:spPr>
            <a:xfrm flipH="1">
              <a:off x="3328647" y="286385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5" name="Google Shape;2695;p125"/>
            <p:cNvSpPr/>
            <p:nvPr/>
          </p:nvSpPr>
          <p:spPr>
            <a:xfrm flipH="1">
              <a:off x="2639414"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6" name="Google Shape;2696;p125"/>
            <p:cNvSpPr/>
            <p:nvPr/>
          </p:nvSpPr>
          <p:spPr>
            <a:xfrm flipH="1">
              <a:off x="4942152" y="263842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7" name="Google Shape;2697;p125"/>
            <p:cNvSpPr/>
            <p:nvPr/>
          </p:nvSpPr>
          <p:spPr>
            <a:xfrm flipH="1">
              <a:off x="5742552"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8" name="Google Shape;2698;p125"/>
            <p:cNvSpPr/>
            <p:nvPr/>
          </p:nvSpPr>
          <p:spPr>
            <a:xfrm flipH="1">
              <a:off x="7581567" y="27495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699" name="Google Shape;2699;p125"/>
            <p:cNvSpPr/>
            <p:nvPr/>
          </p:nvSpPr>
          <p:spPr>
            <a:xfrm flipH="1">
              <a:off x="7238538" y="24066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00" name="Google Shape;2700;p125"/>
            <p:cNvSpPr/>
            <p:nvPr/>
          </p:nvSpPr>
          <p:spPr>
            <a:xfrm flipH="1">
              <a:off x="8156457" y="309562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01" name="Google Shape;2701;p125"/>
            <p:cNvSpPr/>
            <p:nvPr/>
          </p:nvSpPr>
          <p:spPr>
            <a:xfrm flipH="1">
              <a:off x="5399524" y="412750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02" name="Google Shape;2702;p125"/>
            <p:cNvSpPr/>
            <p:nvPr/>
          </p:nvSpPr>
          <p:spPr>
            <a:xfrm flipH="1">
              <a:off x="4942152" y="38957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03" name="Google Shape;2703;p125"/>
            <p:cNvSpPr/>
            <p:nvPr/>
          </p:nvSpPr>
          <p:spPr>
            <a:xfrm flipH="1">
              <a:off x="5167662" y="50419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04" name="Google Shape;2704;p125"/>
            <p:cNvSpPr/>
            <p:nvPr/>
          </p:nvSpPr>
          <p:spPr>
            <a:xfrm flipH="1">
              <a:off x="7813429" y="43561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2705" name="Google Shape;2705;p125"/>
          <p:cNvSpPr txBox="1"/>
          <p:nvPr/>
        </p:nvSpPr>
        <p:spPr>
          <a:xfrm>
            <a:off x="4664075" y="2149475"/>
            <a:ext cx="15824201" cy="2079880"/>
          </a:xfrm>
          <a:prstGeom prst="rect">
            <a:avLst/>
          </a:prstGeom>
          <a:noFill/>
          <a:ln>
            <a:noFill/>
          </a:ln>
        </p:spPr>
        <p:txBody>
          <a:bodyPr anchorCtr="0" anchor="t" bIns="0" lIns="0" spcFirstLastPara="1" rIns="0" wrap="square" tIns="0">
            <a:spAutoFit/>
          </a:bodyPr>
          <a:lstStyle/>
          <a:p>
            <a:pPr indent="39687" lvl="0" marL="0" marR="0" rtl="0" algn="l">
              <a:lnSpc>
                <a:spcPct val="110000"/>
              </a:lnSpc>
              <a:spcBef>
                <a:spcPts val="0"/>
              </a:spcBef>
              <a:spcAft>
                <a:spcPts val="0"/>
              </a:spcAft>
              <a:buClr>
                <a:srgbClr val="004731"/>
              </a:buClr>
              <a:buSzPts val="4800"/>
              <a:buFont typeface="Arial"/>
              <a:buNone/>
            </a:pPr>
            <a:r>
              <a:rPr b="0" i="0" lang="en-US" sz="4800" u="none" cap="none" strike="noStrike">
                <a:solidFill>
                  <a:srgbClr val="004731"/>
                </a:solidFill>
                <a:latin typeface="Arial"/>
                <a:ea typeface="Arial"/>
                <a:cs typeface="Arial"/>
                <a:sym typeface="Arial"/>
              </a:rPr>
              <a:t>Refine matching using RANSAC [Fischler &amp; Bolles 1987] to estimate fundamental matrices between pairs</a:t>
            </a:r>
            <a:endParaRPr/>
          </a:p>
        </p:txBody>
      </p:sp>
      <p:grpSp>
        <p:nvGrpSpPr>
          <p:cNvPr id="2706" name="Google Shape;2706;p125"/>
          <p:cNvGrpSpPr/>
          <p:nvPr/>
        </p:nvGrpSpPr>
        <p:grpSpPr>
          <a:xfrm>
            <a:off x="7870825" y="5521326"/>
            <a:ext cx="8467727" cy="7423151"/>
            <a:chOff x="-1" y="0"/>
            <a:chExt cx="8467726" cy="7423150"/>
          </a:xfrm>
        </p:grpSpPr>
        <p:cxnSp>
          <p:nvCxnSpPr>
            <p:cNvPr id="2707" name="Google Shape;2707;p125"/>
            <p:cNvCxnSpPr/>
            <p:nvPr/>
          </p:nvCxnSpPr>
          <p:spPr>
            <a:xfrm flipH="1">
              <a:off x="7429111" y="2819400"/>
              <a:ext cx="98462" cy="1793875"/>
            </a:xfrm>
            <a:prstGeom prst="straightConnector1">
              <a:avLst/>
            </a:prstGeom>
            <a:noFill/>
            <a:ln cap="flat" cmpd="sng" w="76200">
              <a:solidFill>
                <a:srgbClr val="004731"/>
              </a:solidFill>
              <a:prstDash val="solid"/>
              <a:round/>
              <a:headEnd len="sm" w="sm" type="none"/>
              <a:tailEnd len="sm" w="sm" type="none"/>
            </a:ln>
          </p:spPr>
        </p:cxnSp>
        <p:cxnSp>
          <p:nvCxnSpPr>
            <p:cNvPr id="2708" name="Google Shape;2708;p125"/>
            <p:cNvCxnSpPr/>
            <p:nvPr/>
          </p:nvCxnSpPr>
          <p:spPr>
            <a:xfrm>
              <a:off x="7330648" y="4711699"/>
              <a:ext cx="495485" cy="1797052"/>
            </a:xfrm>
            <a:prstGeom prst="straightConnector1">
              <a:avLst/>
            </a:prstGeom>
            <a:noFill/>
            <a:ln cap="flat" cmpd="sng" w="76200">
              <a:solidFill>
                <a:srgbClr val="004731"/>
              </a:solidFill>
              <a:prstDash val="solid"/>
              <a:round/>
              <a:headEnd len="sm" w="sm" type="none"/>
              <a:tailEnd len="sm" w="sm" type="none"/>
            </a:ln>
          </p:spPr>
        </p:cxnSp>
        <p:cxnSp>
          <p:nvCxnSpPr>
            <p:cNvPr id="2709" name="Google Shape;2709;p125"/>
            <p:cNvCxnSpPr/>
            <p:nvPr/>
          </p:nvCxnSpPr>
          <p:spPr>
            <a:xfrm flipH="1" rot="10800000">
              <a:off x="3125371" y="2486024"/>
              <a:ext cx="2398025" cy="1930402"/>
            </a:xfrm>
            <a:prstGeom prst="straightConnector1">
              <a:avLst/>
            </a:prstGeom>
            <a:noFill/>
            <a:ln cap="flat" cmpd="sng" w="76200">
              <a:solidFill>
                <a:srgbClr val="004731"/>
              </a:solidFill>
              <a:prstDash val="solid"/>
              <a:round/>
              <a:headEnd len="sm" w="sm" type="none"/>
              <a:tailEnd len="sm" w="sm" type="none"/>
            </a:ln>
          </p:spPr>
        </p:cxnSp>
        <p:cxnSp>
          <p:nvCxnSpPr>
            <p:cNvPr id="2710" name="Google Shape;2710;p125"/>
            <p:cNvCxnSpPr/>
            <p:nvPr/>
          </p:nvCxnSpPr>
          <p:spPr>
            <a:xfrm>
              <a:off x="5526571" y="2517775"/>
              <a:ext cx="1997826" cy="165100"/>
            </a:xfrm>
            <a:prstGeom prst="straightConnector1">
              <a:avLst/>
            </a:prstGeom>
            <a:noFill/>
            <a:ln cap="flat" cmpd="sng" w="76200">
              <a:solidFill>
                <a:srgbClr val="004731"/>
              </a:solidFill>
              <a:prstDash val="solid"/>
              <a:round/>
              <a:headEnd len="sm" w="sm" type="none"/>
              <a:tailEnd len="sm" w="sm" type="none"/>
            </a:ln>
          </p:spPr>
        </p:cxnSp>
        <p:cxnSp>
          <p:nvCxnSpPr>
            <p:cNvPr id="2711" name="Google Shape;2711;p125"/>
            <p:cNvCxnSpPr/>
            <p:nvPr/>
          </p:nvCxnSpPr>
          <p:spPr>
            <a:xfrm>
              <a:off x="2528247" y="571499"/>
              <a:ext cx="686057" cy="1949452"/>
            </a:xfrm>
            <a:prstGeom prst="straightConnector1">
              <a:avLst/>
            </a:prstGeom>
            <a:noFill/>
            <a:ln cap="flat" cmpd="sng" w="76200">
              <a:solidFill>
                <a:srgbClr val="004731"/>
              </a:solidFill>
              <a:prstDash val="solid"/>
              <a:round/>
              <a:headEnd len="sm" w="sm" type="none"/>
              <a:tailEnd len="sm" w="sm" type="none"/>
            </a:ln>
          </p:spPr>
        </p:cxnSp>
        <p:cxnSp>
          <p:nvCxnSpPr>
            <p:cNvPr id="2712" name="Google Shape;2712;p125"/>
            <p:cNvCxnSpPr/>
            <p:nvPr/>
          </p:nvCxnSpPr>
          <p:spPr>
            <a:xfrm>
              <a:off x="2528247" y="571500"/>
              <a:ext cx="574892" cy="4013200"/>
            </a:xfrm>
            <a:prstGeom prst="straightConnector1">
              <a:avLst/>
            </a:prstGeom>
            <a:noFill/>
            <a:ln cap="flat" cmpd="sng" w="76200">
              <a:solidFill>
                <a:srgbClr val="004731"/>
              </a:solidFill>
              <a:prstDash val="solid"/>
              <a:round/>
              <a:headEnd len="sm" w="sm" type="none"/>
              <a:tailEnd len="sm" w="sm" type="none"/>
            </a:ln>
          </p:spPr>
        </p:cxnSp>
        <p:cxnSp>
          <p:nvCxnSpPr>
            <p:cNvPr id="2713" name="Google Shape;2713;p125"/>
            <p:cNvCxnSpPr/>
            <p:nvPr/>
          </p:nvCxnSpPr>
          <p:spPr>
            <a:xfrm flipH="1">
              <a:off x="3103138" y="2520949"/>
              <a:ext cx="111167" cy="2063752"/>
            </a:xfrm>
            <a:prstGeom prst="straightConnector1">
              <a:avLst/>
            </a:prstGeom>
            <a:noFill/>
            <a:ln cap="flat" cmpd="sng" w="76200">
              <a:solidFill>
                <a:srgbClr val="004731"/>
              </a:solidFill>
              <a:prstDash val="solid"/>
              <a:round/>
              <a:headEnd len="sm" w="sm" type="none"/>
              <a:tailEnd len="sm" w="sm" type="none"/>
            </a:ln>
          </p:spPr>
        </p:cxnSp>
        <p:cxnSp>
          <p:nvCxnSpPr>
            <p:cNvPr id="2714" name="Google Shape;2714;p125"/>
            <p:cNvCxnSpPr/>
            <p:nvPr/>
          </p:nvCxnSpPr>
          <p:spPr>
            <a:xfrm>
              <a:off x="914742" y="3895725"/>
              <a:ext cx="2188395" cy="688975"/>
            </a:xfrm>
            <a:prstGeom prst="straightConnector1">
              <a:avLst/>
            </a:prstGeom>
            <a:noFill/>
            <a:ln cap="flat" cmpd="sng" w="76200">
              <a:solidFill>
                <a:srgbClr val="004731"/>
              </a:solidFill>
              <a:prstDash val="solid"/>
              <a:round/>
              <a:headEnd len="sm" w="sm" type="none"/>
              <a:tailEnd len="sm" w="sm" type="none"/>
            </a:ln>
          </p:spPr>
        </p:cxnSp>
        <p:cxnSp>
          <p:nvCxnSpPr>
            <p:cNvPr id="2715" name="Google Shape;2715;p125"/>
            <p:cNvCxnSpPr/>
            <p:nvPr/>
          </p:nvCxnSpPr>
          <p:spPr>
            <a:xfrm>
              <a:off x="914742" y="6076949"/>
              <a:ext cx="1956533" cy="800102"/>
            </a:xfrm>
            <a:prstGeom prst="straightConnector1">
              <a:avLst/>
            </a:prstGeom>
            <a:noFill/>
            <a:ln cap="flat" cmpd="sng" w="76200">
              <a:solidFill>
                <a:srgbClr val="004731"/>
              </a:solidFill>
              <a:prstDash val="solid"/>
              <a:round/>
              <a:headEnd len="sm" w="sm" type="none"/>
              <a:tailEnd len="sm" w="sm" type="none"/>
            </a:ln>
          </p:spPr>
        </p:cxnSp>
        <p:cxnSp>
          <p:nvCxnSpPr>
            <p:cNvPr id="2716" name="Google Shape;2716;p125"/>
            <p:cNvCxnSpPr/>
            <p:nvPr/>
          </p:nvCxnSpPr>
          <p:spPr>
            <a:xfrm flipH="1">
              <a:off x="1264125" y="914399"/>
              <a:ext cx="4249742" cy="3095626"/>
            </a:xfrm>
            <a:prstGeom prst="straightConnector1">
              <a:avLst/>
            </a:prstGeom>
            <a:noFill/>
            <a:ln cap="flat" cmpd="sng" w="76200">
              <a:solidFill>
                <a:srgbClr val="004731"/>
              </a:solidFill>
              <a:prstDash val="solid"/>
              <a:round/>
              <a:headEnd len="sm" w="sm" type="none"/>
              <a:tailEnd len="sm" w="sm" type="none"/>
            </a:ln>
          </p:spPr>
        </p:cxnSp>
        <p:cxnSp>
          <p:nvCxnSpPr>
            <p:cNvPr id="2717" name="Google Shape;2717;p125"/>
            <p:cNvCxnSpPr/>
            <p:nvPr/>
          </p:nvCxnSpPr>
          <p:spPr>
            <a:xfrm>
              <a:off x="4710290" y="6419849"/>
              <a:ext cx="1953357" cy="231775"/>
            </a:xfrm>
            <a:prstGeom prst="straightConnector1">
              <a:avLst/>
            </a:prstGeom>
            <a:noFill/>
            <a:ln cap="flat" cmpd="sng" w="76200">
              <a:solidFill>
                <a:srgbClr val="004731"/>
              </a:solidFill>
              <a:prstDash val="solid"/>
              <a:round/>
              <a:headEnd len="sm" w="sm" type="none"/>
              <a:tailEnd len="sm" w="sm" type="none"/>
            </a:ln>
          </p:spPr>
        </p:cxnSp>
        <p:cxnSp>
          <p:nvCxnSpPr>
            <p:cNvPr id="2718" name="Google Shape;2718;p125"/>
            <p:cNvCxnSpPr/>
            <p:nvPr/>
          </p:nvCxnSpPr>
          <p:spPr>
            <a:xfrm>
              <a:off x="1032262" y="4241799"/>
              <a:ext cx="5631386" cy="2409826"/>
            </a:xfrm>
            <a:prstGeom prst="straightConnector1">
              <a:avLst/>
            </a:prstGeom>
            <a:noFill/>
            <a:ln cap="flat" cmpd="sng" w="76200">
              <a:solidFill>
                <a:srgbClr val="004731"/>
              </a:solidFill>
              <a:prstDash val="solid"/>
              <a:round/>
              <a:headEnd len="sm" w="sm" type="none"/>
              <a:tailEnd len="sm" w="sm" type="none"/>
            </a:ln>
          </p:spPr>
        </p:cxnSp>
        <p:cxnSp>
          <p:nvCxnSpPr>
            <p:cNvPr id="2719" name="Google Shape;2719;p125"/>
            <p:cNvCxnSpPr/>
            <p:nvPr/>
          </p:nvCxnSpPr>
          <p:spPr>
            <a:xfrm flipH="1" rot="10800000">
              <a:off x="689233" y="4584700"/>
              <a:ext cx="2296385" cy="1260475"/>
            </a:xfrm>
            <a:prstGeom prst="straightConnector1">
              <a:avLst/>
            </a:prstGeom>
            <a:noFill/>
            <a:ln cap="flat" cmpd="sng" w="76200">
              <a:solidFill>
                <a:srgbClr val="004731"/>
              </a:solidFill>
              <a:prstDash val="solid"/>
              <a:round/>
              <a:headEnd len="sm" w="sm" type="none"/>
              <a:tailEnd len="sm" w="sm" type="none"/>
            </a:ln>
          </p:spPr>
        </p:cxnSp>
        <p:cxnSp>
          <p:nvCxnSpPr>
            <p:cNvPr id="2720" name="Google Shape;2720;p125"/>
            <p:cNvCxnSpPr/>
            <p:nvPr/>
          </p:nvCxnSpPr>
          <p:spPr>
            <a:xfrm flipH="1" rot="10800000">
              <a:off x="4710290" y="4584699"/>
              <a:ext cx="2642591" cy="1835152"/>
            </a:xfrm>
            <a:prstGeom prst="straightConnector1">
              <a:avLst/>
            </a:prstGeom>
            <a:noFill/>
            <a:ln cap="flat" cmpd="sng" w="76200">
              <a:solidFill>
                <a:srgbClr val="004731"/>
              </a:solidFill>
              <a:prstDash val="solid"/>
              <a:round/>
              <a:headEnd len="sm" w="sm" type="none"/>
              <a:tailEnd len="sm" w="sm" type="none"/>
            </a:ln>
          </p:spPr>
        </p:cxnSp>
        <p:cxnSp>
          <p:nvCxnSpPr>
            <p:cNvPr id="2721" name="Google Shape;2721;p125"/>
            <p:cNvCxnSpPr/>
            <p:nvPr/>
          </p:nvCxnSpPr>
          <p:spPr>
            <a:xfrm flipH="1" rot="10800000">
              <a:off x="5285181" y="1374776"/>
              <a:ext cx="1839015" cy="1031875"/>
            </a:xfrm>
            <a:prstGeom prst="straightConnector1">
              <a:avLst/>
            </a:prstGeom>
            <a:noFill/>
            <a:ln cap="flat" cmpd="sng" w="76200">
              <a:solidFill>
                <a:srgbClr val="004731"/>
              </a:solidFill>
              <a:prstDash val="solid"/>
              <a:round/>
              <a:headEnd len="sm" w="sm" type="none"/>
              <a:tailEnd len="sm" w="sm" type="none"/>
            </a:ln>
          </p:spPr>
        </p:cxnSp>
        <p:cxnSp>
          <p:nvCxnSpPr>
            <p:cNvPr id="2722" name="Google Shape;2722;p125"/>
            <p:cNvCxnSpPr/>
            <p:nvPr/>
          </p:nvCxnSpPr>
          <p:spPr>
            <a:xfrm rot="10800000">
              <a:off x="3214306" y="4356100"/>
              <a:ext cx="2185219" cy="111125"/>
            </a:xfrm>
            <a:prstGeom prst="straightConnector1">
              <a:avLst/>
            </a:prstGeom>
            <a:noFill/>
            <a:ln cap="flat" cmpd="sng" w="76200">
              <a:solidFill>
                <a:srgbClr val="004731"/>
              </a:solidFill>
              <a:prstDash val="solid"/>
              <a:round/>
              <a:headEnd len="sm" w="sm" type="none"/>
              <a:tailEnd len="sm" w="sm" type="none"/>
            </a:ln>
          </p:spPr>
        </p:cxnSp>
        <p:cxnSp>
          <p:nvCxnSpPr>
            <p:cNvPr id="2723" name="Google Shape;2723;p125"/>
            <p:cNvCxnSpPr/>
            <p:nvPr/>
          </p:nvCxnSpPr>
          <p:spPr>
            <a:xfrm flipH="1">
              <a:off x="2753758" y="2863849"/>
              <a:ext cx="4713466" cy="4013202"/>
            </a:xfrm>
            <a:prstGeom prst="straightConnector1">
              <a:avLst/>
            </a:prstGeom>
            <a:noFill/>
            <a:ln cap="flat" cmpd="sng" w="76200">
              <a:solidFill>
                <a:srgbClr val="004731"/>
              </a:solidFill>
              <a:prstDash val="solid"/>
              <a:round/>
              <a:headEnd len="sm" w="sm" type="none"/>
              <a:tailEnd len="sm" w="sm" type="none"/>
            </a:ln>
          </p:spPr>
        </p:cxnSp>
        <p:pic>
          <p:nvPicPr>
            <p:cNvPr descr="image159.png" id="2724" name="Google Shape;2724;p125"/>
            <p:cNvPicPr preferRelativeResize="0"/>
            <p:nvPr/>
          </p:nvPicPr>
          <p:blipFill rotWithShape="1">
            <a:blip r:embed="rId3">
              <a:alphaModFix/>
            </a:blip>
            <a:srcRect b="0" l="0" r="0" t="0"/>
            <a:stretch/>
          </p:blipFill>
          <p:spPr>
            <a:xfrm>
              <a:off x="1953357" y="6305550"/>
              <a:ext cx="1492810" cy="1117600"/>
            </a:xfrm>
            <a:prstGeom prst="rect">
              <a:avLst/>
            </a:prstGeom>
            <a:noFill/>
            <a:ln>
              <a:noFill/>
            </a:ln>
          </p:spPr>
        </p:pic>
        <p:pic>
          <p:nvPicPr>
            <p:cNvPr descr="image160.png" id="2725" name="Google Shape;2725;p125"/>
            <p:cNvPicPr preferRelativeResize="0"/>
            <p:nvPr/>
          </p:nvPicPr>
          <p:blipFill rotWithShape="1">
            <a:blip r:embed="rId4">
              <a:alphaModFix/>
            </a:blip>
            <a:srcRect b="0" l="0" r="0" t="0"/>
            <a:stretch/>
          </p:blipFill>
          <p:spPr>
            <a:xfrm>
              <a:off x="6781166" y="803275"/>
              <a:ext cx="1489635" cy="1117600"/>
            </a:xfrm>
            <a:prstGeom prst="rect">
              <a:avLst/>
            </a:prstGeom>
            <a:noFill/>
            <a:ln>
              <a:noFill/>
            </a:ln>
          </p:spPr>
        </p:pic>
        <p:pic>
          <p:nvPicPr>
            <p:cNvPr descr="image161.png" id="2726" name="Google Shape;2726;p125"/>
            <p:cNvPicPr preferRelativeResize="0"/>
            <p:nvPr/>
          </p:nvPicPr>
          <p:blipFill rotWithShape="1">
            <a:blip r:embed="rId5">
              <a:alphaModFix/>
            </a:blip>
            <a:srcRect b="0" l="0" r="0" t="0"/>
            <a:stretch/>
          </p:blipFill>
          <p:spPr>
            <a:xfrm>
              <a:off x="-1" y="5505450"/>
              <a:ext cx="1489635" cy="1117600"/>
            </a:xfrm>
            <a:prstGeom prst="rect">
              <a:avLst/>
            </a:prstGeom>
            <a:noFill/>
            <a:ln>
              <a:noFill/>
            </a:ln>
          </p:spPr>
        </p:pic>
        <p:pic>
          <p:nvPicPr>
            <p:cNvPr descr="image162.png" id="2727" name="Google Shape;2727;p125"/>
            <p:cNvPicPr preferRelativeResize="0"/>
            <p:nvPr/>
          </p:nvPicPr>
          <p:blipFill rotWithShape="1">
            <a:blip r:embed="rId6">
              <a:alphaModFix/>
            </a:blip>
            <a:srcRect b="0" l="0" r="0" t="0"/>
            <a:stretch/>
          </p:blipFill>
          <p:spPr>
            <a:xfrm>
              <a:off x="1835838" y="0"/>
              <a:ext cx="1492810" cy="1114425"/>
            </a:xfrm>
            <a:prstGeom prst="rect">
              <a:avLst/>
            </a:prstGeom>
            <a:noFill/>
            <a:ln>
              <a:noFill/>
            </a:ln>
          </p:spPr>
        </p:pic>
        <p:pic>
          <p:nvPicPr>
            <p:cNvPr descr="image163.png" id="2728" name="Google Shape;2728;p125"/>
            <p:cNvPicPr preferRelativeResize="0"/>
            <p:nvPr/>
          </p:nvPicPr>
          <p:blipFill rotWithShape="1">
            <a:blip r:embed="rId7">
              <a:alphaModFix/>
            </a:blip>
            <a:srcRect b="0" l="0" r="0" t="0"/>
            <a:stretch/>
          </p:blipFill>
          <p:spPr>
            <a:xfrm>
              <a:off x="225509" y="1603375"/>
              <a:ext cx="1495987" cy="1117600"/>
            </a:xfrm>
            <a:prstGeom prst="rect">
              <a:avLst/>
            </a:prstGeom>
            <a:noFill/>
            <a:ln>
              <a:noFill/>
            </a:ln>
          </p:spPr>
        </p:pic>
        <p:pic>
          <p:nvPicPr>
            <p:cNvPr descr="image164.png" id="2729" name="Google Shape;2729;p125"/>
            <p:cNvPicPr preferRelativeResize="0"/>
            <p:nvPr/>
          </p:nvPicPr>
          <p:blipFill rotWithShape="1">
            <a:blip r:embed="rId8">
              <a:alphaModFix/>
            </a:blip>
            <a:srcRect b="0" l="0" r="0" t="0"/>
            <a:stretch/>
          </p:blipFill>
          <p:spPr>
            <a:xfrm>
              <a:off x="3903538" y="5962650"/>
              <a:ext cx="1495987" cy="1117600"/>
            </a:xfrm>
            <a:prstGeom prst="rect">
              <a:avLst/>
            </a:prstGeom>
            <a:noFill/>
            <a:ln>
              <a:noFill/>
            </a:ln>
          </p:spPr>
        </p:pic>
        <p:pic>
          <p:nvPicPr>
            <p:cNvPr descr="image165.png" id="2730" name="Google Shape;2730;p125"/>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6.png" id="2731" name="Google Shape;2731;p125"/>
            <p:cNvPicPr preferRelativeResize="0"/>
            <p:nvPr/>
          </p:nvPicPr>
          <p:blipFill rotWithShape="1">
            <a:blip r:embed="rId10">
              <a:alphaModFix/>
            </a:blip>
            <a:srcRect b="0" l="0" r="0" t="0"/>
            <a:stretch/>
          </p:blipFill>
          <p:spPr>
            <a:xfrm>
              <a:off x="5974414" y="5845175"/>
              <a:ext cx="1003678" cy="1495425"/>
            </a:xfrm>
            <a:prstGeom prst="rect">
              <a:avLst/>
            </a:prstGeom>
            <a:noFill/>
            <a:ln>
              <a:noFill/>
            </a:ln>
          </p:spPr>
        </p:pic>
        <p:pic>
          <p:nvPicPr>
            <p:cNvPr descr="image167.png" id="2732" name="Google Shape;2732;p125"/>
            <p:cNvPicPr preferRelativeResize="0"/>
            <p:nvPr/>
          </p:nvPicPr>
          <p:blipFill rotWithShape="1">
            <a:blip r:embed="rId11">
              <a:alphaModFix/>
            </a:blip>
            <a:srcRect b="0" l="0" r="0" t="0"/>
            <a:stretch/>
          </p:blipFill>
          <p:spPr>
            <a:xfrm>
              <a:off x="2410728" y="3895725"/>
              <a:ext cx="1492811" cy="1117600"/>
            </a:xfrm>
            <a:prstGeom prst="rect">
              <a:avLst/>
            </a:prstGeom>
            <a:noFill/>
            <a:ln>
              <a:noFill/>
            </a:ln>
          </p:spPr>
        </p:pic>
        <p:pic>
          <p:nvPicPr>
            <p:cNvPr descr="image168.png" id="2733" name="Google Shape;2733;p125"/>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69.png" id="2734" name="Google Shape;2734;p125"/>
            <p:cNvPicPr preferRelativeResize="0"/>
            <p:nvPr/>
          </p:nvPicPr>
          <p:blipFill rotWithShape="1">
            <a:blip r:embed="rId13">
              <a:alphaModFix/>
            </a:blip>
            <a:srcRect b="0" l="0" r="0" t="0"/>
            <a:stretch/>
          </p:blipFill>
          <p:spPr>
            <a:xfrm>
              <a:off x="571714" y="3321050"/>
              <a:ext cx="997325" cy="1495425"/>
            </a:xfrm>
            <a:prstGeom prst="rect">
              <a:avLst/>
            </a:prstGeom>
            <a:noFill/>
            <a:ln>
              <a:noFill/>
            </a:ln>
          </p:spPr>
        </p:pic>
        <p:pic>
          <p:nvPicPr>
            <p:cNvPr descr="image170.png" id="2735" name="Google Shape;2735;p125"/>
            <p:cNvPicPr preferRelativeResize="0"/>
            <p:nvPr/>
          </p:nvPicPr>
          <p:blipFill rotWithShape="1">
            <a:blip r:embed="rId14">
              <a:alphaModFix/>
            </a:blip>
            <a:srcRect b="0" l="0" r="0" t="0"/>
            <a:stretch/>
          </p:blipFill>
          <p:spPr>
            <a:xfrm>
              <a:off x="7467224" y="5845175"/>
              <a:ext cx="1000501" cy="1495425"/>
            </a:xfrm>
            <a:prstGeom prst="rect">
              <a:avLst/>
            </a:prstGeom>
            <a:noFill/>
            <a:ln>
              <a:noFill/>
            </a:ln>
          </p:spPr>
        </p:pic>
        <p:pic>
          <p:nvPicPr>
            <p:cNvPr descr="image171.png" id="2736" name="Google Shape;2736;p125"/>
            <p:cNvPicPr preferRelativeResize="0"/>
            <p:nvPr/>
          </p:nvPicPr>
          <p:blipFill rotWithShape="1">
            <a:blip r:embed="rId15">
              <a:alphaModFix/>
            </a:blip>
            <a:srcRect b="0" l="0" r="0" t="0"/>
            <a:stretch/>
          </p:blipFill>
          <p:spPr>
            <a:xfrm>
              <a:off x="4592771" y="571500"/>
              <a:ext cx="1495987" cy="996950"/>
            </a:xfrm>
            <a:prstGeom prst="rect">
              <a:avLst/>
            </a:prstGeom>
            <a:noFill/>
            <a:ln>
              <a:noFill/>
            </a:ln>
          </p:spPr>
        </p:pic>
        <p:pic>
          <p:nvPicPr>
            <p:cNvPr descr="image172.png" id="2737" name="Google Shape;2737;p125"/>
            <p:cNvPicPr preferRelativeResize="0"/>
            <p:nvPr/>
          </p:nvPicPr>
          <p:blipFill rotWithShape="1">
            <a:blip r:embed="rId16">
              <a:alphaModFix/>
            </a:blip>
            <a:srcRect b="0" l="0" r="0" t="0"/>
            <a:stretch/>
          </p:blipFill>
          <p:spPr>
            <a:xfrm>
              <a:off x="4824633" y="3784600"/>
              <a:ext cx="1121196" cy="1489075"/>
            </a:xfrm>
            <a:prstGeom prst="rect">
              <a:avLst/>
            </a:prstGeom>
            <a:noFill/>
            <a:ln>
              <a:noFill/>
            </a:ln>
          </p:spPr>
        </p:pic>
        <p:pic>
          <p:nvPicPr>
            <p:cNvPr descr="image173.png" id="2738" name="Google Shape;2738;p125"/>
            <p:cNvPicPr preferRelativeResize="0"/>
            <p:nvPr/>
          </p:nvPicPr>
          <p:blipFill rotWithShape="1">
            <a:blip r:embed="rId17">
              <a:alphaModFix/>
            </a:blip>
            <a:srcRect b="0" l="0" r="0" t="0"/>
            <a:stretch/>
          </p:blipFill>
          <p:spPr>
            <a:xfrm>
              <a:off x="6663648" y="4010025"/>
              <a:ext cx="1492810" cy="1117600"/>
            </a:xfrm>
            <a:prstGeom prst="rect">
              <a:avLst/>
            </a:prstGeom>
            <a:noFill/>
            <a:ln>
              <a:noFill/>
            </a:ln>
          </p:spPr>
        </p:pic>
        <p:pic>
          <p:nvPicPr>
            <p:cNvPr descr="image174.png" id="2739" name="Google Shape;2739;p125"/>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pic>
          <p:nvPicPr>
            <p:cNvPr descr="image165.png" id="2740" name="Google Shape;2740;p125"/>
            <p:cNvPicPr preferRelativeResize="0"/>
            <p:nvPr/>
          </p:nvPicPr>
          <p:blipFill rotWithShape="1">
            <a:blip r:embed="rId9">
              <a:alphaModFix/>
            </a:blip>
            <a:srcRect b="0" l="0" r="0" t="0"/>
            <a:stretch/>
          </p:blipFill>
          <p:spPr>
            <a:xfrm>
              <a:off x="6892333" y="2292350"/>
              <a:ext cx="1495987" cy="1117600"/>
            </a:xfrm>
            <a:prstGeom prst="rect">
              <a:avLst/>
            </a:prstGeom>
            <a:noFill/>
            <a:ln>
              <a:noFill/>
            </a:ln>
          </p:spPr>
        </p:pic>
        <p:pic>
          <p:nvPicPr>
            <p:cNvPr descr="image168.png" id="2741" name="Google Shape;2741;p125"/>
            <p:cNvPicPr preferRelativeResize="0"/>
            <p:nvPr/>
          </p:nvPicPr>
          <p:blipFill rotWithShape="1">
            <a:blip r:embed="rId12">
              <a:alphaModFix/>
            </a:blip>
            <a:srcRect b="0" l="0" r="0" t="0"/>
            <a:stretch/>
          </p:blipFill>
          <p:spPr>
            <a:xfrm>
              <a:off x="4592771" y="1949450"/>
              <a:ext cx="1495987" cy="1117600"/>
            </a:xfrm>
            <a:prstGeom prst="rect">
              <a:avLst/>
            </a:prstGeom>
            <a:noFill/>
            <a:ln>
              <a:noFill/>
            </a:ln>
          </p:spPr>
        </p:pic>
        <p:pic>
          <p:nvPicPr>
            <p:cNvPr descr="image174.png" id="2742" name="Google Shape;2742;p125"/>
            <p:cNvPicPr preferRelativeResize="0"/>
            <p:nvPr/>
          </p:nvPicPr>
          <p:blipFill rotWithShape="1">
            <a:blip r:embed="rId18">
              <a:alphaModFix/>
            </a:blip>
            <a:srcRect b="0" l="0" r="0" t="0"/>
            <a:stretch/>
          </p:blipFill>
          <p:spPr>
            <a:xfrm>
              <a:off x="2528247" y="1603375"/>
              <a:ext cx="1118020" cy="1492250"/>
            </a:xfrm>
            <a:prstGeom prst="rect">
              <a:avLst/>
            </a:prstGeom>
            <a:noFill/>
            <a:ln>
              <a:noFill/>
            </a:ln>
          </p:spPr>
        </p:pic>
        <p:sp>
          <p:nvSpPr>
            <p:cNvPr id="2743" name="Google Shape;2743;p125"/>
            <p:cNvSpPr/>
            <p:nvPr/>
          </p:nvSpPr>
          <p:spPr>
            <a:xfrm flipH="1">
              <a:off x="2178867" y="4572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44" name="Google Shape;2744;p125"/>
            <p:cNvSpPr/>
            <p:nvPr/>
          </p:nvSpPr>
          <p:spPr>
            <a:xfrm flipH="1">
              <a:off x="2617181" y="6858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45" name="Google Shape;2745;p125"/>
            <p:cNvSpPr/>
            <p:nvPr/>
          </p:nvSpPr>
          <p:spPr>
            <a:xfrm flipH="1">
              <a:off x="3077728" y="22860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46" name="Google Shape;2746;p125"/>
            <p:cNvSpPr/>
            <p:nvPr/>
          </p:nvSpPr>
          <p:spPr>
            <a:xfrm flipH="1">
              <a:off x="2753757" y="18097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47" name="Google Shape;2747;p125"/>
            <p:cNvSpPr/>
            <p:nvPr/>
          </p:nvSpPr>
          <p:spPr>
            <a:xfrm flipH="1">
              <a:off x="3214305"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48" name="Google Shape;2748;p125"/>
            <p:cNvSpPr/>
            <p:nvPr/>
          </p:nvSpPr>
          <p:spPr>
            <a:xfrm flipH="1">
              <a:off x="1953357"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49" name="Google Shape;2749;p125"/>
            <p:cNvSpPr/>
            <p:nvPr/>
          </p:nvSpPr>
          <p:spPr>
            <a:xfrm flipH="1">
              <a:off x="4824633" y="8032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0" name="Google Shape;2750;p125"/>
            <p:cNvSpPr/>
            <p:nvPr/>
          </p:nvSpPr>
          <p:spPr>
            <a:xfrm flipH="1">
              <a:off x="2753757" y="25209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1" name="Google Shape;2751;p125"/>
            <p:cNvSpPr/>
            <p:nvPr/>
          </p:nvSpPr>
          <p:spPr>
            <a:xfrm flipH="1">
              <a:off x="5856895" y="91440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2" name="Google Shape;2752;p125"/>
            <p:cNvSpPr/>
            <p:nvPr/>
          </p:nvSpPr>
          <p:spPr>
            <a:xfrm flipH="1">
              <a:off x="5167662" y="1374775"/>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3" name="Google Shape;2753;p125"/>
            <p:cNvSpPr/>
            <p:nvPr/>
          </p:nvSpPr>
          <p:spPr>
            <a:xfrm flipH="1">
              <a:off x="4710291" y="21748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4" name="Google Shape;2754;p125"/>
            <p:cNvSpPr/>
            <p:nvPr/>
          </p:nvSpPr>
          <p:spPr>
            <a:xfrm flipH="1">
              <a:off x="5856895" y="27495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5" name="Google Shape;2755;p125"/>
            <p:cNvSpPr/>
            <p:nvPr/>
          </p:nvSpPr>
          <p:spPr>
            <a:xfrm flipH="1">
              <a:off x="5167662" y="4241800"/>
              <a:ext cx="139753"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6" name="Google Shape;2756;p125"/>
            <p:cNvSpPr/>
            <p:nvPr/>
          </p:nvSpPr>
          <p:spPr>
            <a:xfrm flipH="1">
              <a:off x="5628210"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7" name="Google Shape;2757;p125"/>
            <p:cNvSpPr/>
            <p:nvPr/>
          </p:nvSpPr>
          <p:spPr>
            <a:xfrm flipH="1">
              <a:off x="3674852" y="401002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8" name="Google Shape;2758;p125"/>
            <p:cNvSpPr/>
            <p:nvPr/>
          </p:nvSpPr>
          <p:spPr>
            <a:xfrm flipH="1">
              <a:off x="4942152" y="4930775"/>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59" name="Google Shape;2759;p125"/>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0" name="Google Shape;2760;p125"/>
            <p:cNvSpPr/>
            <p:nvPr/>
          </p:nvSpPr>
          <p:spPr>
            <a:xfrm flipH="1">
              <a:off x="1032262" y="355282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1" name="Google Shape;2761;p125"/>
            <p:cNvSpPr/>
            <p:nvPr/>
          </p:nvSpPr>
          <p:spPr>
            <a:xfrm flipH="1">
              <a:off x="800400" y="41275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2" name="Google Shape;2762;p125"/>
            <p:cNvSpPr/>
            <p:nvPr/>
          </p:nvSpPr>
          <p:spPr>
            <a:xfrm flipH="1">
              <a:off x="571714" y="1949450"/>
              <a:ext cx="136577"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3" name="Google Shape;2763;p125"/>
            <p:cNvSpPr/>
            <p:nvPr/>
          </p:nvSpPr>
          <p:spPr>
            <a:xfrm flipH="1">
              <a:off x="1264124" y="2060575"/>
              <a:ext cx="136576"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4" name="Google Shape;2764;p125"/>
            <p:cNvSpPr/>
            <p:nvPr/>
          </p:nvSpPr>
          <p:spPr>
            <a:xfrm flipH="1">
              <a:off x="1264124" y="5962650"/>
              <a:ext cx="136576"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5" name="Google Shape;2765;p125"/>
            <p:cNvSpPr/>
            <p:nvPr/>
          </p:nvSpPr>
          <p:spPr>
            <a:xfrm flipH="1">
              <a:off x="1032262" y="63055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6" name="Google Shape;2766;p125"/>
            <p:cNvSpPr/>
            <p:nvPr/>
          </p:nvSpPr>
          <p:spPr>
            <a:xfrm flipH="1">
              <a:off x="7813429"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7" name="Google Shape;2767;p125"/>
            <p:cNvSpPr/>
            <p:nvPr/>
          </p:nvSpPr>
          <p:spPr>
            <a:xfrm flipH="1">
              <a:off x="2753757"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8" name="Google Shape;2768;p125"/>
            <p:cNvSpPr/>
            <p:nvPr/>
          </p:nvSpPr>
          <p:spPr>
            <a:xfrm flipH="1">
              <a:off x="3214305" y="4467225"/>
              <a:ext cx="139753" cy="142877"/>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69" name="Google Shape;2769;p125"/>
            <p:cNvSpPr/>
            <p:nvPr/>
          </p:nvSpPr>
          <p:spPr>
            <a:xfrm flipH="1">
              <a:off x="2178867" y="6877050"/>
              <a:ext cx="142929"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0" name="Google Shape;2770;p125"/>
            <p:cNvSpPr/>
            <p:nvPr/>
          </p:nvSpPr>
          <p:spPr>
            <a:xfrm flipH="1">
              <a:off x="2639414"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1" name="Google Shape;2771;p125"/>
            <p:cNvSpPr/>
            <p:nvPr/>
          </p:nvSpPr>
          <p:spPr>
            <a:xfrm flipH="1">
              <a:off x="2528247" y="68770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2" name="Google Shape;2772;p125"/>
            <p:cNvSpPr/>
            <p:nvPr/>
          </p:nvSpPr>
          <p:spPr>
            <a:xfrm flipH="1">
              <a:off x="3103138" y="4816475"/>
              <a:ext cx="136577"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3" name="Google Shape;2773;p125"/>
            <p:cNvSpPr/>
            <p:nvPr/>
          </p:nvSpPr>
          <p:spPr>
            <a:xfrm flipH="1">
              <a:off x="4249743" y="61880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4" name="Google Shape;2774;p125"/>
            <p:cNvSpPr/>
            <p:nvPr/>
          </p:nvSpPr>
          <p:spPr>
            <a:xfrm flipH="1">
              <a:off x="8270801" y="6534150"/>
              <a:ext cx="142929" cy="136525"/>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5" name="Google Shape;2775;p125"/>
            <p:cNvSpPr/>
            <p:nvPr/>
          </p:nvSpPr>
          <p:spPr>
            <a:xfrm flipH="1">
              <a:off x="6206276" y="6305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6" name="Google Shape;2776;p125"/>
            <p:cNvSpPr/>
            <p:nvPr/>
          </p:nvSpPr>
          <p:spPr>
            <a:xfrm flipH="1">
              <a:off x="7581567" y="4584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7" name="Google Shape;2777;p125"/>
            <p:cNvSpPr/>
            <p:nvPr/>
          </p:nvSpPr>
          <p:spPr>
            <a:xfrm flipH="1">
              <a:off x="6549305" y="687705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8" name="Google Shape;2778;p125"/>
            <p:cNvSpPr/>
            <p:nvPr/>
          </p:nvSpPr>
          <p:spPr>
            <a:xfrm flipH="1">
              <a:off x="7006676" y="4816475"/>
              <a:ext cx="139753" cy="133352"/>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79" name="Google Shape;2779;p125"/>
            <p:cNvSpPr/>
            <p:nvPr/>
          </p:nvSpPr>
          <p:spPr>
            <a:xfrm flipH="1">
              <a:off x="6892334" y="1028700"/>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0" name="Google Shape;2780;p125"/>
            <p:cNvSpPr/>
            <p:nvPr/>
          </p:nvSpPr>
          <p:spPr>
            <a:xfrm flipH="1">
              <a:off x="7581567" y="1603375"/>
              <a:ext cx="139753"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1" name="Google Shape;2781;p125"/>
            <p:cNvSpPr/>
            <p:nvPr/>
          </p:nvSpPr>
          <p:spPr>
            <a:xfrm flipH="1">
              <a:off x="7927771" y="27495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2" name="Google Shape;2782;p125"/>
            <p:cNvSpPr/>
            <p:nvPr/>
          </p:nvSpPr>
          <p:spPr>
            <a:xfrm flipH="1">
              <a:off x="7927771" y="2406650"/>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3" name="Google Shape;2783;p125"/>
            <p:cNvSpPr/>
            <p:nvPr/>
          </p:nvSpPr>
          <p:spPr>
            <a:xfrm flipH="1">
              <a:off x="114342" y="5616575"/>
              <a:ext cx="136577" cy="139700"/>
            </a:xfrm>
            <a:prstGeom prst="ellipse">
              <a:avLst/>
            </a:prstGeom>
            <a:solidFill>
              <a:srgbClr val="FF00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4" name="Google Shape;2784;p125"/>
            <p:cNvSpPr/>
            <p:nvPr/>
          </p:nvSpPr>
          <p:spPr>
            <a:xfrm flipH="1">
              <a:off x="2528247" y="3397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5" name="Google Shape;2785;p125"/>
            <p:cNvSpPr/>
            <p:nvPr/>
          </p:nvSpPr>
          <p:spPr>
            <a:xfrm flipH="1">
              <a:off x="2985619" y="571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6" name="Google Shape;2786;p125"/>
            <p:cNvSpPr/>
            <p:nvPr/>
          </p:nvSpPr>
          <p:spPr>
            <a:xfrm flipH="1">
              <a:off x="4942152"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7" name="Google Shape;2787;p125"/>
            <p:cNvSpPr/>
            <p:nvPr/>
          </p:nvSpPr>
          <p:spPr>
            <a:xfrm flipH="1">
              <a:off x="5513867"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8" name="Google Shape;2788;p125"/>
            <p:cNvSpPr/>
            <p:nvPr/>
          </p:nvSpPr>
          <p:spPr>
            <a:xfrm flipH="1">
              <a:off x="5628210" y="685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89" name="Google Shape;2789;p125"/>
            <p:cNvSpPr/>
            <p:nvPr/>
          </p:nvSpPr>
          <p:spPr>
            <a:xfrm flipH="1">
              <a:off x="7813429" y="11461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0" name="Google Shape;2790;p125"/>
            <p:cNvSpPr/>
            <p:nvPr/>
          </p:nvSpPr>
          <p:spPr>
            <a:xfrm flipH="1">
              <a:off x="7352881" y="9144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1" name="Google Shape;2791;p125"/>
            <p:cNvSpPr/>
            <p:nvPr/>
          </p:nvSpPr>
          <p:spPr>
            <a:xfrm flipH="1">
              <a:off x="7006676" y="137477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2" name="Google Shape;2792;p125"/>
            <p:cNvSpPr/>
            <p:nvPr/>
          </p:nvSpPr>
          <p:spPr>
            <a:xfrm flipH="1">
              <a:off x="571714" y="22923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3" name="Google Shape;2793;p125"/>
            <p:cNvSpPr/>
            <p:nvPr/>
          </p:nvSpPr>
          <p:spPr>
            <a:xfrm flipH="1">
              <a:off x="1378466" y="17176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4" name="Google Shape;2794;p125"/>
            <p:cNvSpPr/>
            <p:nvPr/>
          </p:nvSpPr>
          <p:spPr>
            <a:xfrm flipH="1">
              <a:off x="5053319" y="21748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5" name="Google Shape;2795;p125"/>
            <p:cNvSpPr/>
            <p:nvPr/>
          </p:nvSpPr>
          <p:spPr>
            <a:xfrm flipH="1">
              <a:off x="4824633" y="2863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6" name="Google Shape;2796;p125"/>
            <p:cNvSpPr/>
            <p:nvPr/>
          </p:nvSpPr>
          <p:spPr>
            <a:xfrm flipH="1">
              <a:off x="5513867" y="2520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7" name="Google Shape;2797;p125"/>
            <p:cNvSpPr/>
            <p:nvPr/>
          </p:nvSpPr>
          <p:spPr>
            <a:xfrm flipH="1">
              <a:off x="3214305" y="252095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8" name="Google Shape;2798;p125"/>
            <p:cNvSpPr/>
            <p:nvPr/>
          </p:nvSpPr>
          <p:spPr>
            <a:xfrm flipH="1">
              <a:off x="3328647" y="171767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799" name="Google Shape;2799;p125"/>
            <p:cNvSpPr/>
            <p:nvPr/>
          </p:nvSpPr>
          <p:spPr>
            <a:xfrm flipH="1">
              <a:off x="2753757" y="412750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0" name="Google Shape;2800;p125"/>
            <p:cNvSpPr/>
            <p:nvPr/>
          </p:nvSpPr>
          <p:spPr>
            <a:xfrm flipH="1">
              <a:off x="5513867" y="4816475"/>
              <a:ext cx="136577" cy="133352"/>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1" name="Google Shape;2801;p125"/>
            <p:cNvSpPr/>
            <p:nvPr/>
          </p:nvSpPr>
          <p:spPr>
            <a:xfrm flipH="1">
              <a:off x="5628210" y="4010025"/>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2" name="Google Shape;2802;p125"/>
            <p:cNvSpPr/>
            <p:nvPr/>
          </p:nvSpPr>
          <p:spPr>
            <a:xfrm flipH="1">
              <a:off x="7238538"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3" name="Google Shape;2803;p125"/>
            <p:cNvSpPr/>
            <p:nvPr/>
          </p:nvSpPr>
          <p:spPr>
            <a:xfrm flipH="1">
              <a:off x="7352881" y="41275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4" name="Google Shape;2804;p125"/>
            <p:cNvSpPr/>
            <p:nvPr/>
          </p:nvSpPr>
          <p:spPr>
            <a:xfrm flipH="1">
              <a:off x="6781167" y="458470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5" name="Google Shape;2805;p125"/>
            <p:cNvSpPr/>
            <p:nvPr/>
          </p:nvSpPr>
          <p:spPr>
            <a:xfrm flipH="1">
              <a:off x="7927771" y="65341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6" name="Google Shape;2806;p125"/>
            <p:cNvSpPr/>
            <p:nvPr/>
          </p:nvSpPr>
          <p:spPr>
            <a:xfrm flipH="1">
              <a:off x="7581567"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7" name="Google Shape;2807;p125"/>
            <p:cNvSpPr/>
            <p:nvPr/>
          </p:nvSpPr>
          <p:spPr>
            <a:xfrm flipH="1">
              <a:off x="6549305" y="64198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8" name="Google Shape;2808;p125"/>
            <p:cNvSpPr/>
            <p:nvPr/>
          </p:nvSpPr>
          <p:spPr>
            <a:xfrm flipH="1">
              <a:off x="6663648" y="6076950"/>
              <a:ext cx="136577"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09" name="Google Shape;2809;p125"/>
            <p:cNvSpPr/>
            <p:nvPr/>
          </p:nvSpPr>
          <p:spPr>
            <a:xfrm flipH="1">
              <a:off x="4824633" y="64198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0" name="Google Shape;2810;p125"/>
            <p:cNvSpPr/>
            <p:nvPr/>
          </p:nvSpPr>
          <p:spPr>
            <a:xfrm flipH="1">
              <a:off x="4017881" y="6534150"/>
              <a:ext cx="142929"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1" name="Google Shape;2811;p125"/>
            <p:cNvSpPr/>
            <p:nvPr/>
          </p:nvSpPr>
          <p:spPr>
            <a:xfrm flipH="1">
              <a:off x="5167662" y="67627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2" name="Google Shape;2812;p125"/>
            <p:cNvSpPr/>
            <p:nvPr/>
          </p:nvSpPr>
          <p:spPr>
            <a:xfrm flipH="1">
              <a:off x="3103138" y="6991350"/>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3" name="Google Shape;2813;p125"/>
            <p:cNvSpPr/>
            <p:nvPr/>
          </p:nvSpPr>
          <p:spPr>
            <a:xfrm flipH="1">
              <a:off x="2178867" y="6419850"/>
              <a:ext cx="142929"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4" name="Google Shape;2814;p125"/>
            <p:cNvSpPr/>
            <p:nvPr/>
          </p:nvSpPr>
          <p:spPr>
            <a:xfrm flipH="1">
              <a:off x="2410728" y="710882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5" name="Google Shape;2815;p125"/>
            <p:cNvSpPr/>
            <p:nvPr/>
          </p:nvSpPr>
          <p:spPr>
            <a:xfrm flipH="1">
              <a:off x="114342" y="63055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6" name="Google Shape;2816;p125"/>
            <p:cNvSpPr/>
            <p:nvPr/>
          </p:nvSpPr>
          <p:spPr>
            <a:xfrm flipH="1">
              <a:off x="571714" y="5730875"/>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7" name="Google Shape;2817;p125"/>
            <p:cNvSpPr/>
            <p:nvPr/>
          </p:nvSpPr>
          <p:spPr>
            <a:xfrm flipH="1">
              <a:off x="1146605" y="4241800"/>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8" name="Google Shape;2818;p125"/>
            <p:cNvSpPr/>
            <p:nvPr/>
          </p:nvSpPr>
          <p:spPr>
            <a:xfrm flipH="1">
              <a:off x="1264124" y="3895725"/>
              <a:ext cx="136576"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19" name="Google Shape;2819;p125"/>
            <p:cNvSpPr/>
            <p:nvPr/>
          </p:nvSpPr>
          <p:spPr>
            <a:xfrm flipH="1">
              <a:off x="689233" y="4467225"/>
              <a:ext cx="136577" cy="142877"/>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0" name="Google Shape;2820;p125"/>
            <p:cNvSpPr/>
            <p:nvPr/>
          </p:nvSpPr>
          <p:spPr>
            <a:xfrm flipH="1">
              <a:off x="1953357" y="2286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1" name="Google Shape;2821;p125"/>
            <p:cNvSpPr/>
            <p:nvPr/>
          </p:nvSpPr>
          <p:spPr>
            <a:xfrm flipH="1">
              <a:off x="2296386" y="803275"/>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2" name="Google Shape;2822;p125"/>
            <p:cNvSpPr/>
            <p:nvPr/>
          </p:nvSpPr>
          <p:spPr>
            <a:xfrm flipH="1">
              <a:off x="5513867" y="126047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3" name="Google Shape;2823;p125"/>
            <p:cNvSpPr/>
            <p:nvPr/>
          </p:nvSpPr>
          <p:spPr>
            <a:xfrm flipH="1">
              <a:off x="5167662" y="6858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4" name="Google Shape;2824;p125"/>
            <p:cNvSpPr/>
            <p:nvPr/>
          </p:nvSpPr>
          <p:spPr>
            <a:xfrm flipH="1">
              <a:off x="7352881" y="11461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5" name="Google Shape;2825;p125"/>
            <p:cNvSpPr/>
            <p:nvPr/>
          </p:nvSpPr>
          <p:spPr>
            <a:xfrm flipH="1">
              <a:off x="8045291" y="171767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6" name="Google Shape;2826;p125"/>
            <p:cNvSpPr/>
            <p:nvPr/>
          </p:nvSpPr>
          <p:spPr>
            <a:xfrm flipH="1">
              <a:off x="6781167" y="6991350"/>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7" name="Google Shape;2827;p125"/>
            <p:cNvSpPr/>
            <p:nvPr/>
          </p:nvSpPr>
          <p:spPr>
            <a:xfrm flipH="1">
              <a:off x="6206276" y="68770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8" name="Google Shape;2828;p125"/>
            <p:cNvSpPr/>
            <p:nvPr/>
          </p:nvSpPr>
          <p:spPr>
            <a:xfrm flipH="1">
              <a:off x="6088757"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29" name="Google Shape;2829;p125"/>
            <p:cNvSpPr/>
            <p:nvPr/>
          </p:nvSpPr>
          <p:spPr>
            <a:xfrm flipH="1">
              <a:off x="4592772" y="6076950"/>
              <a:ext cx="142929"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0" name="Google Shape;2830;p125"/>
            <p:cNvSpPr/>
            <p:nvPr/>
          </p:nvSpPr>
          <p:spPr>
            <a:xfrm flipH="1">
              <a:off x="5053319" y="61880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1" name="Google Shape;2831;p125"/>
            <p:cNvSpPr/>
            <p:nvPr/>
          </p:nvSpPr>
          <p:spPr>
            <a:xfrm flipH="1">
              <a:off x="4367262" y="65341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2" name="Google Shape;2832;p125"/>
            <p:cNvSpPr/>
            <p:nvPr/>
          </p:nvSpPr>
          <p:spPr>
            <a:xfrm flipH="1">
              <a:off x="3103138" y="6651625"/>
              <a:ext cx="136577" cy="133352"/>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3" name="Google Shape;2833;p125"/>
            <p:cNvSpPr/>
            <p:nvPr/>
          </p:nvSpPr>
          <p:spPr>
            <a:xfrm flipH="1">
              <a:off x="2753757" y="710882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4" name="Google Shape;2834;p125"/>
            <p:cNvSpPr/>
            <p:nvPr/>
          </p:nvSpPr>
          <p:spPr>
            <a:xfrm flipH="1">
              <a:off x="571714" y="630555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5" name="Google Shape;2835;p125"/>
            <p:cNvSpPr/>
            <p:nvPr/>
          </p:nvSpPr>
          <p:spPr>
            <a:xfrm flipH="1">
              <a:off x="914743" y="5730875"/>
              <a:ext cx="142929"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6" name="Google Shape;2836;p125"/>
            <p:cNvSpPr/>
            <p:nvPr/>
          </p:nvSpPr>
          <p:spPr>
            <a:xfrm flipH="1">
              <a:off x="114342" y="596265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7" name="Google Shape;2837;p125"/>
            <p:cNvSpPr/>
            <p:nvPr/>
          </p:nvSpPr>
          <p:spPr>
            <a:xfrm flipH="1">
              <a:off x="1032262" y="45847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8" name="Google Shape;2838;p125"/>
            <p:cNvSpPr/>
            <p:nvPr/>
          </p:nvSpPr>
          <p:spPr>
            <a:xfrm flipH="1">
              <a:off x="1378466" y="4467225"/>
              <a:ext cx="136577" cy="142877"/>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39" name="Google Shape;2839;p125"/>
            <p:cNvSpPr/>
            <p:nvPr/>
          </p:nvSpPr>
          <p:spPr>
            <a:xfrm flipH="1">
              <a:off x="3103138" y="40100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0" name="Google Shape;2840;p125"/>
            <p:cNvSpPr/>
            <p:nvPr/>
          </p:nvSpPr>
          <p:spPr>
            <a:xfrm flipH="1">
              <a:off x="3560510" y="4356100"/>
              <a:ext cx="139753"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1" name="Google Shape;2841;p125"/>
            <p:cNvSpPr/>
            <p:nvPr/>
          </p:nvSpPr>
          <p:spPr>
            <a:xfrm flipH="1">
              <a:off x="3328647" y="286385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2" name="Google Shape;2842;p125"/>
            <p:cNvSpPr/>
            <p:nvPr/>
          </p:nvSpPr>
          <p:spPr>
            <a:xfrm flipH="1">
              <a:off x="2639414"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3" name="Google Shape;2843;p125"/>
            <p:cNvSpPr/>
            <p:nvPr/>
          </p:nvSpPr>
          <p:spPr>
            <a:xfrm flipH="1">
              <a:off x="4942152" y="2638425"/>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4" name="Google Shape;2844;p125"/>
            <p:cNvSpPr/>
            <p:nvPr/>
          </p:nvSpPr>
          <p:spPr>
            <a:xfrm flipH="1">
              <a:off x="5742552" y="2060575"/>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5" name="Google Shape;2845;p125"/>
            <p:cNvSpPr/>
            <p:nvPr/>
          </p:nvSpPr>
          <p:spPr>
            <a:xfrm flipH="1">
              <a:off x="7581567" y="2749550"/>
              <a:ext cx="139753"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6" name="Google Shape;2846;p125"/>
            <p:cNvSpPr/>
            <p:nvPr/>
          </p:nvSpPr>
          <p:spPr>
            <a:xfrm flipH="1">
              <a:off x="7238538" y="2406650"/>
              <a:ext cx="136577" cy="139700"/>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7" name="Google Shape;2847;p125"/>
            <p:cNvSpPr/>
            <p:nvPr/>
          </p:nvSpPr>
          <p:spPr>
            <a:xfrm flipH="1">
              <a:off x="8156457" y="3095625"/>
              <a:ext cx="139753" cy="136525"/>
            </a:xfrm>
            <a:prstGeom prst="ellipse">
              <a:avLst/>
            </a:prstGeom>
            <a:solidFill>
              <a:srgbClr val="00FF00"/>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8" name="Google Shape;2848;p125"/>
            <p:cNvSpPr/>
            <p:nvPr/>
          </p:nvSpPr>
          <p:spPr>
            <a:xfrm flipH="1">
              <a:off x="5399524" y="4127500"/>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49" name="Google Shape;2849;p125"/>
            <p:cNvSpPr/>
            <p:nvPr/>
          </p:nvSpPr>
          <p:spPr>
            <a:xfrm flipH="1">
              <a:off x="4942152" y="3895725"/>
              <a:ext cx="136577"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50" name="Google Shape;2850;p125"/>
            <p:cNvSpPr/>
            <p:nvPr/>
          </p:nvSpPr>
          <p:spPr>
            <a:xfrm flipH="1">
              <a:off x="5167662" y="5041900"/>
              <a:ext cx="139753" cy="139700"/>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51" name="Google Shape;2851;p125"/>
            <p:cNvSpPr/>
            <p:nvPr/>
          </p:nvSpPr>
          <p:spPr>
            <a:xfrm flipH="1">
              <a:off x="7813429" y="4356100"/>
              <a:ext cx="136577" cy="136525"/>
            </a:xfrm>
            <a:prstGeom prst="ellipse">
              <a:avLst/>
            </a:prstGeom>
            <a:solidFill>
              <a:srgbClr val="0000FF"/>
            </a:solidFill>
            <a:ln cap="flat" cmpd="sng" w="508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2852" name="Google Shape;2852;p125"/>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56" name="Shape 2856"/>
        <p:cNvGrpSpPr/>
        <p:nvPr/>
      </p:nvGrpSpPr>
      <p:grpSpPr>
        <a:xfrm>
          <a:off x="0" y="0"/>
          <a:ext cx="0" cy="0"/>
          <a:chOff x="0" y="0"/>
          <a:chExt cx="0" cy="0"/>
        </a:xfrm>
      </p:grpSpPr>
      <p:sp>
        <p:nvSpPr>
          <p:cNvPr id="2857" name="Google Shape;2857;p126"/>
          <p:cNvSpPr txBox="1"/>
          <p:nvPr>
            <p:ph type="title"/>
          </p:nvPr>
        </p:nvSpPr>
        <p:spPr>
          <a:xfrm>
            <a:off x="3657600" y="0"/>
            <a:ext cx="16916400" cy="2914650"/>
          </a:xfrm>
          <a:prstGeom prst="rect">
            <a:avLst/>
          </a:prstGeom>
          <a:noFill/>
          <a:ln>
            <a:noFill/>
          </a:ln>
        </p:spPr>
        <p:txBody>
          <a:bodyPr anchorCtr="0" anchor="ctr" bIns="101600" lIns="101600" spcFirstLastPara="1" rIns="101600" wrap="square" tIns="101600">
            <a:normAutofit/>
          </a:bodyPr>
          <a:lstStyle/>
          <a:p>
            <a:pPr indent="39687" lvl="0" marL="0" rtl="0" algn="l">
              <a:lnSpc>
                <a:spcPct val="100000"/>
              </a:lnSpc>
              <a:spcBef>
                <a:spcPts val="0"/>
              </a:spcBef>
              <a:spcAft>
                <a:spcPts val="0"/>
              </a:spcAft>
              <a:buClr>
                <a:srgbClr val="004731"/>
              </a:buClr>
              <a:buSzPts val="7400"/>
              <a:buFont typeface="Arial"/>
              <a:buNone/>
            </a:pPr>
            <a:r>
              <a:rPr b="1" lang="en-US" sz="7400">
                <a:solidFill>
                  <a:srgbClr val="004731"/>
                </a:solidFill>
                <a:latin typeface="Arial"/>
                <a:ea typeface="Arial"/>
                <a:cs typeface="Arial"/>
                <a:sym typeface="Arial"/>
              </a:rPr>
              <a:t>Structure from motion</a:t>
            </a:r>
            <a:endParaRPr/>
          </a:p>
        </p:txBody>
      </p:sp>
      <p:sp>
        <p:nvSpPr>
          <p:cNvPr id="2858" name="Google Shape;2858;p126"/>
          <p:cNvSpPr/>
          <p:nvPr/>
        </p:nvSpPr>
        <p:spPr>
          <a:xfrm>
            <a:off x="11674475" y="4724400"/>
            <a:ext cx="2438401" cy="2438400"/>
          </a:xfrm>
          <a:prstGeom prst="rect">
            <a:avLst/>
          </a:prstGeom>
          <a:solidFill>
            <a:srgbClr val="DDEE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59" name="Google Shape;2859;p126"/>
          <p:cNvSpPr/>
          <p:nvPr/>
        </p:nvSpPr>
        <p:spPr>
          <a:xfrm rot="5400000">
            <a:off x="4779964" y="7415211"/>
            <a:ext cx="3962401" cy="3451227"/>
          </a:xfrm>
          <a:custGeom>
            <a:rect b="b" l="l" r="r" t="t"/>
            <a:pathLst>
              <a:path extrusionOk="0" h="21600" w="21600">
                <a:moveTo>
                  <a:pt x="5400" y="0"/>
                </a:moveTo>
                <a:lnTo>
                  <a:pt x="0" y="21600"/>
                </a:lnTo>
                <a:lnTo>
                  <a:pt x="16200" y="21600"/>
                </a:lnTo>
                <a:lnTo>
                  <a:pt x="21600" y="0"/>
                </a:lnTo>
                <a:close/>
              </a:path>
            </a:pathLst>
          </a:custGeom>
          <a:noFill/>
          <a:ln cap="flat" cmpd="sng" w="50800">
            <a:solidFill>
              <a:srgbClr val="004731"/>
            </a:solidFill>
            <a:prstDash val="solid"/>
            <a:miter lim="8000"/>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60" name="Google Shape;2860;p126"/>
          <p:cNvSpPr/>
          <p:nvPr/>
        </p:nvSpPr>
        <p:spPr>
          <a:xfrm>
            <a:off x="7083426" y="8569325"/>
            <a:ext cx="1149351" cy="1149351"/>
          </a:xfrm>
          <a:prstGeom prst="rect">
            <a:avLst/>
          </a:prstGeom>
          <a:solidFill>
            <a:srgbClr val="DDEE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61" name="Google Shape;2861;p126"/>
          <p:cNvSpPr/>
          <p:nvPr/>
        </p:nvSpPr>
        <p:spPr>
          <a:xfrm flipH="1" rot="-5400000">
            <a:off x="15146337" y="7799388"/>
            <a:ext cx="3962401" cy="3451225"/>
          </a:xfrm>
          <a:custGeom>
            <a:rect b="b" l="l" r="r" t="t"/>
            <a:pathLst>
              <a:path extrusionOk="0" h="21600" w="21600">
                <a:moveTo>
                  <a:pt x="5400" y="0"/>
                </a:moveTo>
                <a:lnTo>
                  <a:pt x="0" y="21600"/>
                </a:lnTo>
                <a:lnTo>
                  <a:pt x="16200" y="21600"/>
                </a:lnTo>
                <a:lnTo>
                  <a:pt x="21600" y="0"/>
                </a:lnTo>
                <a:close/>
              </a:path>
            </a:pathLst>
          </a:custGeom>
          <a:noFill/>
          <a:ln cap="flat" cmpd="sng" w="50800">
            <a:solidFill>
              <a:srgbClr val="004731"/>
            </a:solidFill>
            <a:prstDash val="solid"/>
            <a:miter lim="8000"/>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62" name="Google Shape;2862;p126"/>
          <p:cNvSpPr/>
          <p:nvPr/>
        </p:nvSpPr>
        <p:spPr>
          <a:xfrm>
            <a:off x="16811626" y="9080500"/>
            <a:ext cx="1149351" cy="1149350"/>
          </a:xfrm>
          <a:prstGeom prst="rect">
            <a:avLst/>
          </a:prstGeom>
          <a:solidFill>
            <a:srgbClr val="DDEE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63" name="Google Shape;2863;p126"/>
          <p:cNvSpPr/>
          <p:nvPr/>
        </p:nvSpPr>
        <p:spPr>
          <a:xfrm>
            <a:off x="10175875" y="8686800"/>
            <a:ext cx="4089401" cy="2940050"/>
          </a:xfrm>
          <a:prstGeom prst="rect">
            <a:avLst/>
          </a:prstGeom>
          <a:noFill/>
          <a:ln cap="flat" cmpd="sng" w="50800">
            <a:solidFill>
              <a:srgbClr val="004731"/>
            </a:solidFill>
            <a:prstDash val="solid"/>
            <a:miter lim="8000"/>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64" name="Google Shape;2864;p126"/>
          <p:cNvSpPr/>
          <p:nvPr/>
        </p:nvSpPr>
        <p:spPr>
          <a:xfrm>
            <a:off x="11966575" y="9709150"/>
            <a:ext cx="1149351" cy="1149350"/>
          </a:xfrm>
          <a:prstGeom prst="rect">
            <a:avLst/>
          </a:prstGeom>
          <a:solidFill>
            <a:srgbClr val="DDEE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2865" name="Google Shape;2865;p126"/>
          <p:cNvCxnSpPr/>
          <p:nvPr/>
        </p:nvCxnSpPr>
        <p:spPr>
          <a:xfrm flipH="1">
            <a:off x="3971925" y="7162799"/>
            <a:ext cx="1066801" cy="4114802"/>
          </a:xfrm>
          <a:prstGeom prst="straightConnector1">
            <a:avLst/>
          </a:prstGeom>
          <a:noFill/>
          <a:ln cap="flat" cmpd="sng" w="25400">
            <a:solidFill>
              <a:srgbClr val="004731"/>
            </a:solidFill>
            <a:prstDash val="solid"/>
            <a:round/>
            <a:headEnd len="sm" w="sm" type="none"/>
            <a:tailEnd len="sm" w="sm" type="none"/>
          </a:ln>
        </p:spPr>
      </p:cxnSp>
      <p:cxnSp>
        <p:nvCxnSpPr>
          <p:cNvPr id="2866" name="Google Shape;2866;p126"/>
          <p:cNvCxnSpPr/>
          <p:nvPr/>
        </p:nvCxnSpPr>
        <p:spPr>
          <a:xfrm flipH="1">
            <a:off x="3971926" y="10058400"/>
            <a:ext cx="1066801" cy="1219200"/>
          </a:xfrm>
          <a:prstGeom prst="straightConnector1">
            <a:avLst/>
          </a:prstGeom>
          <a:noFill/>
          <a:ln cap="flat" cmpd="sng" w="25400">
            <a:solidFill>
              <a:srgbClr val="004731"/>
            </a:solidFill>
            <a:prstDash val="solid"/>
            <a:round/>
            <a:headEnd len="sm" w="sm" type="none"/>
            <a:tailEnd len="sm" w="sm" type="none"/>
          </a:ln>
        </p:spPr>
      </p:cxnSp>
      <p:cxnSp>
        <p:nvCxnSpPr>
          <p:cNvPr id="2867" name="Google Shape;2867;p126"/>
          <p:cNvCxnSpPr/>
          <p:nvPr/>
        </p:nvCxnSpPr>
        <p:spPr>
          <a:xfrm flipH="1">
            <a:off x="3971925" y="8162925"/>
            <a:ext cx="4540252" cy="3114675"/>
          </a:xfrm>
          <a:prstGeom prst="straightConnector1">
            <a:avLst/>
          </a:prstGeom>
          <a:noFill/>
          <a:ln cap="flat" cmpd="sng" w="25400">
            <a:solidFill>
              <a:srgbClr val="004731"/>
            </a:solidFill>
            <a:prstDash val="solid"/>
            <a:round/>
            <a:headEnd len="sm" w="sm" type="none"/>
            <a:tailEnd len="sm" w="sm" type="none"/>
          </a:ln>
        </p:spPr>
      </p:cxnSp>
      <p:cxnSp>
        <p:nvCxnSpPr>
          <p:cNvPr id="2868" name="Google Shape;2868;p126"/>
          <p:cNvCxnSpPr/>
          <p:nvPr/>
        </p:nvCxnSpPr>
        <p:spPr>
          <a:xfrm flipH="1">
            <a:off x="3971926" y="11125200"/>
            <a:ext cx="4419601" cy="152400"/>
          </a:xfrm>
          <a:prstGeom prst="straightConnector1">
            <a:avLst/>
          </a:prstGeom>
          <a:noFill/>
          <a:ln cap="flat" cmpd="sng" w="25400">
            <a:solidFill>
              <a:srgbClr val="004731"/>
            </a:solidFill>
            <a:prstDash val="solid"/>
            <a:round/>
            <a:headEnd len="sm" w="sm" type="none"/>
            <a:tailEnd len="sm" w="sm" type="none"/>
          </a:ln>
        </p:spPr>
      </p:cxnSp>
      <p:cxnSp>
        <p:nvCxnSpPr>
          <p:cNvPr id="2869" name="Google Shape;2869;p126"/>
          <p:cNvCxnSpPr/>
          <p:nvPr/>
        </p:nvCxnSpPr>
        <p:spPr>
          <a:xfrm>
            <a:off x="10150475" y="8693150"/>
            <a:ext cx="1981201" cy="4260850"/>
          </a:xfrm>
          <a:prstGeom prst="straightConnector1">
            <a:avLst/>
          </a:prstGeom>
          <a:noFill/>
          <a:ln cap="flat" cmpd="sng" w="25400">
            <a:solidFill>
              <a:srgbClr val="004731"/>
            </a:solidFill>
            <a:prstDash val="solid"/>
            <a:round/>
            <a:headEnd len="sm" w="sm" type="none"/>
            <a:tailEnd len="sm" w="sm" type="none"/>
          </a:ln>
        </p:spPr>
      </p:cxnSp>
      <p:cxnSp>
        <p:nvCxnSpPr>
          <p:cNvPr id="2870" name="Google Shape;2870;p126"/>
          <p:cNvCxnSpPr/>
          <p:nvPr/>
        </p:nvCxnSpPr>
        <p:spPr>
          <a:xfrm flipH="1">
            <a:off x="12131675" y="8731249"/>
            <a:ext cx="2133601" cy="4222752"/>
          </a:xfrm>
          <a:prstGeom prst="straightConnector1">
            <a:avLst/>
          </a:prstGeom>
          <a:noFill/>
          <a:ln cap="flat" cmpd="sng" w="25400">
            <a:solidFill>
              <a:srgbClr val="004731"/>
            </a:solidFill>
            <a:prstDash val="solid"/>
            <a:round/>
            <a:headEnd len="sm" w="sm" type="none"/>
            <a:tailEnd len="sm" w="sm" type="none"/>
          </a:ln>
        </p:spPr>
      </p:cxnSp>
      <p:cxnSp>
        <p:nvCxnSpPr>
          <p:cNvPr id="2871" name="Google Shape;2871;p126"/>
          <p:cNvCxnSpPr/>
          <p:nvPr/>
        </p:nvCxnSpPr>
        <p:spPr>
          <a:xfrm>
            <a:off x="10150475" y="11626849"/>
            <a:ext cx="1981201" cy="1327152"/>
          </a:xfrm>
          <a:prstGeom prst="straightConnector1">
            <a:avLst/>
          </a:prstGeom>
          <a:noFill/>
          <a:ln cap="flat" cmpd="sng" w="25400">
            <a:solidFill>
              <a:srgbClr val="004731"/>
            </a:solidFill>
            <a:prstDash val="solid"/>
            <a:round/>
            <a:headEnd len="sm" w="sm" type="none"/>
            <a:tailEnd len="sm" w="sm" type="none"/>
          </a:ln>
        </p:spPr>
      </p:cxnSp>
      <p:cxnSp>
        <p:nvCxnSpPr>
          <p:cNvPr id="2872" name="Google Shape;2872;p126"/>
          <p:cNvCxnSpPr/>
          <p:nvPr/>
        </p:nvCxnSpPr>
        <p:spPr>
          <a:xfrm flipH="1">
            <a:off x="12131675" y="11626849"/>
            <a:ext cx="2133601" cy="1327152"/>
          </a:xfrm>
          <a:prstGeom prst="straightConnector1">
            <a:avLst/>
          </a:prstGeom>
          <a:noFill/>
          <a:ln cap="flat" cmpd="sng" w="25400">
            <a:solidFill>
              <a:srgbClr val="004731"/>
            </a:solidFill>
            <a:prstDash val="solid"/>
            <a:round/>
            <a:headEnd len="sm" w="sm" type="none"/>
            <a:tailEnd len="sm" w="sm" type="none"/>
          </a:ln>
        </p:spPr>
      </p:cxnSp>
      <p:cxnSp>
        <p:nvCxnSpPr>
          <p:cNvPr id="2873" name="Google Shape;2873;p126"/>
          <p:cNvCxnSpPr/>
          <p:nvPr/>
        </p:nvCxnSpPr>
        <p:spPr>
          <a:xfrm>
            <a:off x="15376526" y="8547100"/>
            <a:ext cx="4394201" cy="2657477"/>
          </a:xfrm>
          <a:prstGeom prst="straightConnector1">
            <a:avLst/>
          </a:prstGeom>
          <a:noFill/>
          <a:ln cap="flat" cmpd="sng" w="25400">
            <a:solidFill>
              <a:srgbClr val="004731"/>
            </a:solidFill>
            <a:prstDash val="solid"/>
            <a:round/>
            <a:headEnd len="sm" w="sm" type="none"/>
            <a:tailEnd len="sm" w="sm" type="none"/>
          </a:ln>
        </p:spPr>
      </p:cxnSp>
      <p:cxnSp>
        <p:nvCxnSpPr>
          <p:cNvPr id="2874" name="Google Shape;2874;p126"/>
          <p:cNvCxnSpPr/>
          <p:nvPr/>
        </p:nvCxnSpPr>
        <p:spPr>
          <a:xfrm flipH="1" rot="10800000">
            <a:off x="15351124" y="11204575"/>
            <a:ext cx="4419601" cy="304801"/>
          </a:xfrm>
          <a:prstGeom prst="straightConnector1">
            <a:avLst/>
          </a:prstGeom>
          <a:noFill/>
          <a:ln cap="flat" cmpd="sng" w="25400">
            <a:solidFill>
              <a:srgbClr val="004731"/>
            </a:solidFill>
            <a:prstDash val="solid"/>
            <a:round/>
            <a:headEnd len="sm" w="sm" type="none"/>
            <a:tailEnd len="sm" w="sm" type="none"/>
          </a:ln>
        </p:spPr>
      </p:cxnSp>
      <p:cxnSp>
        <p:nvCxnSpPr>
          <p:cNvPr id="2875" name="Google Shape;2875;p126"/>
          <p:cNvCxnSpPr/>
          <p:nvPr/>
        </p:nvCxnSpPr>
        <p:spPr>
          <a:xfrm>
            <a:off x="18856327" y="10442575"/>
            <a:ext cx="914401" cy="762001"/>
          </a:xfrm>
          <a:prstGeom prst="straightConnector1">
            <a:avLst/>
          </a:prstGeom>
          <a:noFill/>
          <a:ln cap="flat" cmpd="sng" w="25400">
            <a:solidFill>
              <a:srgbClr val="004731"/>
            </a:solidFill>
            <a:prstDash val="solid"/>
            <a:round/>
            <a:headEnd len="sm" w="sm" type="none"/>
            <a:tailEnd len="sm" w="sm" type="none"/>
          </a:ln>
        </p:spPr>
      </p:cxnSp>
      <p:cxnSp>
        <p:nvCxnSpPr>
          <p:cNvPr id="2876" name="Google Shape;2876;p126"/>
          <p:cNvCxnSpPr/>
          <p:nvPr/>
        </p:nvCxnSpPr>
        <p:spPr>
          <a:xfrm>
            <a:off x="18856326" y="7546975"/>
            <a:ext cx="914402" cy="3657601"/>
          </a:xfrm>
          <a:prstGeom prst="straightConnector1">
            <a:avLst/>
          </a:prstGeom>
          <a:noFill/>
          <a:ln cap="flat" cmpd="sng" w="25400">
            <a:solidFill>
              <a:srgbClr val="004731"/>
            </a:solidFill>
            <a:prstDash val="solid"/>
            <a:round/>
            <a:headEnd len="sm" w="sm" type="none"/>
            <a:tailEnd len="sm" w="sm" type="none"/>
          </a:ln>
        </p:spPr>
      </p:cxnSp>
      <p:sp>
        <p:nvSpPr>
          <p:cNvPr id="2877" name="Google Shape;2877;p126"/>
          <p:cNvSpPr txBox="1"/>
          <p:nvPr/>
        </p:nvSpPr>
        <p:spPr>
          <a:xfrm>
            <a:off x="4438650" y="11236325"/>
            <a:ext cx="2059782" cy="51844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3600"/>
              <a:buFont typeface="Arial"/>
              <a:buNone/>
            </a:pPr>
            <a:r>
              <a:rPr b="0" i="0" lang="en-US" sz="3600" u="none" cap="none" strike="noStrike">
                <a:solidFill>
                  <a:srgbClr val="004731"/>
                </a:solidFill>
                <a:latin typeface="Arial"/>
                <a:ea typeface="Arial"/>
                <a:cs typeface="Arial"/>
                <a:sym typeface="Arial"/>
              </a:rPr>
              <a:t>Camera 1</a:t>
            </a:r>
            <a:endParaRPr/>
          </a:p>
        </p:txBody>
      </p:sp>
      <p:sp>
        <p:nvSpPr>
          <p:cNvPr id="2878" name="Google Shape;2878;p126"/>
          <p:cNvSpPr txBox="1"/>
          <p:nvPr/>
        </p:nvSpPr>
        <p:spPr>
          <a:xfrm>
            <a:off x="8743950" y="12080875"/>
            <a:ext cx="2059782" cy="51844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3600"/>
              <a:buFont typeface="Arial"/>
              <a:buNone/>
            </a:pPr>
            <a:r>
              <a:rPr b="0" i="0" lang="en-US" sz="3600" u="none" cap="none" strike="noStrike">
                <a:solidFill>
                  <a:srgbClr val="004731"/>
                </a:solidFill>
                <a:latin typeface="Arial"/>
                <a:ea typeface="Arial"/>
                <a:cs typeface="Arial"/>
                <a:sym typeface="Arial"/>
              </a:rPr>
              <a:t>Camera 2</a:t>
            </a:r>
            <a:endParaRPr/>
          </a:p>
        </p:txBody>
      </p:sp>
      <p:sp>
        <p:nvSpPr>
          <p:cNvPr id="2879" name="Google Shape;2879;p126"/>
          <p:cNvSpPr txBox="1"/>
          <p:nvPr/>
        </p:nvSpPr>
        <p:spPr>
          <a:xfrm>
            <a:off x="17611726" y="11236325"/>
            <a:ext cx="2059783" cy="51844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3600"/>
              <a:buFont typeface="Arial"/>
              <a:buNone/>
            </a:pPr>
            <a:r>
              <a:rPr b="0" i="0" lang="en-US" sz="3600" u="none" cap="none" strike="noStrike">
                <a:solidFill>
                  <a:srgbClr val="004731"/>
                </a:solidFill>
                <a:latin typeface="Arial"/>
                <a:ea typeface="Arial"/>
                <a:cs typeface="Arial"/>
                <a:sym typeface="Arial"/>
              </a:rPr>
              <a:t>Camera 3</a:t>
            </a:r>
            <a:endParaRPr/>
          </a:p>
        </p:txBody>
      </p:sp>
      <p:grpSp>
        <p:nvGrpSpPr>
          <p:cNvPr id="2880" name="Google Shape;2880;p126"/>
          <p:cNvGrpSpPr/>
          <p:nvPr/>
        </p:nvGrpSpPr>
        <p:grpSpPr>
          <a:xfrm>
            <a:off x="5899150" y="8239125"/>
            <a:ext cx="2152652" cy="1720853"/>
            <a:chOff x="0" y="0"/>
            <a:chExt cx="2152652" cy="1720852"/>
          </a:xfrm>
        </p:grpSpPr>
        <p:sp>
          <p:nvSpPr>
            <p:cNvPr id="2881" name="Google Shape;2881;p126"/>
            <p:cNvSpPr/>
            <p:nvPr/>
          </p:nvSpPr>
          <p:spPr>
            <a:xfrm>
              <a:off x="22224" y="406400"/>
              <a:ext cx="180978" cy="180977"/>
            </a:xfrm>
            <a:prstGeom prst="ellipse">
              <a:avLst/>
            </a:prstGeom>
            <a:solidFill>
              <a:srgbClr val="FF0101"/>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82" name="Google Shape;2882;p126"/>
            <p:cNvSpPr/>
            <p:nvPr/>
          </p:nvSpPr>
          <p:spPr>
            <a:xfrm>
              <a:off x="1403350" y="463550"/>
              <a:ext cx="180977" cy="177800"/>
            </a:xfrm>
            <a:prstGeom prst="ellipse">
              <a:avLst/>
            </a:prstGeom>
            <a:solidFill>
              <a:srgbClr val="00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83" name="Google Shape;2883;p126"/>
            <p:cNvSpPr/>
            <p:nvPr/>
          </p:nvSpPr>
          <p:spPr>
            <a:xfrm>
              <a:off x="0" y="1498600"/>
              <a:ext cx="177800" cy="180977"/>
            </a:xfrm>
            <a:prstGeom prst="ellipse">
              <a:avLst/>
            </a:prstGeom>
            <a:solidFill>
              <a:srgbClr val="6699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84" name="Google Shape;2884;p126"/>
            <p:cNvSpPr/>
            <p:nvPr/>
          </p:nvSpPr>
          <p:spPr>
            <a:xfrm>
              <a:off x="1381125" y="1539875"/>
              <a:ext cx="180977" cy="180977"/>
            </a:xfrm>
            <a:prstGeom prst="ellipse">
              <a:avLst/>
            </a:prstGeom>
            <a:solidFill>
              <a:srgbClr val="FF00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85" name="Google Shape;2885;p126"/>
            <p:cNvSpPr/>
            <p:nvPr/>
          </p:nvSpPr>
          <p:spPr>
            <a:xfrm>
              <a:off x="1971675" y="1162050"/>
              <a:ext cx="180977" cy="180977"/>
            </a:xfrm>
            <a:prstGeom prst="ellipse">
              <a:avLst/>
            </a:prstGeom>
            <a:solidFill>
              <a:srgbClr val="FF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86" name="Google Shape;2886;p126"/>
            <p:cNvSpPr/>
            <p:nvPr/>
          </p:nvSpPr>
          <p:spPr>
            <a:xfrm>
              <a:off x="1939925" y="92075"/>
              <a:ext cx="180977" cy="180977"/>
            </a:xfrm>
            <a:prstGeom prst="ellipse">
              <a:avLst/>
            </a:prstGeom>
            <a:solidFill>
              <a:srgbClr val="00FF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87" name="Google Shape;2887;p126"/>
            <p:cNvSpPr/>
            <p:nvPr/>
          </p:nvSpPr>
          <p:spPr>
            <a:xfrm>
              <a:off x="501650" y="0"/>
              <a:ext cx="180977" cy="177800"/>
            </a:xfrm>
            <a:prstGeom prst="ellipse">
              <a:avLst/>
            </a:prstGeom>
            <a:solidFill>
              <a:srgbClr val="FF99CC"/>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grpSp>
        <p:nvGrpSpPr>
          <p:cNvPr id="2888" name="Google Shape;2888;p126"/>
          <p:cNvGrpSpPr/>
          <p:nvPr/>
        </p:nvGrpSpPr>
        <p:grpSpPr>
          <a:xfrm>
            <a:off x="10985498" y="9182100"/>
            <a:ext cx="2146302" cy="1901827"/>
            <a:chOff x="-1" y="0"/>
            <a:chExt cx="2146301" cy="1901826"/>
          </a:xfrm>
        </p:grpSpPr>
        <p:sp>
          <p:nvSpPr>
            <p:cNvPr id="2889" name="Google Shape;2889;p126"/>
            <p:cNvSpPr/>
            <p:nvPr/>
          </p:nvSpPr>
          <p:spPr>
            <a:xfrm>
              <a:off x="38099" y="330200"/>
              <a:ext cx="174626" cy="177801"/>
            </a:xfrm>
            <a:prstGeom prst="ellipse">
              <a:avLst/>
            </a:prstGeom>
            <a:solidFill>
              <a:srgbClr val="FF0101"/>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0" name="Google Shape;2890;p126"/>
            <p:cNvSpPr/>
            <p:nvPr/>
          </p:nvSpPr>
          <p:spPr>
            <a:xfrm>
              <a:off x="1022350" y="644525"/>
              <a:ext cx="174625" cy="177801"/>
            </a:xfrm>
            <a:prstGeom prst="ellipse">
              <a:avLst/>
            </a:prstGeom>
            <a:solidFill>
              <a:srgbClr val="00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1" name="Google Shape;2891;p126"/>
            <p:cNvSpPr/>
            <p:nvPr/>
          </p:nvSpPr>
          <p:spPr>
            <a:xfrm>
              <a:off x="-1" y="1384300"/>
              <a:ext cx="174626" cy="177801"/>
            </a:xfrm>
            <a:prstGeom prst="ellipse">
              <a:avLst/>
            </a:prstGeom>
            <a:solidFill>
              <a:srgbClr val="6699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2" name="Google Shape;2892;p126"/>
            <p:cNvSpPr/>
            <p:nvPr/>
          </p:nvSpPr>
          <p:spPr>
            <a:xfrm>
              <a:off x="1022350" y="1724025"/>
              <a:ext cx="174625" cy="177801"/>
            </a:xfrm>
            <a:prstGeom prst="ellipse">
              <a:avLst/>
            </a:prstGeom>
            <a:solidFill>
              <a:srgbClr val="FF00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3" name="Google Shape;2893;p126"/>
            <p:cNvSpPr/>
            <p:nvPr/>
          </p:nvSpPr>
          <p:spPr>
            <a:xfrm>
              <a:off x="1968500" y="1444625"/>
              <a:ext cx="177800" cy="177801"/>
            </a:xfrm>
            <a:prstGeom prst="ellipse">
              <a:avLst/>
            </a:prstGeom>
            <a:solidFill>
              <a:srgbClr val="FF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4" name="Google Shape;2894;p126"/>
            <p:cNvSpPr/>
            <p:nvPr/>
          </p:nvSpPr>
          <p:spPr>
            <a:xfrm>
              <a:off x="1936750" y="330200"/>
              <a:ext cx="177800" cy="177801"/>
            </a:xfrm>
            <a:prstGeom prst="ellipse">
              <a:avLst/>
            </a:prstGeom>
            <a:solidFill>
              <a:srgbClr val="00FF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5" name="Google Shape;2895;p126"/>
            <p:cNvSpPr/>
            <p:nvPr/>
          </p:nvSpPr>
          <p:spPr>
            <a:xfrm>
              <a:off x="984250" y="0"/>
              <a:ext cx="174625" cy="174625"/>
            </a:xfrm>
            <a:prstGeom prst="ellipse">
              <a:avLst/>
            </a:prstGeom>
            <a:solidFill>
              <a:srgbClr val="FF99CC"/>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grpSp>
        <p:nvGrpSpPr>
          <p:cNvPr id="2896" name="Google Shape;2896;p126"/>
          <p:cNvGrpSpPr/>
          <p:nvPr/>
        </p:nvGrpSpPr>
        <p:grpSpPr>
          <a:xfrm>
            <a:off x="16065500" y="8394698"/>
            <a:ext cx="2009776" cy="2032005"/>
            <a:chOff x="0" y="-1"/>
            <a:chExt cx="2009775" cy="2032003"/>
          </a:xfrm>
        </p:grpSpPr>
        <p:sp>
          <p:nvSpPr>
            <p:cNvPr id="2897" name="Google Shape;2897;p126"/>
            <p:cNvSpPr/>
            <p:nvPr/>
          </p:nvSpPr>
          <p:spPr>
            <a:xfrm>
              <a:off x="6360" y="254397"/>
              <a:ext cx="184441" cy="184441"/>
            </a:xfrm>
            <a:prstGeom prst="ellipse">
              <a:avLst/>
            </a:prstGeom>
            <a:solidFill>
              <a:srgbClr val="FF0101"/>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8" name="Google Shape;2898;p126"/>
            <p:cNvSpPr/>
            <p:nvPr/>
          </p:nvSpPr>
          <p:spPr>
            <a:xfrm>
              <a:off x="677345" y="699593"/>
              <a:ext cx="181261" cy="184441"/>
            </a:xfrm>
            <a:prstGeom prst="ellipse">
              <a:avLst/>
            </a:prstGeom>
            <a:solidFill>
              <a:srgbClr val="00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899" name="Google Shape;2899;p126"/>
            <p:cNvSpPr/>
            <p:nvPr/>
          </p:nvSpPr>
          <p:spPr>
            <a:xfrm>
              <a:off x="0" y="1380106"/>
              <a:ext cx="181261" cy="181261"/>
            </a:xfrm>
            <a:prstGeom prst="ellipse">
              <a:avLst/>
            </a:prstGeom>
            <a:solidFill>
              <a:srgbClr val="6699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00" name="Google Shape;2900;p126"/>
            <p:cNvSpPr/>
            <p:nvPr/>
          </p:nvSpPr>
          <p:spPr>
            <a:xfrm>
              <a:off x="636005" y="1850741"/>
              <a:ext cx="184441" cy="181261"/>
            </a:xfrm>
            <a:prstGeom prst="ellipse">
              <a:avLst/>
            </a:prstGeom>
            <a:solidFill>
              <a:srgbClr val="FF00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01" name="Google Shape;2901;p126"/>
            <p:cNvSpPr/>
            <p:nvPr/>
          </p:nvSpPr>
          <p:spPr>
            <a:xfrm>
              <a:off x="1825334" y="1561364"/>
              <a:ext cx="184441" cy="184441"/>
            </a:xfrm>
            <a:prstGeom prst="ellipse">
              <a:avLst/>
            </a:prstGeom>
            <a:solidFill>
              <a:srgbClr val="FF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02" name="Google Shape;2902;p126"/>
            <p:cNvSpPr/>
            <p:nvPr/>
          </p:nvSpPr>
          <p:spPr>
            <a:xfrm>
              <a:off x="1752193" y="454735"/>
              <a:ext cx="184441" cy="181261"/>
            </a:xfrm>
            <a:prstGeom prst="ellipse">
              <a:avLst/>
            </a:prstGeom>
            <a:solidFill>
              <a:srgbClr val="00FF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03" name="Google Shape;2903;p126"/>
            <p:cNvSpPr/>
            <p:nvPr/>
          </p:nvSpPr>
          <p:spPr>
            <a:xfrm>
              <a:off x="1186149" y="-1"/>
              <a:ext cx="184441" cy="181261"/>
            </a:xfrm>
            <a:prstGeom prst="ellipse">
              <a:avLst/>
            </a:prstGeom>
            <a:solidFill>
              <a:srgbClr val="FF99CC"/>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sp>
        <p:nvSpPr>
          <p:cNvPr id="2904" name="Google Shape;2904;p126"/>
          <p:cNvSpPr txBox="1"/>
          <p:nvPr/>
        </p:nvSpPr>
        <p:spPr>
          <a:xfrm>
            <a:off x="4632325" y="11658600"/>
            <a:ext cx="1803401" cy="850152"/>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5600"/>
              <a:buFont typeface="Times New Roman"/>
              <a:buNone/>
            </a:pPr>
            <a:r>
              <a:rPr b="0" i="1" lang="en-US" sz="5600" u="none" cap="none" strike="noStrike">
                <a:solidFill>
                  <a:srgbClr val="004731"/>
                </a:solidFill>
                <a:latin typeface="Times New Roman"/>
                <a:ea typeface="Times New Roman"/>
                <a:cs typeface="Times New Roman"/>
                <a:sym typeface="Times New Roman"/>
              </a:rPr>
              <a:t>R</a:t>
            </a:r>
            <a:r>
              <a:rPr b="0" baseline="-25000" i="0" lang="en-US" sz="5600" u="none" cap="none" strike="noStrike">
                <a:solidFill>
                  <a:srgbClr val="004731"/>
                </a:solidFill>
                <a:latin typeface="Times New Roman"/>
                <a:ea typeface="Times New Roman"/>
                <a:cs typeface="Times New Roman"/>
                <a:sym typeface="Times New Roman"/>
              </a:rPr>
              <a:t>1</a:t>
            </a:r>
            <a:r>
              <a:rPr b="0" i="1" lang="en-US" sz="5600" u="none" cap="none" strike="noStrike">
                <a:solidFill>
                  <a:srgbClr val="004731"/>
                </a:solidFill>
                <a:latin typeface="Times New Roman"/>
                <a:ea typeface="Times New Roman"/>
                <a:cs typeface="Times New Roman"/>
                <a:sym typeface="Times New Roman"/>
              </a:rPr>
              <a:t>,t</a:t>
            </a:r>
            <a:r>
              <a:rPr b="0" baseline="-25000" i="0" lang="en-US" sz="5600" u="none" cap="none" strike="noStrike">
                <a:solidFill>
                  <a:srgbClr val="004731"/>
                </a:solidFill>
                <a:latin typeface="Times New Roman"/>
                <a:ea typeface="Times New Roman"/>
                <a:cs typeface="Times New Roman"/>
                <a:sym typeface="Times New Roman"/>
              </a:rPr>
              <a:t>1</a:t>
            </a:r>
            <a:endParaRPr/>
          </a:p>
        </p:txBody>
      </p:sp>
      <p:sp>
        <p:nvSpPr>
          <p:cNvPr id="2905" name="Google Shape;2905;p126"/>
          <p:cNvSpPr txBox="1"/>
          <p:nvPr/>
        </p:nvSpPr>
        <p:spPr>
          <a:xfrm>
            <a:off x="9020176" y="12503150"/>
            <a:ext cx="1803401" cy="850152"/>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5600"/>
              <a:buFont typeface="Times New Roman"/>
              <a:buNone/>
            </a:pPr>
            <a:r>
              <a:rPr b="0" i="1" lang="en-US" sz="5600" u="none" cap="none" strike="noStrike">
                <a:solidFill>
                  <a:srgbClr val="004731"/>
                </a:solidFill>
                <a:latin typeface="Times New Roman"/>
                <a:ea typeface="Times New Roman"/>
                <a:cs typeface="Times New Roman"/>
                <a:sym typeface="Times New Roman"/>
              </a:rPr>
              <a:t>R</a:t>
            </a:r>
            <a:r>
              <a:rPr b="0" baseline="-25000" i="0" lang="en-US" sz="5600" u="none" cap="none" strike="noStrike">
                <a:solidFill>
                  <a:srgbClr val="004731"/>
                </a:solidFill>
                <a:latin typeface="Times New Roman"/>
                <a:ea typeface="Times New Roman"/>
                <a:cs typeface="Times New Roman"/>
                <a:sym typeface="Times New Roman"/>
              </a:rPr>
              <a:t>2</a:t>
            </a:r>
            <a:r>
              <a:rPr b="0" i="1" lang="en-US" sz="5600" u="none" cap="none" strike="noStrike">
                <a:solidFill>
                  <a:srgbClr val="004731"/>
                </a:solidFill>
                <a:latin typeface="Times New Roman"/>
                <a:ea typeface="Times New Roman"/>
                <a:cs typeface="Times New Roman"/>
                <a:sym typeface="Times New Roman"/>
              </a:rPr>
              <a:t>,t</a:t>
            </a:r>
            <a:r>
              <a:rPr b="0" baseline="-25000" i="0" lang="en-US" sz="5600" u="none" cap="none" strike="noStrike">
                <a:solidFill>
                  <a:srgbClr val="004731"/>
                </a:solidFill>
                <a:latin typeface="Times New Roman"/>
                <a:ea typeface="Times New Roman"/>
                <a:cs typeface="Times New Roman"/>
                <a:sym typeface="Times New Roman"/>
              </a:rPr>
              <a:t>2</a:t>
            </a:r>
            <a:endParaRPr/>
          </a:p>
        </p:txBody>
      </p:sp>
      <p:sp>
        <p:nvSpPr>
          <p:cNvPr id="2906" name="Google Shape;2906;p126"/>
          <p:cNvSpPr txBox="1"/>
          <p:nvPr/>
        </p:nvSpPr>
        <p:spPr>
          <a:xfrm>
            <a:off x="18056226" y="11658600"/>
            <a:ext cx="1803401" cy="850152"/>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5600"/>
              <a:buFont typeface="Times New Roman"/>
              <a:buNone/>
            </a:pPr>
            <a:r>
              <a:rPr b="0" i="1" lang="en-US" sz="5600" u="none" cap="none" strike="noStrike">
                <a:solidFill>
                  <a:srgbClr val="004731"/>
                </a:solidFill>
                <a:latin typeface="Times New Roman"/>
                <a:ea typeface="Times New Roman"/>
                <a:cs typeface="Times New Roman"/>
                <a:sym typeface="Times New Roman"/>
              </a:rPr>
              <a:t>R</a:t>
            </a:r>
            <a:r>
              <a:rPr b="0" baseline="-25000" i="0" lang="en-US" sz="5600" u="none" cap="none" strike="noStrike">
                <a:solidFill>
                  <a:srgbClr val="004731"/>
                </a:solidFill>
                <a:latin typeface="Times New Roman"/>
                <a:ea typeface="Times New Roman"/>
                <a:cs typeface="Times New Roman"/>
                <a:sym typeface="Times New Roman"/>
              </a:rPr>
              <a:t>3</a:t>
            </a:r>
            <a:r>
              <a:rPr b="0" i="1" lang="en-US" sz="5600" u="none" cap="none" strike="noStrike">
                <a:solidFill>
                  <a:srgbClr val="004731"/>
                </a:solidFill>
                <a:latin typeface="Times New Roman"/>
                <a:ea typeface="Times New Roman"/>
                <a:cs typeface="Times New Roman"/>
                <a:sym typeface="Times New Roman"/>
              </a:rPr>
              <a:t>,t</a:t>
            </a:r>
            <a:r>
              <a:rPr b="0" baseline="-25000" i="0" lang="en-US" sz="5600" u="none" cap="none" strike="noStrike">
                <a:solidFill>
                  <a:srgbClr val="004731"/>
                </a:solidFill>
                <a:latin typeface="Times New Roman"/>
                <a:ea typeface="Times New Roman"/>
                <a:cs typeface="Times New Roman"/>
                <a:sym typeface="Times New Roman"/>
              </a:rPr>
              <a:t>3</a:t>
            </a:r>
            <a:endParaRPr/>
          </a:p>
        </p:txBody>
      </p:sp>
      <p:grpSp>
        <p:nvGrpSpPr>
          <p:cNvPr id="2907" name="Google Shape;2907;p126"/>
          <p:cNvGrpSpPr/>
          <p:nvPr/>
        </p:nvGrpSpPr>
        <p:grpSpPr>
          <a:xfrm>
            <a:off x="8658226" y="2711450"/>
            <a:ext cx="6670674" cy="4454528"/>
            <a:chOff x="0" y="0"/>
            <a:chExt cx="6670673" cy="4454527"/>
          </a:xfrm>
        </p:grpSpPr>
        <p:sp>
          <p:nvSpPr>
            <p:cNvPr id="2908" name="Google Shape;2908;p126"/>
            <p:cNvSpPr/>
            <p:nvPr/>
          </p:nvSpPr>
          <p:spPr>
            <a:xfrm>
              <a:off x="73024" y="1003300"/>
              <a:ext cx="1066800"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1</a:t>
              </a:r>
              <a:endParaRPr/>
            </a:p>
          </p:txBody>
        </p:sp>
        <p:sp>
          <p:nvSpPr>
            <p:cNvPr id="2909" name="Google Shape;2909;p126"/>
            <p:cNvSpPr/>
            <p:nvPr/>
          </p:nvSpPr>
          <p:spPr>
            <a:xfrm>
              <a:off x="2222499" y="0"/>
              <a:ext cx="106679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4</a:t>
              </a:r>
              <a:endParaRPr/>
            </a:p>
          </p:txBody>
        </p:sp>
        <p:sp>
          <p:nvSpPr>
            <p:cNvPr id="2910" name="Google Shape;2910;p126"/>
            <p:cNvSpPr/>
            <p:nvPr/>
          </p:nvSpPr>
          <p:spPr>
            <a:xfrm>
              <a:off x="5451474" y="1073150"/>
              <a:ext cx="1066799"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3</a:t>
              </a:r>
              <a:endParaRPr/>
            </a:p>
          </p:txBody>
        </p:sp>
        <p:sp>
          <p:nvSpPr>
            <p:cNvPr id="2911" name="Google Shape;2911;p126"/>
            <p:cNvSpPr/>
            <p:nvPr/>
          </p:nvSpPr>
          <p:spPr>
            <a:xfrm>
              <a:off x="3375024" y="2079625"/>
              <a:ext cx="1066799"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2</a:t>
              </a:r>
              <a:endParaRPr/>
            </a:p>
          </p:txBody>
        </p:sp>
        <p:sp>
          <p:nvSpPr>
            <p:cNvPr id="2912" name="Google Shape;2912;p126"/>
            <p:cNvSpPr/>
            <p:nvPr/>
          </p:nvSpPr>
          <p:spPr>
            <a:xfrm>
              <a:off x="0" y="3463925"/>
              <a:ext cx="1066799"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5</a:t>
              </a:r>
              <a:endParaRPr/>
            </a:p>
          </p:txBody>
        </p:sp>
        <p:sp>
          <p:nvSpPr>
            <p:cNvPr id="2913" name="Google Shape;2913;p126"/>
            <p:cNvSpPr/>
            <p:nvPr/>
          </p:nvSpPr>
          <p:spPr>
            <a:xfrm>
              <a:off x="2149474" y="4454526"/>
              <a:ext cx="1066799"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6</a:t>
              </a:r>
              <a:endParaRPr/>
            </a:p>
          </p:txBody>
        </p:sp>
        <p:sp>
          <p:nvSpPr>
            <p:cNvPr id="2914" name="Google Shape;2914;p126"/>
            <p:cNvSpPr/>
            <p:nvPr/>
          </p:nvSpPr>
          <p:spPr>
            <a:xfrm>
              <a:off x="5603874" y="3540125"/>
              <a:ext cx="1066799"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4800"/>
                <a:buFont typeface="Times New Roman"/>
                <a:buNone/>
              </a:pPr>
              <a:r>
                <a:rPr b="0" i="1" lang="en-US" sz="4800" u="none" cap="none" strike="noStrike">
                  <a:solidFill>
                    <a:srgbClr val="004731"/>
                  </a:solidFill>
                  <a:latin typeface="Times New Roman"/>
                  <a:ea typeface="Times New Roman"/>
                  <a:cs typeface="Times New Roman"/>
                  <a:sym typeface="Times New Roman"/>
                </a:rPr>
                <a:t>p</a:t>
              </a:r>
              <a:r>
                <a:rPr b="0" baseline="-25000" i="0" lang="en-US" sz="4800" u="none" cap="none" strike="noStrike">
                  <a:solidFill>
                    <a:srgbClr val="004731"/>
                  </a:solidFill>
                  <a:latin typeface="Times New Roman"/>
                  <a:ea typeface="Times New Roman"/>
                  <a:cs typeface="Times New Roman"/>
                  <a:sym typeface="Times New Roman"/>
                </a:rPr>
                <a:t>7</a:t>
              </a:r>
              <a:endParaRPr/>
            </a:p>
          </p:txBody>
        </p:sp>
      </p:grpSp>
      <p:cxnSp>
        <p:nvCxnSpPr>
          <p:cNvPr id="2915" name="Google Shape;2915;p126"/>
          <p:cNvCxnSpPr/>
          <p:nvPr/>
        </p:nvCxnSpPr>
        <p:spPr>
          <a:xfrm flipH="1">
            <a:off x="3981450" y="4324349"/>
            <a:ext cx="5762626" cy="6911977"/>
          </a:xfrm>
          <a:prstGeom prst="straightConnector1">
            <a:avLst/>
          </a:prstGeom>
          <a:noFill/>
          <a:ln cap="flat" cmpd="sng" w="50800">
            <a:solidFill>
              <a:srgbClr val="3366FF"/>
            </a:solidFill>
            <a:prstDash val="dash"/>
            <a:round/>
            <a:headEnd len="sm" w="sm" type="none"/>
            <a:tailEnd len="med" w="med" type="triangle"/>
          </a:ln>
        </p:spPr>
      </p:cxnSp>
      <p:cxnSp>
        <p:nvCxnSpPr>
          <p:cNvPr id="2916" name="Google Shape;2916;p126"/>
          <p:cNvCxnSpPr/>
          <p:nvPr/>
        </p:nvCxnSpPr>
        <p:spPr>
          <a:xfrm>
            <a:off x="9744075" y="4400550"/>
            <a:ext cx="2301876" cy="8524877"/>
          </a:xfrm>
          <a:prstGeom prst="straightConnector1">
            <a:avLst/>
          </a:prstGeom>
          <a:noFill/>
          <a:ln cap="flat" cmpd="sng" w="50800">
            <a:solidFill>
              <a:srgbClr val="3366FF"/>
            </a:solidFill>
            <a:prstDash val="dash"/>
            <a:round/>
            <a:headEnd len="sm" w="sm" type="none"/>
            <a:tailEnd len="med" w="med" type="triangle"/>
          </a:ln>
        </p:spPr>
      </p:cxnSp>
      <p:cxnSp>
        <p:nvCxnSpPr>
          <p:cNvPr id="2917" name="Google Shape;2917;p126"/>
          <p:cNvCxnSpPr/>
          <p:nvPr/>
        </p:nvCxnSpPr>
        <p:spPr>
          <a:xfrm>
            <a:off x="9744076" y="4400549"/>
            <a:ext cx="9985375" cy="6759577"/>
          </a:xfrm>
          <a:prstGeom prst="straightConnector1">
            <a:avLst/>
          </a:prstGeom>
          <a:noFill/>
          <a:ln cap="flat" cmpd="sng" w="50800">
            <a:solidFill>
              <a:srgbClr val="3366FF"/>
            </a:solidFill>
            <a:prstDash val="dash"/>
            <a:round/>
            <a:headEnd len="sm" w="sm" type="none"/>
            <a:tailEnd len="med" w="med" type="triangle"/>
          </a:ln>
        </p:spPr>
      </p:cxnSp>
      <p:grpSp>
        <p:nvGrpSpPr>
          <p:cNvPr id="2918" name="Google Shape;2918;p126"/>
          <p:cNvGrpSpPr/>
          <p:nvPr/>
        </p:nvGrpSpPr>
        <p:grpSpPr>
          <a:xfrm>
            <a:off x="9464676" y="3467098"/>
            <a:ext cx="4724404" cy="4181479"/>
            <a:chOff x="0" y="-1"/>
            <a:chExt cx="4724402" cy="4181477"/>
          </a:xfrm>
        </p:grpSpPr>
        <p:sp>
          <p:nvSpPr>
            <p:cNvPr id="2919" name="Google Shape;2919;p126"/>
            <p:cNvSpPr/>
            <p:nvPr/>
          </p:nvSpPr>
          <p:spPr>
            <a:xfrm>
              <a:off x="82605" y="727627"/>
              <a:ext cx="390789" cy="387645"/>
            </a:xfrm>
            <a:prstGeom prst="ellipse">
              <a:avLst/>
            </a:prstGeom>
            <a:solidFill>
              <a:srgbClr val="FF0101"/>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20" name="Google Shape;2920;p126"/>
            <p:cNvSpPr/>
            <p:nvPr/>
          </p:nvSpPr>
          <p:spPr>
            <a:xfrm>
              <a:off x="2252588" y="1420303"/>
              <a:ext cx="387613" cy="390821"/>
            </a:xfrm>
            <a:prstGeom prst="ellipse">
              <a:avLst/>
            </a:prstGeom>
            <a:solidFill>
              <a:srgbClr val="00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21" name="Google Shape;2921;p126"/>
            <p:cNvSpPr/>
            <p:nvPr/>
          </p:nvSpPr>
          <p:spPr>
            <a:xfrm>
              <a:off x="0" y="3047139"/>
              <a:ext cx="387613" cy="390821"/>
            </a:xfrm>
            <a:prstGeom prst="ellipse">
              <a:avLst/>
            </a:prstGeom>
            <a:solidFill>
              <a:srgbClr val="6699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22" name="Google Shape;2922;p126"/>
            <p:cNvSpPr/>
            <p:nvPr/>
          </p:nvSpPr>
          <p:spPr>
            <a:xfrm>
              <a:off x="2252588" y="3793831"/>
              <a:ext cx="387613" cy="387645"/>
            </a:xfrm>
            <a:prstGeom prst="ellipse">
              <a:avLst/>
            </a:prstGeom>
            <a:solidFill>
              <a:srgbClr val="FF00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23" name="Google Shape;2923;p126"/>
            <p:cNvSpPr/>
            <p:nvPr/>
          </p:nvSpPr>
          <p:spPr>
            <a:xfrm>
              <a:off x="4336789" y="3183768"/>
              <a:ext cx="387613" cy="390821"/>
            </a:xfrm>
            <a:prstGeom prst="ellipse">
              <a:avLst/>
            </a:prstGeom>
            <a:solidFill>
              <a:srgbClr val="FFFF00"/>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24" name="Google Shape;2924;p126"/>
            <p:cNvSpPr/>
            <p:nvPr/>
          </p:nvSpPr>
          <p:spPr>
            <a:xfrm>
              <a:off x="4270069" y="727627"/>
              <a:ext cx="387613" cy="387645"/>
            </a:xfrm>
            <a:prstGeom prst="ellipse">
              <a:avLst/>
            </a:prstGeom>
            <a:solidFill>
              <a:srgbClr val="00FFFF"/>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2925" name="Google Shape;2925;p126"/>
            <p:cNvSpPr/>
            <p:nvPr/>
          </p:nvSpPr>
          <p:spPr>
            <a:xfrm>
              <a:off x="2166806" y="-1"/>
              <a:ext cx="390789" cy="387645"/>
            </a:xfrm>
            <a:prstGeom prst="ellipse">
              <a:avLst/>
            </a:prstGeom>
            <a:solidFill>
              <a:srgbClr val="FF99CC"/>
            </a:solidFill>
            <a:ln cap="flat" cmpd="sng" w="25400">
              <a:solidFill>
                <a:srgbClr val="00473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grpSp>
      <p:grpSp>
        <p:nvGrpSpPr>
          <p:cNvPr id="2926" name="Google Shape;2926;p126"/>
          <p:cNvGrpSpPr/>
          <p:nvPr/>
        </p:nvGrpSpPr>
        <p:grpSpPr>
          <a:xfrm>
            <a:off x="15646399" y="3860800"/>
            <a:ext cx="1959438" cy="2114550"/>
            <a:chOff x="0" y="0"/>
            <a:chExt cx="1959436" cy="2114550"/>
          </a:xfrm>
        </p:grpSpPr>
        <p:cxnSp>
          <p:nvCxnSpPr>
            <p:cNvPr id="2927" name="Google Shape;2927;p126"/>
            <p:cNvCxnSpPr/>
            <p:nvPr/>
          </p:nvCxnSpPr>
          <p:spPr>
            <a:xfrm>
              <a:off x="689435" y="0"/>
              <a:ext cx="1270001" cy="1270000"/>
            </a:xfrm>
            <a:prstGeom prst="straightConnector1">
              <a:avLst/>
            </a:prstGeom>
            <a:noFill/>
            <a:ln>
              <a:noFill/>
            </a:ln>
          </p:spPr>
        </p:cxnSp>
        <p:cxnSp>
          <p:nvCxnSpPr>
            <p:cNvPr id="2928" name="Google Shape;2928;p126"/>
            <p:cNvCxnSpPr/>
            <p:nvPr/>
          </p:nvCxnSpPr>
          <p:spPr>
            <a:xfrm>
              <a:off x="0" y="844550"/>
              <a:ext cx="1270000" cy="1270000"/>
            </a:xfrm>
            <a:prstGeom prst="straightConnector1">
              <a:avLst/>
            </a:prstGeom>
            <a:noFill/>
            <a:ln>
              <a:noFill/>
            </a:ln>
          </p:spPr>
        </p:cxnSp>
      </p:grpSp>
      <p:sp>
        <p:nvSpPr>
          <p:cNvPr id="2929" name="Google Shape;2929;p126"/>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5"/>
                                        </p:tgtEl>
                                        <p:attrNameLst>
                                          <p:attrName>style.visibility</p:attrName>
                                        </p:attrNameLst>
                                      </p:cBhvr>
                                      <p:to>
                                        <p:strVal val="visible"/>
                                      </p:to>
                                    </p:set>
                                    <p:animEffect filter="fade" transition="in">
                                      <p:cBhvr>
                                        <p:cTn dur="500"/>
                                        <p:tgtEl>
                                          <p:spTgt spid="2915"/>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2916"/>
                                        </p:tgtEl>
                                        <p:attrNameLst>
                                          <p:attrName>style.visibility</p:attrName>
                                        </p:attrNameLst>
                                      </p:cBhvr>
                                      <p:to>
                                        <p:strVal val="visible"/>
                                      </p:to>
                                    </p:set>
                                    <p:animEffect filter="fade" transition="in">
                                      <p:cBhvr>
                                        <p:cTn dur="500"/>
                                        <p:tgtEl>
                                          <p:spTgt spid="2916"/>
                                        </p:tgtEl>
                                      </p:cBhvr>
                                    </p:animEffect>
                                  </p:childTnLst>
                                </p:cTn>
                              </p:par>
                            </p:childTnLst>
                          </p:cTn>
                        </p:par>
                        <p:par>
                          <p:cTn fill="hold">
                            <p:stCondLst>
                              <p:cond delay="1000"/>
                            </p:stCondLst>
                            <p:childTnLst>
                              <p:par>
                                <p:cTn fill="hold" nodeType="afterEffect" presetClass="entr" presetID="10" presetSubtype="0">
                                  <p:stCondLst>
                                    <p:cond delay="1500"/>
                                  </p:stCondLst>
                                  <p:childTnLst>
                                    <p:set>
                                      <p:cBhvr>
                                        <p:cTn dur="1" fill="hold">
                                          <p:stCondLst>
                                            <p:cond delay="0"/>
                                          </p:stCondLst>
                                        </p:cTn>
                                        <p:tgtEl>
                                          <p:spTgt spid="2917"/>
                                        </p:tgtEl>
                                        <p:attrNameLst>
                                          <p:attrName>style.visibility</p:attrName>
                                        </p:attrNameLst>
                                      </p:cBhvr>
                                      <p:to>
                                        <p:strVal val="visible"/>
                                      </p:to>
                                    </p:set>
                                    <p:animEffect filter="fade" transition="in">
                                      <p:cBhvr>
                                        <p:cTn dur="500"/>
                                        <p:tgtEl>
                                          <p:spTgt spid="29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gtEl>
                                        <p:attrNameLst>
                                          <p:attrName>style.visibility</p:attrName>
                                        </p:attrNameLst>
                                      </p:cBhvr>
                                      <p:to>
                                        <p:strVal val="visible"/>
                                      </p:to>
                                    </p:set>
                                    <p:animEffect filter="fade" transition="in">
                                      <p:cBhvr>
                                        <p:cTn dur="500"/>
                                        <p:tgtEl>
                                          <p:spTgt spid="29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